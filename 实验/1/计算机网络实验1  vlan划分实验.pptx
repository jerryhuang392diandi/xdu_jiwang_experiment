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Lst>
  <p:notesMasterIdLst>
    <p:notesMasterId r:id="rId8"/>
  </p:notesMasterIdLst>
  <p:sldIdLst>
    <p:sldId id="398" r:id="rId7"/>
    <p:sldId id="393" r:id="rId9"/>
    <p:sldId id="466" r:id="rId10"/>
    <p:sldId id="467" r:id="rId11"/>
    <p:sldId id="468" r:id="rId12"/>
    <p:sldId id="472" r:id="rId13"/>
    <p:sldId id="446" r:id="rId14"/>
    <p:sldId id="410" r:id="rId15"/>
    <p:sldId id="326" r:id="rId16"/>
    <p:sldId id="404" r:id="rId17"/>
    <p:sldId id="405" r:id="rId18"/>
    <p:sldId id="406" r:id="rId19"/>
    <p:sldId id="407" r:id="rId20"/>
    <p:sldId id="447" r:id="rId21"/>
    <p:sldId id="424" r:id="rId22"/>
    <p:sldId id="420" r:id="rId23"/>
    <p:sldId id="421" r:id="rId24"/>
    <p:sldId id="422" r:id="rId25"/>
    <p:sldId id="428" r:id="rId26"/>
    <p:sldId id="432" r:id="rId27"/>
    <p:sldId id="448" r:id="rId28"/>
    <p:sldId id="437" r:id="rId29"/>
    <p:sldId id="438" r:id="rId30"/>
    <p:sldId id="449" r:id="rId31"/>
    <p:sldId id="425" r:id="rId32"/>
    <p:sldId id="477" r:id="rId33"/>
    <p:sldId id="474" r:id="rId34"/>
    <p:sldId id="478" r:id="rId35"/>
    <p:sldId id="475" r:id="rId36"/>
    <p:sldId id="476" r:id="rId37"/>
    <p:sldId id="479" r:id="rId38"/>
    <p:sldId id="480" r:id="rId39"/>
    <p:sldId id="440" r:id="rId40"/>
    <p:sldId id="482" r:id="rId41"/>
  </p:sldIdLst>
  <p:sldSz cx="9144000" cy="6858000" type="screen4x3"/>
  <p:notesSz cx="6858000" cy="9144000"/>
  <p:custDataLst>
    <p:tags r:id="rId45"/>
  </p:custDataLst>
  <p:defaultTextStyle>
    <a:defPPr>
      <a:defRPr lang="zh-CN"/>
    </a:defPPr>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000" b="0" i="0" u="none" kern="1200" baseline="0">
        <a:solidFill>
          <a:schemeClr val="tx1"/>
        </a:solidFill>
        <a:latin typeface="宋体" panose="02010600030101010101" pitchFamily="2" charset="-122"/>
        <a:ea typeface="Beijing" charset="-122"/>
        <a:cs typeface="+mn-cs"/>
      </a:defRPr>
    </a:lvl1pPr>
    <a:lvl2pPr marL="457200" lvl="1" indent="0" algn="l" defTabSz="914400" rtl="0" eaLnBrk="0" fontAlgn="base" latinLnBrk="0" hangingPunct="0">
      <a:lnSpc>
        <a:spcPct val="100000"/>
      </a:lnSpc>
      <a:spcBef>
        <a:spcPct val="0"/>
      </a:spcBef>
      <a:spcAft>
        <a:spcPct val="0"/>
      </a:spcAft>
      <a:buFont typeface="Arial" panose="020B0604020202020204" pitchFamily="34" charset="0"/>
      <a:buNone/>
      <a:defRPr sz="2000" b="0" i="0" u="none" kern="1200" baseline="0">
        <a:solidFill>
          <a:schemeClr val="tx1"/>
        </a:solidFill>
        <a:latin typeface="宋体" panose="02010600030101010101" pitchFamily="2" charset="-122"/>
        <a:ea typeface="Beijing" charset="-122"/>
        <a:cs typeface="+mn-cs"/>
      </a:defRPr>
    </a:lvl2pPr>
    <a:lvl3pPr marL="914400" lvl="2" indent="0" algn="l" defTabSz="914400" rtl="0" eaLnBrk="0" fontAlgn="base" latinLnBrk="0" hangingPunct="0">
      <a:lnSpc>
        <a:spcPct val="100000"/>
      </a:lnSpc>
      <a:spcBef>
        <a:spcPct val="0"/>
      </a:spcBef>
      <a:spcAft>
        <a:spcPct val="0"/>
      </a:spcAft>
      <a:buFont typeface="Arial" panose="020B0604020202020204" pitchFamily="34" charset="0"/>
      <a:buNone/>
      <a:defRPr sz="2000" b="0" i="0" u="none" kern="1200" baseline="0">
        <a:solidFill>
          <a:schemeClr val="tx1"/>
        </a:solidFill>
        <a:latin typeface="宋体" panose="02010600030101010101" pitchFamily="2" charset="-122"/>
        <a:ea typeface="Beijing" charset="-122"/>
        <a:cs typeface="+mn-cs"/>
      </a:defRPr>
    </a:lvl3pPr>
    <a:lvl4pPr marL="1371600" lvl="3" indent="0" algn="l" defTabSz="914400" rtl="0" eaLnBrk="0" fontAlgn="base" latinLnBrk="0" hangingPunct="0">
      <a:lnSpc>
        <a:spcPct val="100000"/>
      </a:lnSpc>
      <a:spcBef>
        <a:spcPct val="0"/>
      </a:spcBef>
      <a:spcAft>
        <a:spcPct val="0"/>
      </a:spcAft>
      <a:buFont typeface="Arial" panose="020B0604020202020204" pitchFamily="34" charset="0"/>
      <a:buNone/>
      <a:defRPr sz="2000" b="0" i="0" u="none" kern="1200" baseline="0">
        <a:solidFill>
          <a:schemeClr val="tx1"/>
        </a:solidFill>
        <a:latin typeface="宋体" panose="02010600030101010101" pitchFamily="2" charset="-122"/>
        <a:ea typeface="Beijing" charset="-122"/>
        <a:cs typeface="+mn-cs"/>
      </a:defRPr>
    </a:lvl4pPr>
    <a:lvl5pPr marL="1828800" lvl="4" indent="0" algn="l" defTabSz="914400" rtl="0" eaLnBrk="0" fontAlgn="base" latinLnBrk="0" hangingPunct="0">
      <a:lnSpc>
        <a:spcPct val="100000"/>
      </a:lnSpc>
      <a:spcBef>
        <a:spcPct val="0"/>
      </a:spcBef>
      <a:spcAft>
        <a:spcPct val="0"/>
      </a:spcAft>
      <a:buFont typeface="Arial" panose="020B0604020202020204" pitchFamily="34" charset="0"/>
      <a:buNone/>
      <a:defRPr sz="2000" b="0" i="0" u="none" kern="1200" baseline="0">
        <a:solidFill>
          <a:schemeClr val="tx1"/>
        </a:solidFill>
        <a:latin typeface="宋体" panose="02010600030101010101" pitchFamily="2" charset="-122"/>
        <a:ea typeface="Beijing" charset="-122"/>
        <a:cs typeface="+mn-cs"/>
      </a:defRPr>
    </a:lvl5pPr>
    <a:lvl6pPr marL="2286000" lvl="5" indent="0" algn="l" defTabSz="914400" rtl="0" eaLnBrk="0" fontAlgn="base" latinLnBrk="0" hangingPunct="0">
      <a:lnSpc>
        <a:spcPct val="100000"/>
      </a:lnSpc>
      <a:spcBef>
        <a:spcPct val="0"/>
      </a:spcBef>
      <a:spcAft>
        <a:spcPct val="0"/>
      </a:spcAft>
      <a:buFont typeface="Arial" panose="020B0604020202020204" pitchFamily="34" charset="0"/>
      <a:buNone/>
      <a:defRPr sz="2000" b="0" i="0" u="none" kern="1200" baseline="0">
        <a:solidFill>
          <a:schemeClr val="tx1"/>
        </a:solidFill>
        <a:latin typeface="宋体" panose="02010600030101010101" pitchFamily="2" charset="-122"/>
        <a:ea typeface="Beijing" charset="-122"/>
        <a:cs typeface="+mn-cs"/>
      </a:defRPr>
    </a:lvl6pPr>
    <a:lvl7pPr marL="2743200" lvl="6" indent="0" algn="l" defTabSz="914400" rtl="0" eaLnBrk="0" fontAlgn="base" latinLnBrk="0" hangingPunct="0">
      <a:lnSpc>
        <a:spcPct val="100000"/>
      </a:lnSpc>
      <a:spcBef>
        <a:spcPct val="0"/>
      </a:spcBef>
      <a:spcAft>
        <a:spcPct val="0"/>
      </a:spcAft>
      <a:buFont typeface="Arial" panose="020B0604020202020204" pitchFamily="34" charset="0"/>
      <a:buNone/>
      <a:defRPr sz="2000" b="0" i="0" u="none" kern="1200" baseline="0">
        <a:solidFill>
          <a:schemeClr val="tx1"/>
        </a:solidFill>
        <a:latin typeface="宋体" panose="02010600030101010101" pitchFamily="2" charset="-122"/>
        <a:ea typeface="Beijing" charset="-122"/>
        <a:cs typeface="+mn-cs"/>
      </a:defRPr>
    </a:lvl7pPr>
    <a:lvl8pPr marL="3200400" lvl="7" indent="0" algn="l" defTabSz="914400" rtl="0" eaLnBrk="0" fontAlgn="base" latinLnBrk="0" hangingPunct="0">
      <a:lnSpc>
        <a:spcPct val="100000"/>
      </a:lnSpc>
      <a:spcBef>
        <a:spcPct val="0"/>
      </a:spcBef>
      <a:spcAft>
        <a:spcPct val="0"/>
      </a:spcAft>
      <a:buFont typeface="Arial" panose="020B0604020202020204" pitchFamily="34" charset="0"/>
      <a:buNone/>
      <a:defRPr sz="2000" b="0" i="0" u="none" kern="1200" baseline="0">
        <a:solidFill>
          <a:schemeClr val="tx1"/>
        </a:solidFill>
        <a:latin typeface="宋体" panose="02010600030101010101" pitchFamily="2" charset="-122"/>
        <a:ea typeface="Beijing" charset="-122"/>
        <a:cs typeface="+mn-cs"/>
      </a:defRPr>
    </a:lvl8pPr>
    <a:lvl9pPr marL="3657600" lvl="8" indent="0" algn="l" defTabSz="914400" rtl="0" eaLnBrk="0" fontAlgn="base" latinLnBrk="0" hangingPunct="0">
      <a:lnSpc>
        <a:spcPct val="100000"/>
      </a:lnSpc>
      <a:spcBef>
        <a:spcPct val="0"/>
      </a:spcBef>
      <a:spcAft>
        <a:spcPct val="0"/>
      </a:spcAft>
      <a:buFont typeface="Arial" panose="020B0604020202020204" pitchFamily="34" charset="0"/>
      <a:buNone/>
      <a:defRPr sz="2000" b="0" i="0" u="none" kern="1200" baseline="0">
        <a:solidFill>
          <a:schemeClr val="tx1"/>
        </a:solidFill>
        <a:latin typeface="宋体" panose="02010600030101010101" pitchFamily="2" charset="-122"/>
        <a:ea typeface="Beijing" charset="-122"/>
        <a:cs typeface="+mn-cs"/>
      </a:defRPr>
    </a:lvl9pPr>
  </p:defaultTextStyle>
  <p:extLst>
    <p:ext uri="{EFAFB233-063F-42B5-8137-9DF3F51BA10A}">
      <p15:sldGuideLst xmlns:p15="http://schemas.microsoft.com/office/powerpoint/2012/main">
        <p15:guide id="1" orient="horz" pos="3648"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2FDB2607-1784-4EEB-B798-7EB5836EED8A}">
        <p14:showMediaCtrls xmlns:p14="http://schemas.microsoft.com/office/powerpoint/2010/main" val="1"/>
      </p:ext>
    </p:extLst>
  </p:showPr>
  <p:clrMru>
    <a:srgbClr val="99CCFF"/>
    <a:srgbClr val="00CC00"/>
    <a:srgbClr val="FFFF00"/>
    <a:srgbClr val="FF0000"/>
    <a:srgbClr val="FFFFCC"/>
    <a:srgbClr val="800000"/>
    <a:srgbClr val="CC3399"/>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2" d="100"/>
          <a:sy n="62" d="100"/>
        </p:scale>
        <p:origin x="1400" y="40"/>
      </p:cViewPr>
      <p:guideLst>
        <p:guide orient="horz" pos="3648"/>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2.xml"/><Relationship Id="rId8" Type="http://schemas.openxmlformats.org/officeDocument/2006/relationships/notesMaster" Target="notesMasters/notesMaster1.xml"/><Relationship Id="rId7" Type="http://schemas.openxmlformats.org/officeDocument/2006/relationships/slide" Target="slides/slide1.xml"/><Relationship Id="rId6" Type="http://schemas.openxmlformats.org/officeDocument/2006/relationships/slideMaster" Target="slideMasters/slideMaster5.xml"/><Relationship Id="rId5" Type="http://schemas.openxmlformats.org/officeDocument/2006/relationships/slideMaster" Target="slideMasters/slideMaster4.xml"/><Relationship Id="rId45" Type="http://schemas.openxmlformats.org/officeDocument/2006/relationships/tags" Target="tags/tag1.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slide" Target="slides/slide34.xml"/><Relationship Id="rId40" Type="http://schemas.openxmlformats.org/officeDocument/2006/relationships/slide" Target="slides/slide33.xml"/><Relationship Id="rId4" Type="http://schemas.openxmlformats.org/officeDocument/2006/relationships/slideMaster" Target="slideMasters/slideMaster3.xml"/><Relationship Id="rId39" Type="http://schemas.openxmlformats.org/officeDocument/2006/relationships/slide" Target="slides/slide32.xml"/><Relationship Id="rId38" Type="http://schemas.openxmlformats.org/officeDocument/2006/relationships/slide" Target="slides/slide31.xml"/><Relationship Id="rId37" Type="http://schemas.openxmlformats.org/officeDocument/2006/relationships/slide" Target="slides/slide30.xml"/><Relationship Id="rId36" Type="http://schemas.openxmlformats.org/officeDocument/2006/relationships/slide" Target="slides/slide29.xml"/><Relationship Id="rId35" Type="http://schemas.openxmlformats.org/officeDocument/2006/relationships/slide" Target="slides/slide28.xml"/><Relationship Id="rId34" Type="http://schemas.openxmlformats.org/officeDocument/2006/relationships/slide" Target="slides/slide27.xml"/><Relationship Id="rId33" Type="http://schemas.openxmlformats.org/officeDocument/2006/relationships/slide" Target="slides/slide26.xml"/><Relationship Id="rId32" Type="http://schemas.openxmlformats.org/officeDocument/2006/relationships/slide" Target="slides/slide25.xml"/><Relationship Id="rId31" Type="http://schemas.openxmlformats.org/officeDocument/2006/relationships/slide" Target="slides/slide24.xml"/><Relationship Id="rId30" Type="http://schemas.openxmlformats.org/officeDocument/2006/relationships/slide" Target="slides/slide23.xml"/><Relationship Id="rId3" Type="http://schemas.openxmlformats.org/officeDocument/2006/relationships/slideMaster" Target="slideMasters/slideMaster2.xml"/><Relationship Id="rId29" Type="http://schemas.openxmlformats.org/officeDocument/2006/relationships/slide" Target="slides/slide22.xml"/><Relationship Id="rId28" Type="http://schemas.openxmlformats.org/officeDocument/2006/relationships/slide" Target="slides/slide21.xml"/><Relationship Id="rId27" Type="http://schemas.openxmlformats.org/officeDocument/2006/relationships/slide" Target="slides/slide20.xml"/><Relationship Id="rId26" Type="http://schemas.openxmlformats.org/officeDocument/2006/relationships/slide" Target="slides/slide19.xml"/><Relationship Id="rId25" Type="http://schemas.openxmlformats.org/officeDocument/2006/relationships/slide" Target="slides/slide18.xml"/><Relationship Id="rId24" Type="http://schemas.openxmlformats.org/officeDocument/2006/relationships/slide" Target="slides/slide17.xml"/><Relationship Id="rId23" Type="http://schemas.openxmlformats.org/officeDocument/2006/relationships/slide" Target="slides/slide16.xml"/><Relationship Id="rId22" Type="http://schemas.openxmlformats.org/officeDocument/2006/relationships/slide" Target="slides/slide15.xml"/><Relationship Id="rId21" Type="http://schemas.openxmlformats.org/officeDocument/2006/relationships/slide" Target="slides/slide14.xml"/><Relationship Id="rId20" Type="http://schemas.openxmlformats.org/officeDocument/2006/relationships/slide" Target="slides/slide13.xml"/><Relationship Id="rId2" Type="http://schemas.openxmlformats.org/officeDocument/2006/relationships/theme" Target="theme/theme1.xml"/><Relationship Id="rId19" Type="http://schemas.openxmlformats.org/officeDocument/2006/relationships/slide" Target="slides/slide12.xml"/><Relationship Id="rId18" Type="http://schemas.openxmlformats.org/officeDocument/2006/relationships/slide" Target="slides/slide11.xml"/><Relationship Id="rId17" Type="http://schemas.openxmlformats.org/officeDocument/2006/relationships/slide" Target="slides/slide10.xml"/><Relationship Id="rId16" Type="http://schemas.openxmlformats.org/officeDocument/2006/relationships/slide" Target="slides/slide9.xml"/><Relationship Id="rId15" Type="http://schemas.openxmlformats.org/officeDocument/2006/relationships/slide" Target="slides/slide8.xml"/><Relationship Id="rId14" Type="http://schemas.openxmlformats.org/officeDocument/2006/relationships/slide" Target="slides/slide7.xml"/><Relationship Id="rId13" Type="http://schemas.openxmlformats.org/officeDocument/2006/relationships/slide" Target="slides/slide6.xml"/><Relationship Id="rId12" Type="http://schemas.openxmlformats.org/officeDocument/2006/relationships/slide" Target="slides/slide5.xml"/><Relationship Id="rId11" Type="http://schemas.openxmlformats.org/officeDocument/2006/relationships/slide" Target="slides/slide4.xml"/><Relationship Id="rId10" Type="http://schemas.openxmlformats.org/officeDocument/2006/relationships/slide" Target="slides/slide3.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7170" name="Rectangle 2"/>
          <p:cNvSpPr>
            <a:spLocks noGrp="1"/>
          </p:cNvSpPr>
          <p:nvPr>
            <p:ph type="hdr" sz="quarter"/>
          </p:nvPr>
        </p:nvSpPr>
        <p:spPr>
          <a:xfrm>
            <a:off x="0" y="0"/>
            <a:ext cx="2971800" cy="457200"/>
          </a:xfrm>
          <a:prstGeom prst="rect">
            <a:avLst/>
          </a:prstGeom>
          <a:noFill/>
          <a:ln w="9525">
            <a:noFill/>
          </a:ln>
        </p:spPr>
        <p:txBody>
          <a:bodyPr/>
          <a:lstStyle>
            <a:lvl1pPr>
              <a:lnSpc>
                <a:spcPct val="100000"/>
              </a:lnSpc>
              <a:spcBef>
                <a:spcPct val="0"/>
              </a:spcBef>
              <a:defRPr sz="1200" noProof="1" dirty="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171" name="Rectangle 3"/>
          <p:cNvSpPr>
            <a:spLocks noGrp="1"/>
          </p:cNvSpPr>
          <p:nvPr>
            <p:ph type="dt" idx="1"/>
          </p:nvPr>
        </p:nvSpPr>
        <p:spPr>
          <a:xfrm>
            <a:off x="3886200" y="0"/>
            <a:ext cx="2971800" cy="457200"/>
          </a:xfrm>
          <a:prstGeom prst="rect">
            <a:avLst/>
          </a:prstGeom>
          <a:noFill/>
          <a:ln w="9525">
            <a:noFill/>
          </a:ln>
        </p:spPr>
        <p:txBody>
          <a:bodyPr/>
          <a:lstStyle>
            <a:lvl1pPr algn="r">
              <a:lnSpc>
                <a:spcPct val="100000"/>
              </a:lnSpc>
              <a:spcBef>
                <a:spcPct val="0"/>
              </a:spcBef>
              <a:defRPr sz="1200" noProof="1" dirty="0">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172" name="Rectangle 4"/>
          <p:cNvSpPr>
            <a:spLocks noGrp="1"/>
          </p:cNvSpPr>
          <p:nvPr>
            <p:ph type="sldImg"/>
          </p:nvPr>
        </p:nvSpPr>
        <p:spPr>
          <a:xfrm>
            <a:off x="1143000" y="685800"/>
            <a:ext cx="4572000" cy="3429000"/>
          </a:xfrm>
          <a:prstGeom prst="rect">
            <a:avLst/>
          </a:prstGeom>
          <a:noFill/>
          <a:ln w="9525">
            <a:noFill/>
          </a:ln>
        </p:spPr>
      </p:sp>
      <p:sp>
        <p:nvSpPr>
          <p:cNvPr id="7173" name="Rectangle 5"/>
          <p:cNvSpPr>
            <a:spLocks noGrp="1" noChangeArrowheads="1"/>
          </p:cNvSpPr>
          <p:nvPr>
            <p:ph type="body" sz="quarter" idx="4294967295"/>
          </p:nvPr>
        </p:nvSpPr>
        <p:spPr bwMode="auto">
          <a:xfrm>
            <a:off x="914400" y="4343400"/>
            <a:ext cx="5029200" cy="4114800"/>
          </a:xfrm>
          <a:prstGeom prst="rect">
            <a:avLst/>
          </a:prstGeom>
          <a:noFill/>
          <a:ln>
            <a:noFill/>
          </a:ln>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rPr>
              <a:t>单击以编辑母版文本样式</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endParaRPr>
          </a:p>
          <a:p>
            <a:pPr marL="457200" marR="0" lvl="1"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rPr>
              <a:t>第二级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endParaRPr>
          </a:p>
          <a:p>
            <a:pPr marL="914400" marR="0" lvl="2"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rPr>
              <a:t>第三级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endParaRPr>
          </a:p>
          <a:p>
            <a:pPr marL="1371600" marR="0" lvl="3"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rPr>
              <a:t>第四级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endParaRPr>
          </a:p>
          <a:p>
            <a:pPr marL="1828800" marR="0" lvl="4"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rPr>
              <a:t>第五级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endParaRPr>
          </a:p>
        </p:txBody>
      </p:sp>
      <p:sp>
        <p:nvSpPr>
          <p:cNvPr id="7174" name="Rectangle 6"/>
          <p:cNvSpPr>
            <a:spLocks noGrp="1"/>
          </p:cNvSpPr>
          <p:nvPr>
            <p:ph type="ftr" sz="quarter" idx="4"/>
          </p:nvPr>
        </p:nvSpPr>
        <p:spPr>
          <a:xfrm>
            <a:off x="0" y="8686800"/>
            <a:ext cx="2971800" cy="457200"/>
          </a:xfrm>
          <a:prstGeom prst="rect">
            <a:avLst/>
          </a:prstGeom>
          <a:noFill/>
          <a:ln w="9525">
            <a:noFill/>
          </a:ln>
        </p:spPr>
        <p:txBody>
          <a:bodyPr anchor="b"/>
          <a:lstStyle>
            <a:lvl1pPr>
              <a:lnSpc>
                <a:spcPct val="100000"/>
              </a:lnSpc>
              <a:spcBef>
                <a:spcPct val="0"/>
              </a:spcBef>
              <a:defRPr sz="1200" noProof="1" dirty="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175" name="Rectangle 7"/>
          <p:cNvSpPr>
            <a:spLocks noGrp="1"/>
          </p:cNvSpPr>
          <p:nvPr>
            <p:ph type="sldNum" sz="quarter" idx="5"/>
          </p:nvPr>
        </p:nvSpPr>
        <p:spPr>
          <a:xfrm>
            <a:off x="3886200" y="8686800"/>
            <a:ext cx="2971800" cy="457200"/>
          </a:xfrm>
          <a:prstGeom prst="rect">
            <a:avLst/>
          </a:prstGeom>
          <a:noFill/>
          <a:ln w="9525">
            <a:noFill/>
          </a:ln>
        </p:spPr>
        <p:txBody>
          <a:bodyPr anchor="b"/>
          <a:lstStyle>
            <a:lvl1pPr algn="r">
              <a:lnSpc>
                <a:spcPct val="100000"/>
              </a:lnSpc>
              <a:spcBef>
                <a:spcPct val="0"/>
              </a:spcBef>
              <a:defRPr sz="1200" noProof="1" dirty="0">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1F66D3F-087F-4E8B-BD8C-C73C1E71031C}" type="slidenum">
              <a:rPr kumimoji="0" lang="en-US" altLang="zh-CN" sz="1200" b="0" i="0" u="none" strike="noStrike" kern="1200" cap="none" spc="0" normalizeH="0" baseline="0" noProof="1" dirty="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1pPr>
    <a:lvl2pPr marL="457200" lvl="1"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2pPr>
    <a:lvl3pPr marL="914400" lvl="2"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3pPr>
    <a:lvl4pPr marL="1371600" lvl="3"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4pPr>
    <a:lvl5pPr marL="1828800" lvl="4"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5pPr>
    <a:lvl6pPr marL="2286000" lvl="5" indent="0" algn="l" defTabSz="914400" eaLnBrk="1" fontAlgn="base" latinLnBrk="0" hangingPunct="1">
      <a:lnSpc>
        <a:spcPct val="100000"/>
      </a:lnSpc>
      <a:spcBef>
        <a:spcPct val="30000"/>
      </a:spcBef>
      <a:spcAft>
        <a:spcPct val="0"/>
      </a:spcAft>
      <a:buNone/>
      <a:defRPr sz="120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1" fontAlgn="base" latinLnBrk="0" hangingPunct="1">
      <a:lnSpc>
        <a:spcPct val="100000"/>
      </a:lnSpc>
      <a:spcBef>
        <a:spcPct val="30000"/>
      </a:spcBef>
      <a:spcAft>
        <a:spcPct val="0"/>
      </a:spcAft>
      <a:buNone/>
      <a:defRPr sz="120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1" fontAlgn="base" latinLnBrk="0" hangingPunct="1">
      <a:lnSpc>
        <a:spcPct val="100000"/>
      </a:lnSpc>
      <a:spcBef>
        <a:spcPct val="30000"/>
      </a:spcBef>
      <a:spcAft>
        <a:spcPct val="0"/>
      </a:spcAft>
      <a:buNone/>
      <a:defRPr sz="120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1" fontAlgn="base" latinLnBrk="0" hangingPunct="1">
      <a:lnSpc>
        <a:spcPct val="100000"/>
      </a:lnSpc>
      <a:spcBef>
        <a:spcPct val="30000"/>
      </a:spcBef>
      <a:spcAft>
        <a:spcPct val="0"/>
      </a:spcAft>
      <a:buNone/>
      <a:defRPr sz="1200" u="none" kern="1200" baseline="0">
        <a:solidFill>
          <a:schemeClr val="tx1"/>
        </a:solidFill>
        <a:latin typeface="Times New Roman" panose="02020603050405020304" pitchFamily="18"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9218" name="Rectangle 7"/>
          <p:cNvSpPr txBox="1">
            <a:spLocks noGrp="1"/>
          </p:cNvSpPr>
          <p:nvPr/>
        </p:nvSpPr>
        <p:spPr>
          <a:xfrm>
            <a:off x="3886200" y="8686800"/>
            <a:ext cx="2971800" cy="457200"/>
          </a:xfrm>
          <a:prstGeom prst="rect">
            <a:avLst/>
          </a:prstGeom>
          <a:noFill/>
          <a:ln w="9525">
            <a:noFill/>
          </a:ln>
        </p:spPr>
        <p:txBody>
          <a:bodyPr anchor="b" anchorCtr="0"/>
          <a:p>
            <a:pPr lvl="0" algn="r" eaLnBrk="1" hangingPunct="1">
              <a:lnSpc>
                <a:spcPct val="100000"/>
              </a:lnSpc>
              <a:spcBef>
                <a:spcPct val="0"/>
              </a:spcBef>
            </a:pPr>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9219" name="Rectangle 2"/>
          <p:cNvSpPr>
            <a:spLocks noTextEdit="1"/>
          </p:cNvSpPr>
          <p:nvPr>
            <p:ph type="sldImg"/>
          </p:nvPr>
        </p:nvSpPr>
        <p:spPr>
          <a:ln/>
        </p:spPr>
      </p:sp>
      <p:sp>
        <p:nvSpPr>
          <p:cNvPr id="9220" name="Rectangle 3"/>
          <p:cNvSpPr>
            <a:spLocks noGrp="1"/>
          </p:cNvSpPr>
          <p:nvPr>
            <p:ph type="body"/>
          </p:nvPr>
        </p:nvSpPr>
        <p:spPr>
          <a:ln/>
        </p:spPr>
        <p:txBody>
          <a:bodyPr wrap="square" lIns="91440" tIns="45720" rIns="91440" bIns="45720" anchor="t" anchorCtr="0"/>
          <a:p>
            <a:pPr lvl="0" eaLnBrk="1" hangingPunct="1"/>
            <a:r>
              <a:rPr lang="zh-CN" altLang="en-US" dirty="0"/>
              <a:t>施皓负责</a:t>
            </a:r>
            <a:endParaRPr lang="zh-CN" altLang="en-US" dirty="0"/>
          </a:p>
          <a:p>
            <a:pPr lvl="0" eaLnBrk="1" hangingPunct="1"/>
            <a:r>
              <a:rPr lang="zh-CN" altLang="en-US" dirty="0"/>
              <a:t>分两部分</a:t>
            </a:r>
            <a:r>
              <a:rPr lang="en-US" altLang="zh-CN" dirty="0"/>
              <a:t>,vlan</a:t>
            </a:r>
            <a:r>
              <a:rPr lang="zh-CN" altLang="en-US" dirty="0"/>
              <a:t>基础和</a:t>
            </a:r>
            <a:r>
              <a:rPr lang="en-US" altLang="zh-CN" dirty="0"/>
              <a:t>vlan</a:t>
            </a:r>
            <a:r>
              <a:rPr lang="zh-CN" altLang="en-US" dirty="0"/>
              <a:t>扩展</a:t>
            </a:r>
            <a:endParaRPr lang="zh-CN" altLang="en-US" dirty="0"/>
          </a:p>
          <a:p>
            <a:pPr lvl="0" eaLnBrk="1" hangingPunct="1"/>
            <a:r>
              <a:rPr lang="en-US" altLang="zh-CN" dirty="0"/>
              <a:t>Vlan</a:t>
            </a:r>
            <a:r>
              <a:rPr lang="zh-CN" altLang="en-US" dirty="0"/>
              <a:t>基础要介绍混合端口</a:t>
            </a:r>
            <a:r>
              <a:rPr lang="en-US" altLang="zh-CN" dirty="0"/>
              <a:t>(a</a:t>
            </a:r>
            <a:r>
              <a:rPr lang="zh-CN" altLang="en-US" dirty="0"/>
              <a:t>培中有</a:t>
            </a:r>
            <a:r>
              <a:rPr lang="en-US" altLang="zh-CN" dirty="0"/>
              <a:t>,b</a:t>
            </a:r>
            <a:r>
              <a:rPr lang="zh-CN" altLang="en-US" dirty="0"/>
              <a:t>培</a:t>
            </a:r>
            <a:r>
              <a:rPr lang="en-US" altLang="zh-CN" dirty="0"/>
              <a:t>c</a:t>
            </a:r>
            <a:r>
              <a:rPr lang="zh-CN" altLang="en-US" dirty="0"/>
              <a:t>培不需要</a:t>
            </a:r>
            <a:r>
              <a:rPr lang="en-US" altLang="zh-CN" dirty="0"/>
              <a:t>)</a:t>
            </a:r>
            <a:endParaRPr lang="en-US" altLang="zh-CN" dirty="0"/>
          </a:p>
          <a:p>
            <a:pPr lvl="0" eaLnBrk="1" hangingPunct="1"/>
            <a:r>
              <a:rPr lang="en-US" altLang="zh-CN" dirty="0"/>
              <a:t>Vlan</a:t>
            </a:r>
            <a:r>
              <a:rPr lang="zh-CN" altLang="en-US" dirty="0"/>
              <a:t>扩展</a:t>
            </a:r>
            <a:r>
              <a:rPr lang="en-US" altLang="zh-CN" dirty="0"/>
              <a:t>ppt:  pvlan\qinq\Svlan</a:t>
            </a:r>
            <a:r>
              <a:rPr lang="zh-CN" altLang="en-US" dirty="0"/>
              <a:t>等内容</a:t>
            </a:r>
            <a:r>
              <a:rPr lang="en-US" altLang="zh-CN" dirty="0"/>
              <a:t>,c</a:t>
            </a:r>
            <a:r>
              <a:rPr lang="zh-CN" altLang="en-US" dirty="0"/>
              <a:t>培部分再删减</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11266" name="Rectangle 7"/>
          <p:cNvSpPr txBox="1">
            <a:spLocks noGrp="1"/>
          </p:cNvSpPr>
          <p:nvPr/>
        </p:nvSpPr>
        <p:spPr>
          <a:xfrm>
            <a:off x="3886200" y="8686800"/>
            <a:ext cx="2971800" cy="457200"/>
          </a:xfrm>
          <a:prstGeom prst="rect">
            <a:avLst/>
          </a:prstGeom>
          <a:noFill/>
          <a:ln w="9525">
            <a:noFill/>
          </a:ln>
        </p:spPr>
        <p:txBody>
          <a:bodyPr anchor="b" anchorCtr="0"/>
          <a:p>
            <a:pPr lvl="0" algn="r" eaLnBrk="1" hangingPunct="1">
              <a:lnSpc>
                <a:spcPct val="100000"/>
              </a:lnSpc>
              <a:spcBef>
                <a:spcPct val="0"/>
              </a:spcBef>
            </a:pPr>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1267" name="Rectangle 2"/>
          <p:cNvSpPr>
            <a:spLocks noTextEdit="1"/>
          </p:cNvSpPr>
          <p:nvPr>
            <p:ph type="sldImg"/>
          </p:nvPr>
        </p:nvSpPr>
        <p:spPr>
          <a:ln/>
        </p:spPr>
      </p:sp>
      <p:sp>
        <p:nvSpPr>
          <p:cNvPr id="11268" name="Rectangle 3"/>
          <p:cNvSpPr>
            <a:spLocks noGrp="1"/>
          </p:cNvSpPr>
          <p:nvPr>
            <p:ph type="body"/>
          </p:nvPr>
        </p:nvSpPr>
        <p:spPr>
          <a:ln/>
        </p:spPr>
        <p:txBody>
          <a:bodyPr wrap="square" lIns="91440" tIns="45720" rIns="91440" bIns="45720" anchor="t" anchorCtr="0"/>
          <a:p>
            <a:pPr lvl="0" eaLnBrk="1" hangingPunct="1"/>
            <a:r>
              <a:rPr lang="zh-CN" altLang="en-US" dirty="0"/>
              <a:t>缺少内容提要</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19458" name="Rectangle 7"/>
          <p:cNvSpPr txBox="1">
            <a:spLocks noGrp="1"/>
          </p:cNvSpPr>
          <p:nvPr/>
        </p:nvSpPr>
        <p:spPr>
          <a:xfrm>
            <a:off x="3886200" y="8686800"/>
            <a:ext cx="2971800" cy="457200"/>
          </a:xfrm>
          <a:prstGeom prst="rect">
            <a:avLst/>
          </a:prstGeom>
          <a:noFill/>
          <a:ln w="9525">
            <a:noFill/>
          </a:ln>
        </p:spPr>
        <p:txBody>
          <a:bodyPr anchor="b" anchorCtr="0"/>
          <a:p>
            <a:pPr lvl="0" algn="r" eaLnBrk="1" hangingPunct="1">
              <a:lnSpc>
                <a:spcPct val="100000"/>
              </a:lnSpc>
              <a:spcBef>
                <a:spcPct val="0"/>
              </a:spcBef>
            </a:pPr>
            <a:fld id="{9A0DB2DC-4C9A-4742-B13C-FB6460FD3503}" type="slidenum">
              <a:rPr lang="en-US" altLang="zh-CN" sz="1200" dirty="0">
                <a:latin typeface="Times New Roman" panose="02020603050405020304" pitchFamily="18" charset="0"/>
                <a:ea typeface="宋体" panose="02010600030101010101" pitchFamily="2" charset="-122"/>
              </a:rPr>
            </a:fld>
            <a:endParaRPr lang="en-US" altLang="zh-CN" sz="1200" dirty="0">
              <a:latin typeface="Times New Roman" panose="02020603050405020304" pitchFamily="18" charset="0"/>
              <a:ea typeface="宋体" panose="02010600030101010101" pitchFamily="2" charset="-122"/>
            </a:endParaRPr>
          </a:p>
        </p:txBody>
      </p:sp>
      <p:sp>
        <p:nvSpPr>
          <p:cNvPr id="19459" name="Rectangle 2"/>
          <p:cNvSpPr>
            <a:spLocks noTextEdit="1"/>
          </p:cNvSpPr>
          <p:nvPr>
            <p:ph type="sldImg"/>
          </p:nvPr>
        </p:nvSpPr>
        <p:spPr>
          <a:xfrm>
            <a:off x="1149350" y="690563"/>
            <a:ext cx="4557713" cy="3417887"/>
          </a:xfrm>
          <a:solidFill>
            <a:srgbClr val="FFFFFF">
              <a:alpha val="100000"/>
            </a:srgbClr>
          </a:solidFill>
          <a:ln>
            <a:solidFill>
              <a:srgbClr val="000000">
                <a:alpha val="100000"/>
              </a:srgbClr>
            </a:solidFill>
            <a:miter lim="800000"/>
          </a:ln>
        </p:spPr>
      </p:sp>
      <p:sp>
        <p:nvSpPr>
          <p:cNvPr id="19460" name="Rectangle 3"/>
          <p:cNvSpPr/>
          <p:nvPr>
            <p:ph type="body"/>
          </p:nvPr>
        </p:nvSpPr>
        <p:spPr>
          <a:xfrm>
            <a:off x="990600" y="4191000"/>
            <a:ext cx="5029200" cy="4114800"/>
          </a:xfrm>
          <a:solidFill>
            <a:srgbClr val="FFFFFF">
              <a:alpha val="100000"/>
            </a:srgbClr>
          </a:solidFill>
          <a:ln>
            <a:solidFill>
              <a:srgbClr val="000000">
                <a:alpha val="100000"/>
              </a:srgbClr>
            </a:solidFill>
            <a:miter lim="800000"/>
          </a:ln>
        </p:spPr>
        <p:txBody>
          <a:bodyPr wrap="square" lIns="89950" tIns="44975" rIns="89950" bIns="44975" anchor="t" anchorCtr="0"/>
          <a:p>
            <a:pPr lvl="0" eaLnBrk="1" hangingPunct="1"/>
            <a:r>
              <a:rPr lang="zh-CN" altLang="en-US" b="1" dirty="0"/>
              <a:t>广播域和冲突域</a:t>
            </a:r>
            <a:endParaRPr lang="zh-CN" altLang="en-US" b="1" dirty="0"/>
          </a:p>
          <a:p>
            <a:pPr lvl="0" eaLnBrk="1" hangingPunct="1"/>
            <a:r>
              <a:rPr lang="en-US" altLang="zh-CN" b="1" dirty="0"/>
              <a:t>Purpose: </a:t>
            </a:r>
            <a:r>
              <a:rPr lang="en-US" altLang="zh-CN" dirty="0"/>
              <a:t>This graphic starts a discussion of flat Layer 2 networks.</a:t>
            </a:r>
            <a:endParaRPr lang="en-US" altLang="zh-CN" b="1" dirty="0"/>
          </a:p>
          <a:p>
            <a:pPr lvl="0" eaLnBrk="1" hangingPunct="1"/>
            <a:r>
              <a:rPr lang="en-US" altLang="zh-CN" b="1" dirty="0"/>
              <a:t>Emphasize: </a:t>
            </a:r>
            <a:r>
              <a:rPr lang="en-US" altLang="zh-CN" dirty="0"/>
              <a:t>Emphasize the issues with a large Layer 2 network.  This is also a good time to go through the differences between collision domains and broadcast domains, as many students get them confused.</a:t>
            </a:r>
            <a:endParaRPr lang="en-US" altLang="zh-CN" b="1" dirty="0"/>
          </a:p>
          <a:p>
            <a:pPr lvl="0" eaLnBrk="1" hangingPunct="1"/>
            <a:r>
              <a:rPr lang="en-US" altLang="zh-CN" b="1" dirty="0"/>
              <a:t>Transition: </a:t>
            </a:r>
            <a:r>
              <a:rPr lang="en-US" altLang="zh-CN" dirty="0"/>
              <a:t>We will now look at a solution to the large Layer 2 networks created by switched environments.</a:t>
            </a:r>
            <a:endParaRPr lang="en-US" altLang="zh-CN" b="1" dirty="0"/>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endParaRPr lang="zh-CN" altLang="en-US"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7322231-670F-4D3B-A689-28A389A58D27}"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7322231-670F-4D3B-A689-28A389A58D27}"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endParaRPr lang="zh-CN" altLang="en-US"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7322231-670F-4D3B-A689-28A389A58D27}"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684213" y="1628775"/>
            <a:ext cx="3845814" cy="424815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86999" y="1628775"/>
            <a:ext cx="3845814" cy="424815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7322231-670F-4D3B-A689-28A389A58D27}"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灯片编号占位符 6"/>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7322231-670F-4D3B-A689-28A389A58D27}"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灯片编号占位符 2"/>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7322231-670F-4D3B-A689-28A389A58D27}"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7322231-670F-4D3B-A689-28A389A58D27}"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7322231-670F-4D3B-A689-28A389A58D27}"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50000"/>
              </a:spcBef>
              <a:spcAft>
                <a:spcPct val="0"/>
              </a:spcAft>
              <a:buClr>
                <a:schemeClr val="tx2"/>
              </a:buClr>
              <a:buSzPct val="105000"/>
              <a:buFont typeface="Wingdings" panose="05000000000000000000" pitchFamily="2" charset="2"/>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7322231-670F-4D3B-A689-28A389A58D27}"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7322231-670F-4D3B-A689-28A389A58D27}"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5360" y="836613"/>
            <a:ext cx="2120503" cy="5040312"/>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323850" y="836613"/>
            <a:ext cx="6238582" cy="5040312"/>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7322231-670F-4D3B-A689-28A389A58D27}"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endParaRPr lang="zh-CN" altLang="en-US"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3B6F1D-C73F-4F65-8F09-54EB039B57D1}"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3B6F1D-C73F-4F65-8F09-54EB039B57D1}"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endParaRPr lang="zh-CN" altLang="en-US"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3B6F1D-C73F-4F65-8F09-54EB039B57D1}"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2124075" y="2276475"/>
            <a:ext cx="3033713" cy="345598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5281613" y="2276475"/>
            <a:ext cx="3033713" cy="345598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3B6F1D-C73F-4F65-8F09-54EB039B57D1}"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灯片编号占位符 6"/>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3B6F1D-C73F-4F65-8F09-54EB039B57D1}"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灯片编号占位符 2"/>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3B6F1D-C73F-4F65-8F09-54EB039B57D1}"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3B6F1D-C73F-4F65-8F09-54EB039B57D1}"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3B6F1D-C73F-4F65-8F09-54EB039B57D1}"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20000"/>
              </a:lnSpc>
              <a:spcBef>
                <a:spcPct val="50000"/>
              </a:spcBef>
              <a:spcAft>
                <a:spcPct val="0"/>
              </a:spcAft>
              <a:buClr>
                <a:srgbClr val="0087E2"/>
              </a:buClr>
              <a:buSzPct val="60000"/>
              <a:buFont typeface="Wingdings" panose="05000000000000000000" pitchFamily="2" charset="2"/>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3B6F1D-C73F-4F65-8F09-54EB039B57D1}"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3B6F1D-C73F-4F65-8F09-54EB039B57D1}"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68704" y="1339850"/>
            <a:ext cx="1548210" cy="4392613"/>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2124075" y="1339850"/>
            <a:ext cx="4554877" cy="4392613"/>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3B6F1D-C73F-4F65-8F09-54EB039B57D1}"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143000" y="3602038"/>
            <a:ext cx="6858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endParaRPr lang="zh-CN" altLang="en-US"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114300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457200" y="1600200"/>
            <a:ext cx="8229600" cy="4526280"/>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45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endParaRPr lang="zh-CN" altLang="en-US" noProof="1"/>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114300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628650" y="1825625"/>
            <a:ext cx="3886200" cy="4351338"/>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29150" y="1825625"/>
            <a:ext cx="3886200" cy="4351338"/>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a:prstGeom prst="rect">
            <a:avLst/>
          </a:prstGeo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90081" y="1778438"/>
            <a:ext cx="3655181" cy="823912"/>
          </a:xfrm>
          <a:prstGeom prst="rect">
            <a:avLst/>
          </a:prstGeo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890081" y="2665379"/>
            <a:ext cx="3655181" cy="3524284"/>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92704" y="1778438"/>
            <a:ext cx="3673182" cy="823912"/>
          </a:xfrm>
          <a:prstGeom prst="rect">
            <a:avLst/>
          </a:prstGeo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92704" y="2665379"/>
            <a:ext cx="3673182" cy="3524284"/>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1143000"/>
          </a:xfrm>
          <a:prstGeom prst="rect">
            <a:avLst/>
          </a:prstGeo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a:prstGeom prst="rect">
            <a:avLst/>
          </a:prstGeom>
        </p:spPr>
        <p:txBody>
          <a:bodyPr anchor="b"/>
          <a:lstStyle>
            <a:lvl1pPr>
              <a:defRPr sz="240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887391" y="987425"/>
            <a:ext cx="4629150" cy="487362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endParaRPr lang="zh-CN" altLang="en-US" noProof="1"/>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a:prstGeom prst="rect">
            <a:avLst/>
          </a:prstGeom>
        </p:spPr>
        <p:txBody>
          <a:bodyPr anchor="b"/>
          <a:lstStyle>
            <a:lvl1pPr>
              <a:defRPr sz="24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a:prstGeom prst="rect">
            <a:avLst/>
          </a:prstGeo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endParaRPr lang="zh-CN" altLang="en-US" noProof="1"/>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1143000"/>
          </a:xfrm>
          <a:prstGeom prst="rect">
            <a:avLst/>
          </a:prstGeom>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6280"/>
          </a:xfrm>
          <a:prstGeom prst="rect">
            <a:avLst/>
          </a:prstGeo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628650" y="365125"/>
            <a:ext cx="5800725" cy="5811838"/>
          </a:xfrm>
          <a:prstGeom prst="rect">
            <a:avLst/>
          </a:prstGeo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endParaRPr lang="zh-CN" altLang="en-US" noProof="1"/>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endParaRPr lang="zh-CN" altLang="en-US" noProof="1"/>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684213" y="1628775"/>
            <a:ext cx="3845814" cy="424815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86999" y="1628775"/>
            <a:ext cx="3845814" cy="424815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endParaRPr lang="zh-CN" altLang="en-US" noProof="1"/>
          </a:p>
        </p:txBody>
      </p:sp>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50000"/>
              </a:spcBef>
              <a:spcAft>
                <a:spcPct val="0"/>
              </a:spcAft>
              <a:buClr>
                <a:schemeClr val="tx2"/>
              </a:buClr>
              <a:buSzPct val="105000"/>
              <a:buFont typeface="Wingdings" panose="05000000000000000000" pitchFamily="2" charset="2"/>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endParaRPr lang="zh-CN" altLang="en-US" noProof="1"/>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5360" y="836613"/>
            <a:ext cx="2120503" cy="5040312"/>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323850" y="836613"/>
            <a:ext cx="6238582" cy="5040312"/>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2" name="任意多边形 6150"/>
          <p:cNvSpPr/>
          <p:nvPr/>
        </p:nvSpPr>
        <p:spPr>
          <a:xfrm>
            <a:off x="685800" y="2393950"/>
            <a:ext cx="7772400" cy="109538"/>
          </a:xfrm>
          <a:custGeom>
            <a:avLst/>
            <a:gdLst/>
            <a:ahLst/>
            <a:cxnLst>
              <a:cxn ang="0">
                <a:pos x="0" y="0"/>
              </a:cxn>
              <a:cxn ang="0">
                <a:pos x="4803343" y="0"/>
              </a:cxn>
              <a:cxn ang="0">
                <a:pos x="4803343" y="109538"/>
              </a:cxn>
              <a:cxn ang="0">
                <a:pos x="0" y="109538"/>
              </a:cxn>
              <a:cxn ang="0">
                <a:pos x="0" y="0"/>
              </a:cxn>
              <a:cxn ang="0">
                <a:pos x="7772400"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alpha val="100000"/>
            </a:schemeClr>
          </a:solidFill>
          <a:ln w="9525" cap="flat" cmpd="sng">
            <a:solidFill>
              <a:schemeClr val="accent2">
                <a:alpha val="100000"/>
              </a:schemeClr>
            </a:solidFill>
            <a:prstDash val="solid"/>
            <a:bevel/>
            <a:headEnd type="none" w="med" len="med"/>
            <a:tailEnd type="none" w="med" len="med"/>
          </a:ln>
        </p:spPr>
        <p:txBody>
          <a:bodyPr/>
          <a:p>
            <a:endParaRPr lang="zh-CN" altLang="en-US"/>
          </a:p>
        </p:txBody>
      </p:sp>
      <p:sp>
        <p:nvSpPr>
          <p:cNvPr id="6146" name="标题 6145"/>
          <p:cNvSpPr>
            <a:spLocks noGrp="1"/>
          </p:cNvSpPr>
          <p:nvPr>
            <p:ph type="ctrTitle"/>
          </p:nvPr>
        </p:nvSpPr>
        <p:spPr>
          <a:xfrm>
            <a:off x="685800" y="990600"/>
            <a:ext cx="7772400" cy="1371600"/>
          </a:xfrm>
          <a:prstGeom prst="rect">
            <a:avLst/>
          </a:prstGeom>
          <a:noFill/>
          <a:ln w="9525">
            <a:noFill/>
          </a:ln>
        </p:spPr>
        <p:txBody>
          <a:bodyPr/>
          <a:lstStyle>
            <a:lvl1pPr lvl="0">
              <a:buClrTx/>
              <a:buSzTx/>
              <a:buFontTx/>
              <a:defRPr sz="4000"/>
            </a:lvl1pPr>
          </a:lstStyle>
          <a:p>
            <a:pPr lvl="0"/>
            <a:r>
              <a:rPr lang="zh-CN" altLang="en-US" noProof="1"/>
              <a:t>单击此处编辑母版标题样式</a:t>
            </a:r>
            <a:endParaRPr lang="zh-CN" altLang="en-US" noProof="1"/>
          </a:p>
        </p:txBody>
      </p:sp>
      <p:sp>
        <p:nvSpPr>
          <p:cNvPr id="6147" name="副标题 6146"/>
          <p:cNvSpPr>
            <a:spLocks noGrp="1"/>
          </p:cNvSpPr>
          <p:nvPr>
            <p:ph type="subTitle" idx="1"/>
          </p:nvPr>
        </p:nvSpPr>
        <p:spPr>
          <a:xfrm>
            <a:off x="1447800" y="3429000"/>
            <a:ext cx="7010400" cy="1600200"/>
          </a:xfrm>
          <a:prstGeom prst="rect">
            <a:avLst/>
          </a:prstGeom>
          <a:noFill/>
          <a:ln w="9525">
            <a:noFill/>
          </a:ln>
        </p:spPr>
        <p:txBody>
          <a:bodyPr/>
          <a:lstStyle>
            <a:lvl1pPr marL="0" lvl="0" indent="0">
              <a:buClr>
                <a:schemeClr val="accent2"/>
              </a:buClr>
              <a:buSzTx/>
              <a:buFont typeface="Wingdings" panose="05000000000000000000" pitchFamily="2" charset="2"/>
              <a:buNone/>
              <a:defRPr sz="2800"/>
            </a:lvl1pPr>
            <a:lvl2pPr marL="457200" lvl="1" indent="14605" algn="ctr">
              <a:buClr>
                <a:schemeClr val="accent2"/>
              </a:buClr>
              <a:buSzTx/>
              <a:buFont typeface="Wingdings" panose="05000000000000000000" pitchFamily="2" charset="2"/>
              <a:buNone/>
              <a:defRPr sz="2800"/>
            </a:lvl2pPr>
            <a:lvl3pPr marL="909955" lvl="2" indent="0" algn="ctr">
              <a:buClr>
                <a:schemeClr val="accent2"/>
              </a:buClr>
              <a:buSzTx/>
              <a:buFont typeface="Wingdings" panose="05000000000000000000" pitchFamily="2" charset="2"/>
              <a:buNone/>
              <a:defRPr sz="2800"/>
            </a:lvl3pPr>
            <a:lvl4pPr marL="1306830" lvl="3" indent="0" algn="ctr">
              <a:buClr>
                <a:schemeClr val="accent2"/>
              </a:buClr>
              <a:buSzTx/>
              <a:buFont typeface="Wingdings" panose="05000000000000000000" pitchFamily="2" charset="2"/>
              <a:buNone/>
              <a:defRPr sz="2800"/>
            </a:lvl4pPr>
            <a:lvl5pPr marL="1695450" lvl="4" indent="0" algn="ctr">
              <a:buClr>
                <a:schemeClr val="accent2"/>
              </a:buClr>
              <a:buSzTx/>
              <a:buFont typeface="Wingdings" panose="05000000000000000000" pitchFamily="2" charset="2"/>
              <a:buNone/>
              <a:defRPr sz="2800"/>
            </a:lvl5pPr>
          </a:lstStyle>
          <a:p>
            <a:pPr lvl="0"/>
            <a:r>
              <a:rPr lang="zh-CN" altLang="en-US" noProof="1"/>
              <a:t>单击此处编辑母版副标题样式</a:t>
            </a:r>
            <a:endParaRPr lang="zh-CN" altLang="en-US" noProof="1"/>
          </a:p>
        </p:txBody>
      </p:sp>
      <p:sp>
        <p:nvSpPr>
          <p:cNvPr id="10" name="日期占位符 6147"/>
          <p:cNvSpPr>
            <a:spLocks noGrp="1"/>
          </p:cNvSpPr>
          <p:nvPr>
            <p:ph type="dt" sz="half" idx="2"/>
          </p:nvPr>
        </p:nvSpPr>
        <p:spPr>
          <a:xfrm>
            <a:off x="685800" y="6248400"/>
            <a:ext cx="1905000" cy="457200"/>
          </a:xfrm>
          <a:prstGeom prst="rect">
            <a:avLst/>
          </a:prstGeom>
        </p:spPr>
        <p:txBody>
          <a:bodyPr anchor="t"/>
          <a:lstStyle>
            <a:lvl1pPr>
              <a:defRPr sz="1200" dirty="0">
                <a:latin typeface="Verdana" panose="020B060403050404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B962C8B-B14F-4D97-AF65-F5344CB8AC3E}" type="datetimeFigureOut">
              <a:rPr kumimoji="0" lang="zh-CN" altLang="en-US"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 name="页脚占位符 6148"/>
          <p:cNvSpPr>
            <a:spLocks noGrp="1"/>
          </p:cNvSpPr>
          <p:nvPr>
            <p:ph type="ftr" sz="quarter" idx="3"/>
          </p:nvPr>
        </p:nvSpPr>
        <p:spPr>
          <a:xfrm>
            <a:off x="3124200" y="6248400"/>
            <a:ext cx="2895600" cy="457200"/>
          </a:xfrm>
          <a:prstGeom prst="rect">
            <a:avLst/>
          </a:prstGeom>
        </p:spPr>
        <p:txBody>
          <a:bodyPr anchor="t"/>
          <a:lstStyle>
            <a:lvl1pPr algn="ctr">
              <a:defRPr sz="1200" dirty="0">
                <a:latin typeface="Verdana" panose="020B060403050404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 name="灯片编号占位符 6149"/>
          <p:cNvSpPr>
            <a:spLocks noGrp="1"/>
          </p:cNvSpPr>
          <p:nvPr>
            <p:ph type="sldNum" sz="quarter" idx="4"/>
          </p:nvPr>
        </p:nvSpPr>
        <p:spPr>
          <a:xfrm>
            <a:off x="6553200" y="6248400"/>
            <a:ext cx="1905000" cy="457200"/>
          </a:xfrm>
          <a:prstGeom prst="rect">
            <a:avLst/>
          </a:prstGeom>
        </p:spPr>
        <p:txBody>
          <a:bodyPr anchor="t"/>
          <a:lstStyle>
            <a:lvl1pPr algn="r">
              <a:defRPr sz="1200" dirty="0">
                <a:latin typeface="Verdana" panose="020B060403050404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584CED5-D082-4EB8-91E3-8C3118E696B1}" type="slidenum">
              <a:rPr kumimoji="0" lang="zh-CN" altLang="en-US"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B962C8B-B14F-4D97-AF65-F5344CB8AC3E}" type="datetime1">
              <a:rPr kumimoji="0" lang="zh-CN" altLang="en-US"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D066310-6039-4193-B1C3-6B90750958DA}" type="slidenum">
              <a:rPr kumimoji="0" lang="zh-CN" altLang="en-US"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45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B962C8B-B14F-4D97-AF65-F5344CB8AC3E}" type="datetime1">
              <a:rPr kumimoji="0" lang="zh-CN" altLang="en-US"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D066310-6039-4193-B1C3-6B90750958DA}" type="slidenum">
              <a:rPr kumimoji="0" lang="zh-CN" altLang="en-US"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566738" y="1752600"/>
            <a:ext cx="3920490" cy="4267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7248" y="1752600"/>
            <a:ext cx="3920490" cy="4267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B962C8B-B14F-4D97-AF65-F5344CB8AC3E}" type="datetime1">
              <a:rPr kumimoji="0" lang="zh-CN" altLang="en-US"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D066310-6039-4193-B1C3-6B90750958DA}" type="slidenum">
              <a:rPr kumimoji="0" lang="zh-CN" altLang="en-US"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B962C8B-B14F-4D97-AF65-F5344CB8AC3E}" type="datetime1">
              <a:rPr kumimoji="0" lang="zh-CN" altLang="en-US"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D066310-6039-4193-B1C3-6B90750958DA}" type="slidenum">
              <a:rPr kumimoji="0" lang="zh-CN" altLang="en-US"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B962C8B-B14F-4D97-AF65-F5344CB8AC3E}" type="datetime1">
              <a:rPr kumimoji="0" lang="zh-CN" altLang="en-US"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D066310-6039-4193-B1C3-6B90750958DA}" type="slidenum">
              <a:rPr kumimoji="0" lang="zh-CN" altLang="en-US"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B962C8B-B14F-4D97-AF65-F5344CB8AC3E}" type="datetime1">
              <a:rPr kumimoji="0" lang="zh-CN" altLang="en-US"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D066310-6039-4193-B1C3-6B90750958DA}" type="slidenum">
              <a:rPr kumimoji="0" lang="zh-CN" altLang="en-US"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lstStyle>
            <a:lvl1pPr>
              <a:defRPr sz="240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B962C8B-B14F-4D97-AF65-F5344CB8AC3E}" type="datetime1">
              <a:rPr kumimoji="0" lang="zh-CN" altLang="en-US"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D066310-6039-4193-B1C3-6B90750958DA}" type="slidenum">
              <a:rPr kumimoji="0" lang="zh-CN" altLang="en-US"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lstStyle>
            <a:lvl1pPr>
              <a:defRPr sz="24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B962C8B-B14F-4D97-AF65-F5344CB8AC3E}" type="datetime1">
              <a:rPr kumimoji="0" lang="zh-CN" altLang="en-US"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D066310-6039-4193-B1C3-6B90750958DA}" type="slidenum">
              <a:rPr kumimoji="0" lang="zh-CN" altLang="en-US"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B962C8B-B14F-4D97-AF65-F5344CB8AC3E}" type="datetime1">
              <a:rPr kumimoji="0" lang="zh-CN" altLang="en-US"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D066310-6039-4193-B1C3-6B90750958DA}" type="slidenum">
              <a:rPr kumimoji="0" lang="zh-CN" altLang="en-US"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441" y="304800"/>
            <a:ext cx="2002234" cy="57150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566738" y="304800"/>
            <a:ext cx="5890631" cy="57150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B962C8B-B14F-4D97-AF65-F5344CB8AC3E}" type="datetime1">
              <a:rPr kumimoji="0" lang="zh-CN" altLang="en-US"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D066310-6039-4193-B1C3-6B90750958DA}" type="slidenum">
              <a:rPr kumimoji="0" lang="zh-CN" altLang="en-US"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4" Type="http://schemas.openxmlformats.org/officeDocument/2006/relationships/theme" Target="../theme/theme2.xml"/><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5" Type="http://schemas.openxmlformats.org/officeDocument/2006/relationships/theme" Target="../theme/theme3.xml"/><Relationship Id="rId14" Type="http://schemas.openxmlformats.org/officeDocument/2006/relationships/image" Target="../media/image4.png"/><Relationship Id="rId13" Type="http://schemas.openxmlformats.org/officeDocument/2006/relationships/image" Target="../media/image3.png"/><Relationship Id="rId12" Type="http://schemas.openxmlformats.org/officeDocument/2006/relationships/image" Target="../media/image1.jpe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3" Type="http://schemas.openxmlformats.org/officeDocument/2006/relationships/theme" Target="../theme/theme4.xml"/><Relationship Id="rId12" Type="http://schemas.openxmlformats.org/officeDocument/2006/relationships/image" Target="../media/image5.jpe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2" Type="http://schemas.openxmlformats.org/officeDocument/2006/relationships/theme" Target="../theme/theme5.xml"/><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026" name="Picture 2" descr="图片1"/>
          <p:cNvPicPr>
            <a:picLocks noChangeAspect="1"/>
          </p:cNvPicPr>
          <p:nvPr/>
        </p:nvPicPr>
        <p:blipFill>
          <a:blip r:embed="rId12"/>
          <a:stretch>
            <a:fillRect/>
          </a:stretch>
        </p:blipFill>
        <p:spPr>
          <a:xfrm>
            <a:off x="0" y="0"/>
            <a:ext cx="9144000" cy="6856413"/>
          </a:xfrm>
          <a:prstGeom prst="rect">
            <a:avLst/>
          </a:prstGeom>
          <a:noFill/>
          <a:ln w="9525">
            <a:noFill/>
          </a:ln>
        </p:spPr>
      </p:pic>
      <p:sp>
        <p:nvSpPr>
          <p:cNvPr id="1027" name="Rectangle 3"/>
          <p:cNvSpPr>
            <a:spLocks noGrp="1"/>
          </p:cNvSpPr>
          <p:nvPr>
            <p:ph type="title"/>
          </p:nvPr>
        </p:nvSpPr>
        <p:spPr>
          <a:xfrm>
            <a:off x="323850" y="836613"/>
            <a:ext cx="8482013" cy="720725"/>
          </a:xfrm>
          <a:prstGeom prst="rect">
            <a:avLst/>
          </a:prstGeom>
          <a:noFill/>
          <a:ln w="9525">
            <a:noFill/>
          </a:ln>
          <a:effectLst>
            <a:outerShdw dist="35921" dir="2699999" algn="ctr" rotWithShape="0">
              <a:srgbClr val="DDDDDD"/>
            </a:outerShdw>
          </a:effectLst>
        </p:spPr>
        <p:txBody>
          <a:bodyPr anchor="ctr" anchorCtr="0"/>
          <a:p>
            <a:pPr lvl="0"/>
            <a:r>
              <a:rPr lang="zh-CN" altLang="en-US" dirty="0"/>
              <a:t>单击此处编辑母版标题样式</a:t>
            </a:r>
            <a:endParaRPr lang="zh-CN" altLang="en-US" dirty="0"/>
          </a:p>
        </p:txBody>
      </p:sp>
      <p:sp>
        <p:nvSpPr>
          <p:cNvPr id="1028" name="Rectangle 4"/>
          <p:cNvSpPr>
            <a:spLocks noGrp="1"/>
          </p:cNvSpPr>
          <p:nvPr>
            <p:ph type="body"/>
          </p:nvPr>
        </p:nvSpPr>
        <p:spPr>
          <a:xfrm>
            <a:off x="684213" y="1628775"/>
            <a:ext cx="7848600" cy="4248150"/>
          </a:xfrm>
          <a:prstGeom prst="rect">
            <a:avLst/>
          </a:prstGeom>
          <a:noFill/>
          <a:ln w="9525">
            <a:noFill/>
          </a:ln>
        </p:spPr>
        <p:txBody>
          <a:bodyPr/>
          <a:p>
            <a:pPr lvl="0"/>
            <a:r>
              <a:rPr lang="zh-CN" altLang="en-US" dirty="0"/>
              <a:t>第一级</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9" name="Rectangle 5"/>
          <p:cNvSpPr/>
          <p:nvPr/>
        </p:nvSpPr>
        <p:spPr>
          <a:xfrm>
            <a:off x="7451725" y="6381750"/>
            <a:ext cx="1512888" cy="287338"/>
          </a:xfrm>
          <a:prstGeom prst="rect">
            <a:avLst/>
          </a:prstGeom>
          <a:noFill/>
          <a:ln w="9525">
            <a:noFill/>
          </a:ln>
        </p:spPr>
        <p:txBody>
          <a:bodyPr wrap="none" anchor="ctr" anchorCtr="0"/>
          <a:p>
            <a:pPr lvl="0" eaLnBrk="1" hangingPunct="1">
              <a:lnSpc>
                <a:spcPct val="90000"/>
              </a:lnSpc>
              <a:spcBef>
                <a:spcPct val="50000"/>
              </a:spcBef>
            </a:pPr>
            <a:endParaRPr lang="zh-CN" altLang="en-US" dirty="0">
              <a:latin typeface="宋体" panose="02010600030101010101" pitchFamily="2" charset="-122"/>
            </a:endParaRPr>
          </a:p>
        </p:txBody>
      </p:sp>
      <p:sp>
        <p:nvSpPr>
          <p:cNvPr id="1030" name="Rectangle 6"/>
          <p:cNvSpPr>
            <a:spLocks noGrp="1"/>
          </p:cNvSpPr>
          <p:nvPr>
            <p:ph type="sldNum" sz="quarter" idx="4"/>
          </p:nvPr>
        </p:nvSpPr>
        <p:spPr>
          <a:xfrm>
            <a:off x="6888163" y="6553200"/>
            <a:ext cx="2133600" cy="304800"/>
          </a:xfrm>
          <a:prstGeom prst="rect">
            <a:avLst/>
          </a:prstGeom>
          <a:noFill/>
          <a:ln w="9525">
            <a:noFill/>
          </a:ln>
        </p:spPr>
        <p:txBody>
          <a:bodyPr/>
          <a:lstStyle>
            <a:lvl1pPr algn="r">
              <a:lnSpc>
                <a:spcPct val="100000"/>
              </a:lnSpc>
              <a:spcBef>
                <a:spcPct val="0"/>
              </a:spcBef>
              <a:defRPr sz="1400" noProof="1" dirty="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7322231-670F-4D3B-A689-28A389A58D27}"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ftr="0" dt="0"/>
  <p:txStyles>
    <p:titleStyle>
      <a:lvl1pPr algn="l" rtl="0" eaLnBrk="0" fontAlgn="base" hangingPunct="0">
        <a:spcBef>
          <a:spcPct val="0"/>
        </a:spcBef>
        <a:spcAft>
          <a:spcPct val="0"/>
        </a:spcAft>
        <a:defRPr sz="2800" b="1" kern="1200">
          <a:solidFill>
            <a:srgbClr val="0358AF"/>
          </a:solidFill>
          <a:latin typeface="+mj-lt"/>
          <a:ea typeface="+mj-ea"/>
          <a:cs typeface="+mj-cs"/>
        </a:defRPr>
      </a:lvl1pPr>
      <a:lvl2pPr algn="l" rtl="0" eaLnBrk="0" fontAlgn="base" hangingPunct="0">
        <a:spcBef>
          <a:spcPct val="0"/>
        </a:spcBef>
        <a:spcAft>
          <a:spcPct val="0"/>
        </a:spcAft>
        <a:defRPr sz="2800" b="1">
          <a:solidFill>
            <a:srgbClr val="0358AF"/>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2800" b="1">
          <a:solidFill>
            <a:srgbClr val="0358AF"/>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2800" b="1">
          <a:solidFill>
            <a:srgbClr val="0358AF"/>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2800" b="1">
          <a:solidFill>
            <a:srgbClr val="0358AF"/>
          </a:solidFill>
          <a:latin typeface="Arial" panose="020B0604020202020204" pitchFamily="34" charset="0"/>
          <a:ea typeface="黑体" panose="02010609060101010101" pitchFamily="49" charset="-122"/>
        </a:defRPr>
      </a:lvl5pPr>
      <a:lvl6pPr marL="457200" algn="l" rtl="0" eaLnBrk="0" fontAlgn="base" hangingPunct="0">
        <a:spcBef>
          <a:spcPct val="0"/>
        </a:spcBef>
        <a:spcAft>
          <a:spcPct val="0"/>
        </a:spcAft>
        <a:defRPr sz="2800" b="1">
          <a:solidFill>
            <a:srgbClr val="0358AF"/>
          </a:solidFill>
          <a:latin typeface="Arial" panose="020B0604020202020204" pitchFamily="34" charset="0"/>
          <a:ea typeface="黑体" panose="02010609060101010101" pitchFamily="49" charset="-122"/>
        </a:defRPr>
      </a:lvl6pPr>
      <a:lvl7pPr marL="914400" algn="l" rtl="0" eaLnBrk="0" fontAlgn="base" hangingPunct="0">
        <a:spcBef>
          <a:spcPct val="0"/>
        </a:spcBef>
        <a:spcAft>
          <a:spcPct val="0"/>
        </a:spcAft>
        <a:defRPr sz="2800" b="1">
          <a:solidFill>
            <a:srgbClr val="0358AF"/>
          </a:solidFill>
          <a:latin typeface="Arial" panose="020B0604020202020204" pitchFamily="34" charset="0"/>
          <a:ea typeface="黑体" panose="02010609060101010101" pitchFamily="49" charset="-122"/>
        </a:defRPr>
      </a:lvl7pPr>
      <a:lvl8pPr marL="1371600" algn="l" rtl="0" eaLnBrk="0" fontAlgn="base" hangingPunct="0">
        <a:spcBef>
          <a:spcPct val="0"/>
        </a:spcBef>
        <a:spcAft>
          <a:spcPct val="0"/>
        </a:spcAft>
        <a:defRPr sz="2800" b="1">
          <a:solidFill>
            <a:srgbClr val="0358AF"/>
          </a:solidFill>
          <a:latin typeface="Arial" panose="020B0604020202020204" pitchFamily="34" charset="0"/>
          <a:ea typeface="黑体" panose="02010609060101010101" pitchFamily="49" charset="-122"/>
        </a:defRPr>
      </a:lvl8pPr>
      <a:lvl9pPr marL="1828800" algn="l" rtl="0" eaLnBrk="0" fontAlgn="base" hangingPunct="0">
        <a:spcBef>
          <a:spcPct val="0"/>
        </a:spcBef>
        <a:spcAft>
          <a:spcPct val="0"/>
        </a:spcAft>
        <a:defRPr sz="2800" b="1">
          <a:solidFill>
            <a:srgbClr val="0358AF"/>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50000"/>
        </a:spcBef>
        <a:spcAft>
          <a:spcPct val="0"/>
        </a:spcAft>
        <a:buClr>
          <a:schemeClr val="tx2"/>
        </a:buClr>
        <a:buSzPct val="105000"/>
        <a:buFont typeface="Wingdings" panose="05000000000000000000" pitchFamily="2" charset="2"/>
        <a:buChar char="Ü"/>
        <a:defRPr sz="2000" kern="1200">
          <a:solidFill>
            <a:schemeClr val="tx1"/>
          </a:solidFill>
          <a:latin typeface="+mn-lt"/>
          <a:ea typeface="+mn-ea"/>
          <a:cs typeface="+mn-cs"/>
        </a:defRPr>
      </a:lvl1pPr>
      <a:lvl2pPr marL="742950" lvl="1" indent="-285750" algn="l" rtl="0" eaLnBrk="0" fontAlgn="base" hangingPunct="0">
        <a:spcBef>
          <a:spcPct val="50000"/>
        </a:spcBef>
        <a:spcAft>
          <a:spcPct val="0"/>
        </a:spcAft>
        <a:buClr>
          <a:schemeClr val="tx2"/>
        </a:buClr>
        <a:buSzPct val="105000"/>
        <a:buFont typeface="Wingdings" panose="05000000000000000000" pitchFamily="2" charset="2"/>
        <a:buChar char="l"/>
        <a:defRPr kern="1200">
          <a:solidFill>
            <a:schemeClr val="tx1"/>
          </a:solidFill>
          <a:latin typeface="+mn-lt"/>
          <a:ea typeface="+mn-ea"/>
          <a:cs typeface="+mn-cs"/>
        </a:defRPr>
      </a:lvl2pPr>
      <a:lvl3pPr marL="1143000" lvl="2" indent="-228600" algn="l" rtl="0" eaLnBrk="0" fontAlgn="base" hangingPunct="0">
        <a:spcBef>
          <a:spcPct val="50000"/>
        </a:spcBef>
        <a:spcAft>
          <a:spcPct val="0"/>
        </a:spcAft>
        <a:buClr>
          <a:schemeClr val="tx2"/>
        </a:buClr>
        <a:buSzPct val="105000"/>
        <a:buFont typeface="Wingdings" panose="05000000000000000000" pitchFamily="2" charset="2"/>
        <a:buChar char="n"/>
        <a:defRPr kern="1200">
          <a:solidFill>
            <a:schemeClr val="tx1"/>
          </a:solidFill>
          <a:latin typeface="+mn-lt"/>
          <a:ea typeface="+mn-ea"/>
          <a:cs typeface="+mn-cs"/>
        </a:defRPr>
      </a:lvl3pPr>
      <a:lvl4pPr marL="1600200" lvl="3" indent="-228600" algn="l" rtl="0" eaLnBrk="0" fontAlgn="base" hangingPunct="0">
        <a:spcBef>
          <a:spcPct val="50000"/>
        </a:spcBef>
        <a:spcAft>
          <a:spcPct val="0"/>
        </a:spcAft>
        <a:buClr>
          <a:schemeClr val="tx2"/>
        </a:buClr>
        <a:buFont typeface="Arial" panose="020B0604020202020204" pitchFamily="34" charset="0"/>
        <a:buChar char="–"/>
        <a:defRPr sz="1600" kern="1200">
          <a:solidFill>
            <a:schemeClr val="tx1"/>
          </a:solidFill>
          <a:latin typeface="+mn-lt"/>
          <a:ea typeface="+mn-ea"/>
          <a:cs typeface="+mn-cs"/>
        </a:defRPr>
      </a:lvl4pPr>
      <a:lvl5pPr marL="2057400" lvl="4" indent="-228600" algn="l" rtl="0" eaLnBrk="0" fontAlgn="base" hangingPunct="0">
        <a:spcBef>
          <a:spcPct val="50000"/>
        </a:spcBef>
        <a:spcAft>
          <a:spcPct val="0"/>
        </a:spcAft>
        <a:buClr>
          <a:schemeClr val="tx2"/>
        </a:buClr>
        <a:buFont typeface="Arial" panose="020B0604020202020204" pitchFamily="34" charset="0"/>
        <a:buChar char="»"/>
        <a:defRPr sz="1600" kern="1200">
          <a:solidFill>
            <a:schemeClr val="tx1"/>
          </a:solidFill>
          <a:latin typeface="+mn-lt"/>
          <a:ea typeface="+mn-ea"/>
          <a:cs typeface="+mn-cs"/>
        </a:defRPr>
      </a:lvl5pPr>
      <a:lvl6pPr marL="2514600" lvl="5" indent="-228600" algn="l" defTabSz="914400" eaLnBrk="0" fontAlgn="base" latinLnBrk="0" hangingPunct="0">
        <a:lnSpc>
          <a:spcPct val="100000"/>
        </a:lnSpc>
        <a:spcBef>
          <a:spcPct val="50000"/>
        </a:spcBef>
        <a:spcAft>
          <a:spcPct val="0"/>
        </a:spcAft>
        <a:buClr>
          <a:schemeClr val="tx2"/>
        </a:buClr>
        <a:buSzTx/>
        <a:buFont typeface="Arial" panose="020B0604020202020204" pitchFamily="34" charset="0"/>
        <a:buChar char="»"/>
        <a:defRPr sz="160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50000"/>
        </a:spcBef>
        <a:spcAft>
          <a:spcPct val="0"/>
        </a:spcAft>
        <a:buClr>
          <a:schemeClr val="tx2"/>
        </a:buClr>
        <a:buSzTx/>
        <a:buFont typeface="Arial" panose="020B0604020202020204" pitchFamily="34" charset="0"/>
        <a:buChar char="»"/>
        <a:defRPr sz="160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50000"/>
        </a:spcBef>
        <a:spcAft>
          <a:spcPct val="0"/>
        </a:spcAft>
        <a:buClr>
          <a:schemeClr val="tx2"/>
        </a:buClr>
        <a:buSzTx/>
        <a:buFont typeface="Arial" panose="020B0604020202020204" pitchFamily="34" charset="0"/>
        <a:buChar char="»"/>
        <a:defRPr sz="160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50000"/>
        </a:spcBef>
        <a:spcAft>
          <a:spcPct val="0"/>
        </a:spcAft>
        <a:buClr>
          <a:schemeClr val="tx2"/>
        </a:buClr>
        <a:buSzTx/>
        <a:buFont typeface="Arial" panose="020B0604020202020204" pitchFamily="34" charset="0"/>
        <a:buChar char="»"/>
        <a:defRPr sz="1600" u="none" kern="1200" baseline="0">
          <a:solidFill>
            <a:schemeClr val="tx1"/>
          </a:solidFill>
          <a:latin typeface="+mn-lt"/>
          <a:ea typeface="+mn-ea"/>
          <a:cs typeface="+mn-cs"/>
        </a:defRPr>
      </a:lvl9pPr>
    </p:bodyStyle>
    <p:otherStyle>
      <a:lvl1pPr marL="0" lvl="0" indent="0" algn="l" defTabSz="914400" eaLnBrk="0" fontAlgn="base" latinLnBrk="0" hangingPunct="0">
        <a:lnSpc>
          <a:spcPct val="90000"/>
        </a:lnSpc>
        <a:spcBef>
          <a:spcPct val="50000"/>
        </a:spcBef>
        <a:spcAft>
          <a:spcPct val="0"/>
        </a:spcAft>
        <a:buFont typeface="Arial" panose="020B0604020202020204" pitchFamily="34" charset="0"/>
        <a:buNone/>
        <a:defRPr sz="2000" u="none" kern="1200" baseline="0">
          <a:solidFill>
            <a:schemeClr val="tx1"/>
          </a:solidFill>
          <a:latin typeface="+mn-lt"/>
          <a:ea typeface="+mn-ea"/>
          <a:cs typeface="+mn-cs"/>
        </a:defRPr>
      </a:lvl1pPr>
      <a:lvl2pPr marL="457200" lvl="1"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2pPr>
      <a:lvl3pPr marL="914400" lvl="2"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3pPr>
      <a:lvl4pPr marL="1371600" lvl="3"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4pPr>
      <a:lvl5pPr marL="1828800" lvl="4"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5pPr>
      <a:lvl6pPr marL="2286000" lvl="5"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6pPr>
      <a:lvl7pPr marL="2743200" lvl="6"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7pPr>
      <a:lvl8pPr marL="3200400" lvl="7"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8pPr>
      <a:lvl9pPr marL="3657600" lvl="8"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2050" name="Picture 2" descr="图片1"/>
          <p:cNvPicPr>
            <a:picLocks noChangeAspect="1"/>
          </p:cNvPicPr>
          <p:nvPr/>
        </p:nvPicPr>
        <p:blipFill>
          <a:blip r:embed="rId12"/>
          <a:stretch>
            <a:fillRect/>
          </a:stretch>
        </p:blipFill>
        <p:spPr>
          <a:xfrm>
            <a:off x="0" y="0"/>
            <a:ext cx="9144000" cy="6856413"/>
          </a:xfrm>
          <a:prstGeom prst="rect">
            <a:avLst/>
          </a:prstGeom>
          <a:noFill/>
          <a:ln w="9525">
            <a:noFill/>
          </a:ln>
        </p:spPr>
      </p:pic>
      <p:sp>
        <p:nvSpPr>
          <p:cNvPr id="2051" name="Rectangle 3"/>
          <p:cNvSpPr>
            <a:spLocks noGrp="1"/>
          </p:cNvSpPr>
          <p:nvPr>
            <p:ph type="title"/>
          </p:nvPr>
        </p:nvSpPr>
        <p:spPr>
          <a:xfrm>
            <a:off x="2500313" y="1339850"/>
            <a:ext cx="5816600" cy="720725"/>
          </a:xfrm>
          <a:prstGeom prst="rect">
            <a:avLst/>
          </a:prstGeom>
          <a:noFill/>
          <a:ln w="9525">
            <a:noFill/>
          </a:ln>
          <a:effectLst>
            <a:outerShdw dist="53882" dir="2699999" algn="ctr" rotWithShape="0">
              <a:srgbClr val="DDDDDD"/>
            </a:outerShdw>
          </a:effectLst>
        </p:spPr>
        <p:txBody>
          <a:bodyPr anchor="ctr" anchorCtr="0"/>
          <a:p>
            <a:pPr lvl="0"/>
            <a:r>
              <a:rPr lang="zh-CN" altLang="en-US" dirty="0"/>
              <a:t>单击此处编辑母版标题样式</a:t>
            </a:r>
            <a:endParaRPr lang="zh-CN" altLang="en-US" dirty="0"/>
          </a:p>
        </p:txBody>
      </p:sp>
      <p:sp>
        <p:nvSpPr>
          <p:cNvPr id="2052" name="Rectangle 4"/>
          <p:cNvSpPr>
            <a:spLocks noGrp="1"/>
          </p:cNvSpPr>
          <p:nvPr>
            <p:ph type="sldNum" sz="quarter" idx="4"/>
          </p:nvPr>
        </p:nvSpPr>
        <p:spPr>
          <a:xfrm>
            <a:off x="6888163" y="6553200"/>
            <a:ext cx="2133600" cy="304800"/>
          </a:xfrm>
          <a:prstGeom prst="rect">
            <a:avLst/>
          </a:prstGeom>
          <a:noFill/>
          <a:ln w="9525">
            <a:noFill/>
          </a:ln>
        </p:spPr>
        <p:txBody>
          <a:bodyPr/>
          <a:lstStyle>
            <a:lvl1pPr algn="r">
              <a:lnSpc>
                <a:spcPct val="100000"/>
              </a:lnSpc>
              <a:spcBef>
                <a:spcPct val="0"/>
              </a:spcBef>
              <a:defRPr sz="1400" noProof="1" dirty="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3B6F1D-C73F-4F65-8F09-54EB039B57D1}"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3" name="Line 5"/>
          <p:cNvSpPr/>
          <p:nvPr/>
        </p:nvSpPr>
        <p:spPr>
          <a:xfrm>
            <a:off x="1960563" y="2132013"/>
            <a:ext cx="4318000" cy="0"/>
          </a:xfrm>
          <a:prstGeom prst="line">
            <a:avLst/>
          </a:prstGeom>
          <a:ln w="19050" cap="flat" cmpd="sng">
            <a:solidFill>
              <a:srgbClr val="000000"/>
            </a:solidFill>
            <a:prstDash val="solid"/>
            <a:headEnd type="none" w="med" len="med"/>
            <a:tailEnd type="none" w="med" len="med"/>
          </a:ln>
        </p:spPr>
      </p:sp>
      <p:sp>
        <p:nvSpPr>
          <p:cNvPr id="2054" name="Line 6"/>
          <p:cNvSpPr/>
          <p:nvPr/>
        </p:nvSpPr>
        <p:spPr>
          <a:xfrm>
            <a:off x="1936750" y="2133600"/>
            <a:ext cx="0" cy="3598863"/>
          </a:xfrm>
          <a:prstGeom prst="line">
            <a:avLst/>
          </a:prstGeom>
          <a:ln w="19050" cap="flat" cmpd="sng">
            <a:solidFill>
              <a:schemeClr val="tx1"/>
            </a:solidFill>
            <a:prstDash val="solid"/>
            <a:headEnd type="none" w="med" len="med"/>
            <a:tailEnd type="none" w="med" len="med"/>
          </a:ln>
        </p:spPr>
      </p:sp>
      <p:pic>
        <p:nvPicPr>
          <p:cNvPr id="2055" name="Picture 7"/>
          <p:cNvPicPr>
            <a:picLocks noChangeAspect="1"/>
          </p:cNvPicPr>
          <p:nvPr/>
        </p:nvPicPr>
        <p:blipFill>
          <a:blip r:embed="rId13"/>
          <a:stretch>
            <a:fillRect/>
          </a:stretch>
        </p:blipFill>
        <p:spPr>
          <a:xfrm>
            <a:off x="755650" y="1154113"/>
            <a:ext cx="1460500" cy="1458912"/>
          </a:xfrm>
          <a:prstGeom prst="rect">
            <a:avLst/>
          </a:prstGeom>
          <a:noFill/>
          <a:ln w="9525">
            <a:noFill/>
          </a:ln>
        </p:spPr>
      </p:pic>
      <p:sp>
        <p:nvSpPr>
          <p:cNvPr id="2056" name="Rectangle 8"/>
          <p:cNvSpPr>
            <a:spLocks noGrp="1"/>
          </p:cNvSpPr>
          <p:nvPr>
            <p:ph type="body"/>
          </p:nvPr>
        </p:nvSpPr>
        <p:spPr>
          <a:xfrm>
            <a:off x="2124075" y="2276475"/>
            <a:ext cx="6191250" cy="3455988"/>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marL="441325" indent="-441325" algn="l" rtl="0" eaLnBrk="0" fontAlgn="base" hangingPunct="0">
        <a:spcBef>
          <a:spcPct val="50000"/>
        </a:spcBef>
        <a:spcAft>
          <a:spcPct val="0"/>
        </a:spcAft>
        <a:buClr>
          <a:srgbClr val="0087E2"/>
        </a:buClr>
        <a:buSzPct val="80000"/>
        <a:buFont typeface="Wingdings" panose="05000000000000000000" pitchFamily="2" charset="2"/>
        <a:defRPr sz="3200" b="1" kern="1200">
          <a:solidFill>
            <a:srgbClr val="0358AF"/>
          </a:solidFill>
          <a:latin typeface="+mj-lt"/>
          <a:ea typeface="+mj-ea"/>
          <a:cs typeface="+mj-cs"/>
        </a:defRPr>
      </a:lvl1pPr>
      <a:lvl2pPr marL="441325" indent="-441325" algn="l" rtl="0" eaLnBrk="0" fontAlgn="base" hangingPunct="0">
        <a:spcBef>
          <a:spcPct val="50000"/>
        </a:spcBef>
        <a:spcAft>
          <a:spcPct val="0"/>
        </a:spcAft>
        <a:buClr>
          <a:srgbClr val="0087E2"/>
        </a:buClr>
        <a:buSzPct val="80000"/>
        <a:buFont typeface="Wingdings" panose="05000000000000000000" pitchFamily="2" charset="2"/>
        <a:defRPr sz="3200" b="1">
          <a:solidFill>
            <a:srgbClr val="0358AF"/>
          </a:solidFill>
          <a:latin typeface="Arial" panose="020B0604020202020204" pitchFamily="34" charset="0"/>
          <a:ea typeface="黑体" panose="02010609060101010101" pitchFamily="49" charset="-122"/>
        </a:defRPr>
      </a:lvl2pPr>
      <a:lvl3pPr marL="441325" indent="-441325" algn="l" rtl="0" eaLnBrk="0" fontAlgn="base" hangingPunct="0">
        <a:spcBef>
          <a:spcPct val="50000"/>
        </a:spcBef>
        <a:spcAft>
          <a:spcPct val="0"/>
        </a:spcAft>
        <a:buClr>
          <a:srgbClr val="0087E2"/>
        </a:buClr>
        <a:buSzPct val="80000"/>
        <a:buFont typeface="Wingdings" panose="05000000000000000000" pitchFamily="2" charset="2"/>
        <a:defRPr sz="3200" b="1">
          <a:solidFill>
            <a:srgbClr val="0358AF"/>
          </a:solidFill>
          <a:latin typeface="Arial" panose="020B0604020202020204" pitchFamily="34" charset="0"/>
          <a:ea typeface="黑体" panose="02010609060101010101" pitchFamily="49" charset="-122"/>
        </a:defRPr>
      </a:lvl3pPr>
      <a:lvl4pPr marL="441325" indent="-441325" algn="l" rtl="0" eaLnBrk="0" fontAlgn="base" hangingPunct="0">
        <a:spcBef>
          <a:spcPct val="50000"/>
        </a:spcBef>
        <a:spcAft>
          <a:spcPct val="0"/>
        </a:spcAft>
        <a:buClr>
          <a:srgbClr val="0087E2"/>
        </a:buClr>
        <a:buSzPct val="80000"/>
        <a:buFont typeface="Wingdings" panose="05000000000000000000" pitchFamily="2" charset="2"/>
        <a:defRPr sz="3200" b="1">
          <a:solidFill>
            <a:srgbClr val="0358AF"/>
          </a:solidFill>
          <a:latin typeface="Arial" panose="020B0604020202020204" pitchFamily="34" charset="0"/>
          <a:ea typeface="黑体" panose="02010609060101010101" pitchFamily="49" charset="-122"/>
        </a:defRPr>
      </a:lvl4pPr>
      <a:lvl5pPr marL="441325" indent="-441325" algn="l" rtl="0" eaLnBrk="0" fontAlgn="base" hangingPunct="0">
        <a:spcBef>
          <a:spcPct val="50000"/>
        </a:spcBef>
        <a:spcAft>
          <a:spcPct val="0"/>
        </a:spcAft>
        <a:buClr>
          <a:srgbClr val="0087E2"/>
        </a:buClr>
        <a:buSzPct val="80000"/>
        <a:buFont typeface="Wingdings" panose="05000000000000000000" pitchFamily="2" charset="2"/>
        <a:defRPr sz="3200" b="1">
          <a:solidFill>
            <a:srgbClr val="0358AF"/>
          </a:solidFill>
          <a:latin typeface="Arial" panose="020B0604020202020204" pitchFamily="34" charset="0"/>
          <a:ea typeface="黑体" panose="02010609060101010101" pitchFamily="49" charset="-122"/>
        </a:defRPr>
      </a:lvl5pPr>
      <a:lvl6pPr marL="898525" indent="-441325" algn="l" rtl="0" eaLnBrk="0" fontAlgn="base" hangingPunct="0">
        <a:spcBef>
          <a:spcPct val="50000"/>
        </a:spcBef>
        <a:spcAft>
          <a:spcPct val="0"/>
        </a:spcAft>
        <a:buClr>
          <a:srgbClr val="0087E2"/>
        </a:buClr>
        <a:buSzPct val="80000"/>
        <a:buFont typeface="Wingdings" panose="05000000000000000000" pitchFamily="2" charset="2"/>
        <a:defRPr sz="3200" b="1">
          <a:solidFill>
            <a:srgbClr val="0358AF"/>
          </a:solidFill>
          <a:latin typeface="Arial" panose="020B0604020202020204" pitchFamily="34" charset="0"/>
          <a:ea typeface="黑体" panose="02010609060101010101" pitchFamily="49" charset="-122"/>
        </a:defRPr>
      </a:lvl6pPr>
      <a:lvl7pPr marL="1355725" indent="-441325" algn="l" rtl="0" eaLnBrk="0" fontAlgn="base" hangingPunct="0">
        <a:spcBef>
          <a:spcPct val="50000"/>
        </a:spcBef>
        <a:spcAft>
          <a:spcPct val="0"/>
        </a:spcAft>
        <a:buClr>
          <a:srgbClr val="0087E2"/>
        </a:buClr>
        <a:buSzPct val="80000"/>
        <a:buFont typeface="Wingdings" panose="05000000000000000000" pitchFamily="2" charset="2"/>
        <a:defRPr sz="3200" b="1">
          <a:solidFill>
            <a:srgbClr val="0358AF"/>
          </a:solidFill>
          <a:latin typeface="Arial" panose="020B0604020202020204" pitchFamily="34" charset="0"/>
          <a:ea typeface="黑体" panose="02010609060101010101" pitchFamily="49" charset="-122"/>
        </a:defRPr>
      </a:lvl7pPr>
      <a:lvl8pPr marL="1812925" indent="-441325" algn="l" rtl="0" eaLnBrk="0" fontAlgn="base" hangingPunct="0">
        <a:spcBef>
          <a:spcPct val="50000"/>
        </a:spcBef>
        <a:spcAft>
          <a:spcPct val="0"/>
        </a:spcAft>
        <a:buClr>
          <a:srgbClr val="0087E2"/>
        </a:buClr>
        <a:buSzPct val="80000"/>
        <a:buFont typeface="Wingdings" panose="05000000000000000000" pitchFamily="2" charset="2"/>
        <a:defRPr sz="3200" b="1">
          <a:solidFill>
            <a:srgbClr val="0358AF"/>
          </a:solidFill>
          <a:latin typeface="Arial" panose="020B0604020202020204" pitchFamily="34" charset="0"/>
          <a:ea typeface="黑体" panose="02010609060101010101" pitchFamily="49" charset="-122"/>
        </a:defRPr>
      </a:lvl8pPr>
      <a:lvl9pPr marL="2270125" indent="-441325" algn="l" rtl="0" eaLnBrk="0" fontAlgn="base" hangingPunct="0">
        <a:spcBef>
          <a:spcPct val="50000"/>
        </a:spcBef>
        <a:spcAft>
          <a:spcPct val="0"/>
        </a:spcAft>
        <a:buClr>
          <a:srgbClr val="0087E2"/>
        </a:buClr>
        <a:buSzPct val="80000"/>
        <a:buFont typeface="Wingdings" panose="05000000000000000000" pitchFamily="2" charset="2"/>
        <a:defRPr sz="3200" b="1">
          <a:solidFill>
            <a:srgbClr val="0358AF"/>
          </a:solidFill>
          <a:latin typeface="Arial" panose="020B0604020202020204" pitchFamily="34" charset="0"/>
          <a:ea typeface="黑体" panose="02010609060101010101" pitchFamily="49" charset="-122"/>
        </a:defRPr>
      </a:lvl9pPr>
    </p:titleStyle>
    <p:bodyStyle>
      <a:lvl1pPr marL="441325" indent="-441325" algn="l" rtl="0" eaLnBrk="0" fontAlgn="base" hangingPunct="0">
        <a:lnSpc>
          <a:spcPct val="120000"/>
        </a:lnSpc>
        <a:spcBef>
          <a:spcPct val="50000"/>
        </a:spcBef>
        <a:spcAft>
          <a:spcPct val="0"/>
        </a:spcAft>
        <a:buClr>
          <a:srgbClr val="0087E2"/>
        </a:buClr>
        <a:buSzPct val="60000"/>
        <a:buFont typeface="Wingdings" panose="05000000000000000000" pitchFamily="2" charset="2"/>
        <a:buChar char="q"/>
        <a:defRPr sz="2400" kern="1200">
          <a:solidFill>
            <a:schemeClr val="tx1"/>
          </a:solidFill>
          <a:latin typeface="+mn-lt"/>
          <a:ea typeface="+mn-ea"/>
          <a:cs typeface="+mn-cs"/>
        </a:defRPr>
      </a:lvl1pPr>
      <a:lvl2pPr marL="906780" lvl="1" indent="-285750" algn="l" rtl="0" eaLnBrk="0" fontAlgn="base" hangingPunct="0">
        <a:lnSpc>
          <a:spcPct val="120000"/>
        </a:lnSpc>
        <a:spcBef>
          <a:spcPct val="50000"/>
        </a:spcBef>
        <a:spcAft>
          <a:spcPct val="0"/>
        </a:spcAft>
        <a:buClr>
          <a:srgbClr val="0087E2"/>
        </a:buClr>
        <a:buSzPct val="80000"/>
        <a:buFont typeface="Wingdings" panose="05000000000000000000" pitchFamily="2" charset="2"/>
        <a:buChar char="–"/>
        <a:defRPr sz="2000" kern="1200">
          <a:solidFill>
            <a:schemeClr val="tx1"/>
          </a:solidFill>
          <a:latin typeface="+mn-lt"/>
          <a:ea typeface="+mn-ea"/>
          <a:cs typeface="+mn-cs"/>
        </a:defRPr>
      </a:lvl2pPr>
      <a:lvl3pPr marL="1314450" lvl="2" indent="-228600" algn="l" rtl="0" eaLnBrk="0" fontAlgn="base" hangingPunct="0">
        <a:lnSpc>
          <a:spcPct val="120000"/>
        </a:lnSpc>
        <a:spcBef>
          <a:spcPct val="50000"/>
        </a:spcBef>
        <a:spcAft>
          <a:spcPct val="0"/>
        </a:spcAft>
        <a:buClr>
          <a:srgbClr val="0087E2"/>
        </a:buClr>
        <a:buSzPct val="80000"/>
        <a:buFont typeface="Wingdings" panose="05000000000000000000" pitchFamily="2" charset="2"/>
        <a:buChar char="•"/>
        <a:defRPr kern="1200">
          <a:solidFill>
            <a:schemeClr val="tx1"/>
          </a:solidFill>
          <a:latin typeface="+mn-lt"/>
          <a:ea typeface="+mn-ea"/>
          <a:cs typeface="+mn-cs"/>
        </a:defRPr>
      </a:lvl3pPr>
      <a:lvl4pPr marL="1722755" lvl="3" indent="-228600" algn="l" rtl="0" eaLnBrk="0" fontAlgn="base" hangingPunct="0">
        <a:lnSpc>
          <a:spcPct val="120000"/>
        </a:lnSpc>
        <a:spcBef>
          <a:spcPct val="50000"/>
        </a:spcBef>
        <a:spcAft>
          <a:spcPct val="0"/>
        </a:spcAft>
        <a:buClr>
          <a:srgbClr val="0087E2"/>
        </a:buClr>
        <a:buSzPct val="80000"/>
        <a:buFont typeface="Wingdings" panose="05000000000000000000" pitchFamily="2" charset="2"/>
        <a:buChar char="–"/>
        <a:defRPr sz="1600" kern="1200">
          <a:solidFill>
            <a:schemeClr val="tx1"/>
          </a:solidFill>
          <a:latin typeface="+mn-lt"/>
          <a:ea typeface="+mn-ea"/>
          <a:cs typeface="+mn-cs"/>
        </a:defRPr>
      </a:lvl4pPr>
      <a:lvl5pPr marL="2130425" lvl="4" indent="-228600" algn="l" rtl="0" eaLnBrk="0" fontAlgn="base" hangingPunct="0">
        <a:lnSpc>
          <a:spcPct val="120000"/>
        </a:lnSpc>
        <a:spcBef>
          <a:spcPct val="50000"/>
        </a:spcBef>
        <a:spcAft>
          <a:spcPct val="0"/>
        </a:spcAft>
        <a:buClr>
          <a:srgbClr val="0087E2"/>
        </a:buClr>
        <a:buSzPct val="80000"/>
        <a:buFont typeface="Wingdings" panose="05000000000000000000" pitchFamily="2" charset="2"/>
        <a:buChar char="»"/>
        <a:defRPr sz="1600" kern="1200">
          <a:solidFill>
            <a:schemeClr val="tx1"/>
          </a:solidFill>
          <a:latin typeface="+mn-lt"/>
          <a:ea typeface="+mn-ea"/>
          <a:cs typeface="+mn-cs"/>
        </a:defRPr>
      </a:lvl5pPr>
      <a:lvl6pPr marL="2514600" lvl="5" indent="-228600" algn="l" defTabSz="914400" eaLnBrk="0" fontAlgn="base" latinLnBrk="0" hangingPunct="0">
        <a:lnSpc>
          <a:spcPct val="120000"/>
        </a:lnSpc>
        <a:spcBef>
          <a:spcPct val="50000"/>
        </a:spcBef>
        <a:spcAft>
          <a:spcPct val="0"/>
        </a:spcAft>
        <a:buClr>
          <a:srgbClr val="0087E2"/>
        </a:buClr>
        <a:buSzPct val="80000"/>
        <a:buFont typeface="Wingdings" panose="05000000000000000000" pitchFamily="2" charset="2"/>
        <a:buChar char="»"/>
        <a:defRPr sz="1600" u="none" kern="1200" baseline="0">
          <a:solidFill>
            <a:schemeClr val="tx1"/>
          </a:solidFill>
          <a:latin typeface="+mn-lt"/>
          <a:ea typeface="+mn-ea"/>
          <a:cs typeface="+mn-cs"/>
        </a:defRPr>
      </a:lvl6pPr>
      <a:lvl7pPr marL="2971800" lvl="6" indent="-228600" algn="l" defTabSz="914400" eaLnBrk="0" fontAlgn="base" latinLnBrk="0" hangingPunct="0">
        <a:lnSpc>
          <a:spcPct val="120000"/>
        </a:lnSpc>
        <a:spcBef>
          <a:spcPct val="50000"/>
        </a:spcBef>
        <a:spcAft>
          <a:spcPct val="0"/>
        </a:spcAft>
        <a:buClr>
          <a:srgbClr val="0087E2"/>
        </a:buClr>
        <a:buSzPct val="80000"/>
        <a:buFont typeface="Wingdings" panose="05000000000000000000" pitchFamily="2" charset="2"/>
        <a:buChar char="»"/>
        <a:defRPr sz="1600" u="none" kern="1200" baseline="0">
          <a:solidFill>
            <a:schemeClr val="tx1"/>
          </a:solidFill>
          <a:latin typeface="+mn-lt"/>
          <a:ea typeface="+mn-ea"/>
          <a:cs typeface="+mn-cs"/>
        </a:defRPr>
      </a:lvl7pPr>
      <a:lvl8pPr marL="3429000" lvl="7" indent="-228600" algn="l" defTabSz="914400" eaLnBrk="0" fontAlgn="base" latinLnBrk="0" hangingPunct="0">
        <a:lnSpc>
          <a:spcPct val="120000"/>
        </a:lnSpc>
        <a:spcBef>
          <a:spcPct val="50000"/>
        </a:spcBef>
        <a:spcAft>
          <a:spcPct val="0"/>
        </a:spcAft>
        <a:buClr>
          <a:srgbClr val="0087E2"/>
        </a:buClr>
        <a:buSzPct val="80000"/>
        <a:buFont typeface="Wingdings" panose="05000000000000000000" pitchFamily="2" charset="2"/>
        <a:buChar char="»"/>
        <a:defRPr sz="1600" u="none" kern="1200" baseline="0">
          <a:solidFill>
            <a:schemeClr val="tx1"/>
          </a:solidFill>
          <a:latin typeface="+mn-lt"/>
          <a:ea typeface="+mn-ea"/>
          <a:cs typeface="+mn-cs"/>
        </a:defRPr>
      </a:lvl8pPr>
      <a:lvl9pPr marL="3886200" lvl="8" indent="-228600" algn="l" defTabSz="914400" eaLnBrk="0" fontAlgn="base" latinLnBrk="0" hangingPunct="0">
        <a:lnSpc>
          <a:spcPct val="120000"/>
        </a:lnSpc>
        <a:spcBef>
          <a:spcPct val="50000"/>
        </a:spcBef>
        <a:spcAft>
          <a:spcPct val="0"/>
        </a:spcAft>
        <a:buClr>
          <a:srgbClr val="0087E2"/>
        </a:buClr>
        <a:buSzPct val="80000"/>
        <a:buFont typeface="Wingdings" panose="05000000000000000000" pitchFamily="2" charset="2"/>
        <a:buChar char="»"/>
        <a:defRPr sz="1600" u="none" kern="1200" baseline="0">
          <a:solidFill>
            <a:schemeClr val="tx1"/>
          </a:solidFill>
          <a:latin typeface="+mn-lt"/>
          <a:ea typeface="+mn-ea"/>
          <a:cs typeface="+mn-cs"/>
        </a:defRPr>
      </a:lvl9pPr>
    </p:bodyStyle>
    <p:otherStyle>
      <a:lvl1pPr marL="0" lvl="0" indent="0" algn="l" defTabSz="914400" eaLnBrk="0" fontAlgn="base" latinLnBrk="0" hangingPunct="0">
        <a:lnSpc>
          <a:spcPct val="90000"/>
        </a:lnSpc>
        <a:spcBef>
          <a:spcPct val="50000"/>
        </a:spcBef>
        <a:spcAft>
          <a:spcPct val="0"/>
        </a:spcAft>
        <a:buFont typeface="Arial" panose="020B0604020202020204" pitchFamily="34" charset="0"/>
        <a:buNone/>
        <a:defRPr sz="2000" u="none" kern="1200" baseline="0">
          <a:solidFill>
            <a:schemeClr val="tx1"/>
          </a:solidFill>
          <a:latin typeface="+mn-lt"/>
          <a:ea typeface="+mn-ea"/>
          <a:cs typeface="+mn-cs"/>
        </a:defRPr>
      </a:lvl1pPr>
      <a:lvl2pPr marL="457200" lvl="1"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2pPr>
      <a:lvl3pPr marL="914400" lvl="2"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3pPr>
      <a:lvl4pPr marL="1371600" lvl="3"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4pPr>
      <a:lvl5pPr marL="1828800" lvl="4"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5pPr>
      <a:lvl6pPr marL="2286000" lvl="5"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6pPr>
      <a:lvl7pPr marL="2743200" lvl="6"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7pPr>
      <a:lvl8pPr marL="3200400" lvl="7"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8pPr>
      <a:lvl9pPr marL="3657600" lvl="8"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3074" name="Picture 2" descr="图片1"/>
          <p:cNvPicPr>
            <a:picLocks noChangeAspect="1"/>
          </p:cNvPicPr>
          <p:nvPr/>
        </p:nvPicPr>
        <p:blipFill>
          <a:blip r:embed="rId12"/>
          <a:stretch>
            <a:fillRect/>
          </a:stretch>
        </p:blipFill>
        <p:spPr>
          <a:xfrm>
            <a:off x="0" y="0"/>
            <a:ext cx="9144000" cy="6856413"/>
          </a:xfrm>
          <a:prstGeom prst="rect">
            <a:avLst/>
          </a:prstGeom>
          <a:noFill/>
          <a:ln w="9525">
            <a:noFill/>
          </a:ln>
        </p:spPr>
      </p:pic>
      <p:pic>
        <p:nvPicPr>
          <p:cNvPr id="3075" name="Picture 3" descr="Untitled-1 copy"/>
          <p:cNvPicPr preferRelativeResize="0">
            <a:picLocks noChangeAspect="1"/>
          </p:cNvPicPr>
          <p:nvPr/>
        </p:nvPicPr>
        <p:blipFill>
          <a:blip r:embed="rId13">
            <a:clrChange>
              <a:clrFrom>
                <a:srgbClr val="FFFFFF"/>
              </a:clrFrom>
              <a:clrTo>
                <a:srgbClr val="FFFFFF">
                  <a:alpha val="0"/>
                </a:srgbClr>
              </a:clrTo>
            </a:clrChange>
            <a:grayscl/>
            <a:lum bright="70001" contrast="-70000"/>
          </a:blip>
          <a:stretch>
            <a:fillRect/>
          </a:stretch>
        </p:blipFill>
        <p:spPr>
          <a:xfrm>
            <a:off x="936625" y="1428750"/>
            <a:ext cx="6988175" cy="3949700"/>
          </a:xfrm>
          <a:prstGeom prst="rect">
            <a:avLst/>
          </a:prstGeom>
          <a:noFill/>
          <a:ln w="9525">
            <a:noFill/>
          </a:ln>
        </p:spPr>
      </p:pic>
      <p:grpSp>
        <p:nvGrpSpPr>
          <p:cNvPr id="3076" name="组合 3075"/>
          <p:cNvGrpSpPr/>
          <p:nvPr/>
        </p:nvGrpSpPr>
        <p:grpSpPr>
          <a:xfrm>
            <a:off x="0" y="5951538"/>
            <a:ext cx="9158288" cy="912812"/>
            <a:chOff x="0" y="0"/>
            <a:chExt cx="5770" cy="575"/>
          </a:xfrm>
        </p:grpSpPr>
        <p:sp>
          <p:nvSpPr>
            <p:cNvPr id="3078" name="Freeform 5"/>
            <p:cNvSpPr/>
            <p:nvPr/>
          </p:nvSpPr>
          <p:spPr>
            <a:xfrm>
              <a:off x="0" y="0"/>
              <a:ext cx="5770" cy="575"/>
            </a:xfrm>
            <a:custGeom>
              <a:avLst/>
              <a:gdLst/>
              <a:ahLst/>
              <a:cxnLst>
                <a:cxn ang="0">
                  <a:pos x="2829" y="257"/>
                </a:cxn>
                <a:cxn ang="0">
                  <a:pos x="1" y="109"/>
                </a:cxn>
                <a:cxn ang="0">
                  <a:pos x="0" y="575"/>
                </a:cxn>
                <a:cxn ang="0">
                  <a:pos x="5770" y="575"/>
                </a:cxn>
                <a:cxn ang="0">
                  <a:pos x="5752" y="182"/>
                </a:cxn>
                <a:cxn ang="0">
                  <a:pos x="2829" y="257"/>
                </a:cxn>
              </a:cxnLst>
              <a:pathLst>
                <a:path w="5770" h="575">
                  <a:moveTo>
                    <a:pt x="2829" y="257"/>
                  </a:moveTo>
                  <a:cubicBezTo>
                    <a:pt x="1473" y="438"/>
                    <a:pt x="473" y="56"/>
                    <a:pt x="1" y="109"/>
                  </a:cubicBezTo>
                  <a:lnTo>
                    <a:pt x="0" y="575"/>
                  </a:lnTo>
                  <a:lnTo>
                    <a:pt x="5770" y="575"/>
                  </a:lnTo>
                  <a:lnTo>
                    <a:pt x="5752" y="182"/>
                  </a:lnTo>
                  <a:cubicBezTo>
                    <a:pt x="4956" y="0"/>
                    <a:pt x="4185" y="76"/>
                    <a:pt x="2829" y="257"/>
                  </a:cubicBezTo>
                  <a:close/>
                </a:path>
              </a:pathLst>
            </a:custGeom>
            <a:gradFill rotWithShape="1">
              <a:gsLst>
                <a:gs pos="0">
                  <a:srgbClr val="FFFFFF">
                    <a:alpha val="100000"/>
                  </a:srgbClr>
                </a:gs>
                <a:gs pos="100000">
                  <a:srgbClr val="66CCFF">
                    <a:alpha val="100000"/>
                  </a:srgbClr>
                </a:gs>
              </a:gsLst>
              <a:lin ang="5400000" scaled="1"/>
              <a:tileRect/>
            </a:gradFill>
            <a:ln w="9525">
              <a:noFill/>
            </a:ln>
          </p:spPr>
          <p:txBody>
            <a:bodyPr/>
            <a:p>
              <a:endParaRPr lang="zh-CN" altLang="en-US"/>
            </a:p>
          </p:txBody>
        </p:sp>
        <p:sp>
          <p:nvSpPr>
            <p:cNvPr id="3079" name="Text Box 6"/>
            <p:cNvSpPr txBox="1"/>
            <p:nvPr/>
          </p:nvSpPr>
          <p:spPr>
            <a:xfrm>
              <a:off x="4413" y="316"/>
              <a:ext cx="1081" cy="192"/>
            </a:xfrm>
            <a:prstGeom prst="rect">
              <a:avLst/>
            </a:prstGeom>
            <a:noFill/>
            <a:ln w="9525">
              <a:noFill/>
            </a:ln>
            <a:effectLst>
              <a:outerShdw dist="35921" dir="2699999" algn="ctr" rotWithShape="0">
                <a:schemeClr val="bg2"/>
              </a:outerShdw>
            </a:effectLst>
          </p:spPr>
          <p:txBody>
            <a:bodyPr wrap="none">
              <a:spAutoFit/>
            </a:bodyPr>
            <a:p>
              <a:pPr lvl="0" eaLnBrk="1" hangingPunct="1">
                <a:lnSpc>
                  <a:spcPct val="100000"/>
                </a:lnSpc>
                <a:spcBef>
                  <a:spcPct val="0"/>
                </a:spcBef>
              </a:pPr>
              <a:r>
                <a:rPr lang="en-US" altLang="zh-CN" sz="1400" dirty="0">
                  <a:solidFill>
                    <a:schemeClr val="bg1"/>
                  </a:solidFill>
                  <a:latin typeface="Arial Black" panose="020B0A04020102020204" pitchFamily="34" charset="0"/>
                  <a:ea typeface="宋体" panose="02010600030101010101" pitchFamily="2" charset="-122"/>
                </a:rPr>
                <a:t>univ.zte.com.cn</a:t>
              </a:r>
              <a:endParaRPr lang="en-US" altLang="zh-CN" sz="1400" dirty="0">
                <a:solidFill>
                  <a:schemeClr val="bg1"/>
                </a:solidFill>
                <a:latin typeface="Arial Black" panose="020B0A04020102020204" pitchFamily="34" charset="0"/>
                <a:ea typeface="宋体" panose="02010600030101010101" pitchFamily="2" charset="-122"/>
              </a:endParaRPr>
            </a:p>
          </p:txBody>
        </p:sp>
      </p:grpSp>
      <p:pic>
        <p:nvPicPr>
          <p:cNvPr id="2" name="WordArt 7"/>
          <p:cNvPicPr/>
          <p:nvPr/>
        </p:nvPicPr>
        <p:blipFill>
          <a:blip r:embed="rId14"/>
          <a:stretch>
            <a:fillRect/>
          </a:stretch>
        </p:blipFill>
        <p:spPr>
          <a:xfrm>
            <a:off x="2835275" y="2767013"/>
            <a:ext cx="3505200" cy="93345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par>
    </p:tnLst>
  </p:timing>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Char char="»"/>
        <a:defRPr sz="200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Char char="»"/>
        <a:defRPr sz="200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Char char="»"/>
        <a:defRPr sz="200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Char char="»"/>
        <a:defRPr sz="2000" u="none" kern="1200" baseline="0">
          <a:solidFill>
            <a:schemeClr val="tx1"/>
          </a:solidFill>
          <a:latin typeface="+mn-lt"/>
          <a:ea typeface="+mn-ea"/>
          <a:cs typeface="+mn-cs"/>
        </a:defRPr>
      </a:lvl9pPr>
    </p:bodyStyle>
    <p:otherStyle>
      <a:lvl1pPr marL="0" lvl="0" indent="0" algn="l" defTabSz="914400" eaLnBrk="0" fontAlgn="base" latinLnBrk="0" hangingPunct="0">
        <a:lnSpc>
          <a:spcPct val="90000"/>
        </a:lnSpc>
        <a:spcBef>
          <a:spcPct val="50000"/>
        </a:spcBef>
        <a:spcAft>
          <a:spcPct val="0"/>
        </a:spcAft>
        <a:buFont typeface="Arial" panose="020B0604020202020204" pitchFamily="34" charset="0"/>
        <a:buNone/>
        <a:defRPr sz="2000" u="none" kern="1200" baseline="0">
          <a:solidFill>
            <a:schemeClr val="tx1"/>
          </a:solidFill>
          <a:latin typeface="+mn-lt"/>
          <a:ea typeface="+mn-ea"/>
          <a:cs typeface="+mn-cs"/>
        </a:defRPr>
      </a:lvl1pPr>
      <a:lvl2pPr marL="457200" lvl="1"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2pPr>
      <a:lvl3pPr marL="914400" lvl="2"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3pPr>
      <a:lvl4pPr marL="1371600" lvl="3"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4pPr>
      <a:lvl5pPr marL="1828800" lvl="4"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5pPr>
      <a:lvl6pPr marL="2286000" lvl="5"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6pPr>
      <a:lvl7pPr marL="2743200" lvl="6"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7pPr>
      <a:lvl8pPr marL="3200400" lvl="7"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8pPr>
      <a:lvl9pPr marL="3657600" lvl="8"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4098" name="Picture 2" descr="图片2"/>
          <p:cNvPicPr>
            <a:picLocks noChangeAspect="1"/>
          </p:cNvPicPr>
          <p:nvPr/>
        </p:nvPicPr>
        <p:blipFill>
          <a:blip r:embed="rId12"/>
          <a:stretch>
            <a:fillRect/>
          </a:stretch>
        </p:blipFill>
        <p:spPr>
          <a:xfrm>
            <a:off x="0" y="0"/>
            <a:ext cx="9144000" cy="6856413"/>
          </a:xfrm>
          <a:prstGeom prst="rect">
            <a:avLst/>
          </a:prstGeom>
          <a:noFill/>
          <a:ln w="9525">
            <a:noFill/>
          </a:ln>
        </p:spPr>
      </p:pic>
      <p:sp>
        <p:nvSpPr>
          <p:cNvPr id="4099" name="Text Box 5"/>
          <p:cNvSpPr txBox="1"/>
          <p:nvPr/>
        </p:nvSpPr>
        <p:spPr>
          <a:xfrm>
            <a:off x="4572000" y="6021388"/>
            <a:ext cx="4273550" cy="396875"/>
          </a:xfrm>
          <a:prstGeom prst="rect">
            <a:avLst/>
          </a:prstGeom>
          <a:noFill/>
          <a:ln w="9525">
            <a:noFill/>
          </a:ln>
        </p:spPr>
        <p:txBody>
          <a:bodyPr>
            <a:spAutoFit/>
          </a:bodyPr>
          <a:p>
            <a:pPr lvl="0" algn="r" eaLnBrk="1" hangingPunct="1">
              <a:lnSpc>
                <a:spcPct val="100000"/>
              </a:lnSpc>
              <a:spcBef>
                <a:spcPct val="50000"/>
              </a:spcBef>
            </a:pPr>
            <a:r>
              <a:rPr lang="zh-CN" altLang="en-US" b="1" dirty="0">
                <a:latin typeface="Arial" panose="020B0604020202020204" pitchFamily="34" charset="0"/>
                <a:ea typeface="黑体" panose="02010609060101010101" pitchFamily="49" charset="-122"/>
              </a:rPr>
              <a:t>承载网</a:t>
            </a:r>
            <a:r>
              <a:rPr lang="en-US" altLang="zh-CN" b="1" dirty="0">
                <a:latin typeface="Arial" panose="020B0604020202020204" pitchFamily="34" charset="0"/>
                <a:ea typeface="黑体" panose="02010609060101010101" pitchFamily="49" charset="-122"/>
              </a:rPr>
              <a:t>D&amp;T</a:t>
            </a:r>
            <a:r>
              <a:rPr lang="zh-CN" altLang="en-US" b="1" dirty="0">
                <a:latin typeface="Arial" panose="020B0604020202020204" pitchFamily="34" charset="0"/>
                <a:ea typeface="黑体" panose="02010609060101010101" pitchFamily="49" charset="-122"/>
              </a:rPr>
              <a:t>团队</a:t>
            </a:r>
            <a:endParaRPr lang="zh-CN" altLang="en-US" b="1" dirty="0">
              <a:latin typeface="Arial" panose="020B0604020202020204" pitchFamily="34" charset="0"/>
              <a:ea typeface="黑体" panose="02010609060101010101" pitchFamily="49" charset="-122"/>
            </a:endParaRPr>
          </a:p>
        </p:txBody>
      </p:sp>
      <p:sp>
        <p:nvSpPr>
          <p:cNvPr id="4100" name="Rectangle 3"/>
          <p:cNvSpPr>
            <a:spLocks noGrp="1"/>
          </p:cNvSpPr>
          <p:nvPr>
            <p:ph type="title"/>
          </p:nvPr>
        </p:nvSpPr>
        <p:spPr>
          <a:xfrm>
            <a:off x="323850" y="836613"/>
            <a:ext cx="8482013" cy="720725"/>
          </a:xfrm>
          <a:prstGeom prst="rect">
            <a:avLst/>
          </a:prstGeom>
          <a:noFill/>
          <a:ln w="9525">
            <a:noFill/>
          </a:ln>
          <a:effectLst>
            <a:outerShdw dist="35921" dir="2699999" algn="ctr" rotWithShape="0">
              <a:srgbClr val="DDDDDD"/>
            </a:outerShdw>
          </a:effectLst>
        </p:spPr>
        <p:txBody>
          <a:bodyPr anchor="ctr" anchorCtr="0"/>
          <a:p>
            <a:pPr lvl="0"/>
            <a:r>
              <a:rPr lang="zh-CN" altLang="en-US" dirty="0"/>
              <a:t>单击此处编辑母版标题样式</a:t>
            </a:r>
            <a:endParaRPr lang="zh-CN" altLang="en-US" dirty="0"/>
          </a:p>
        </p:txBody>
      </p:sp>
      <p:sp>
        <p:nvSpPr>
          <p:cNvPr id="4101" name="Rectangle 4"/>
          <p:cNvSpPr>
            <a:spLocks noGrp="1"/>
          </p:cNvSpPr>
          <p:nvPr>
            <p:ph type="body"/>
          </p:nvPr>
        </p:nvSpPr>
        <p:spPr>
          <a:xfrm>
            <a:off x="684213" y="1628775"/>
            <a:ext cx="7848600" cy="4248150"/>
          </a:xfrm>
          <a:prstGeom prst="rect">
            <a:avLst/>
          </a:prstGeom>
          <a:noFill/>
          <a:ln w="9525">
            <a:noFill/>
          </a:ln>
        </p:spPr>
        <p:txBody>
          <a:bodyPr/>
          <a:p>
            <a:pPr lvl="0"/>
            <a:r>
              <a:rPr lang="zh-CN" altLang="en-US" dirty="0"/>
              <a:t>第一级</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p:hf sldNum="0" hdr="0" ftr="0" dt="0"/>
  <p:txStyles>
    <p:titleStyle>
      <a:lvl1pPr algn="l" rtl="0" eaLnBrk="0" fontAlgn="base" hangingPunct="0">
        <a:spcBef>
          <a:spcPct val="0"/>
        </a:spcBef>
        <a:spcAft>
          <a:spcPct val="0"/>
        </a:spcAft>
        <a:defRPr sz="2800" b="1" kern="1200">
          <a:solidFill>
            <a:srgbClr val="0358AF"/>
          </a:solidFill>
          <a:latin typeface="+mj-lt"/>
          <a:ea typeface="+mj-ea"/>
          <a:cs typeface="+mj-cs"/>
        </a:defRPr>
      </a:lvl1pPr>
      <a:lvl2pPr algn="l" rtl="0" eaLnBrk="0" fontAlgn="base" hangingPunct="0">
        <a:spcBef>
          <a:spcPct val="0"/>
        </a:spcBef>
        <a:spcAft>
          <a:spcPct val="0"/>
        </a:spcAft>
        <a:defRPr sz="2800" b="1">
          <a:solidFill>
            <a:srgbClr val="0358AF"/>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2800" b="1">
          <a:solidFill>
            <a:srgbClr val="0358AF"/>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2800" b="1">
          <a:solidFill>
            <a:srgbClr val="0358AF"/>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2800" b="1">
          <a:solidFill>
            <a:srgbClr val="0358AF"/>
          </a:solidFill>
          <a:latin typeface="Arial" panose="020B0604020202020204" pitchFamily="34" charset="0"/>
          <a:ea typeface="黑体" panose="02010609060101010101" pitchFamily="49" charset="-122"/>
        </a:defRPr>
      </a:lvl5pPr>
      <a:lvl6pPr marL="457200" algn="l" rtl="0" eaLnBrk="0" fontAlgn="base" hangingPunct="0">
        <a:spcBef>
          <a:spcPct val="0"/>
        </a:spcBef>
        <a:spcAft>
          <a:spcPct val="0"/>
        </a:spcAft>
        <a:defRPr sz="2800" b="1">
          <a:solidFill>
            <a:srgbClr val="0358AF"/>
          </a:solidFill>
          <a:latin typeface="Arial" panose="020B0604020202020204" pitchFamily="34" charset="0"/>
          <a:ea typeface="黑体" panose="02010609060101010101" pitchFamily="49" charset="-122"/>
        </a:defRPr>
      </a:lvl6pPr>
      <a:lvl7pPr marL="914400" algn="l" rtl="0" eaLnBrk="0" fontAlgn="base" hangingPunct="0">
        <a:spcBef>
          <a:spcPct val="0"/>
        </a:spcBef>
        <a:spcAft>
          <a:spcPct val="0"/>
        </a:spcAft>
        <a:defRPr sz="2800" b="1">
          <a:solidFill>
            <a:srgbClr val="0358AF"/>
          </a:solidFill>
          <a:latin typeface="Arial" panose="020B0604020202020204" pitchFamily="34" charset="0"/>
          <a:ea typeface="黑体" panose="02010609060101010101" pitchFamily="49" charset="-122"/>
        </a:defRPr>
      </a:lvl7pPr>
      <a:lvl8pPr marL="1371600" algn="l" rtl="0" eaLnBrk="0" fontAlgn="base" hangingPunct="0">
        <a:spcBef>
          <a:spcPct val="0"/>
        </a:spcBef>
        <a:spcAft>
          <a:spcPct val="0"/>
        </a:spcAft>
        <a:defRPr sz="2800" b="1">
          <a:solidFill>
            <a:srgbClr val="0358AF"/>
          </a:solidFill>
          <a:latin typeface="Arial" panose="020B0604020202020204" pitchFamily="34" charset="0"/>
          <a:ea typeface="黑体" panose="02010609060101010101" pitchFamily="49" charset="-122"/>
        </a:defRPr>
      </a:lvl8pPr>
      <a:lvl9pPr marL="1828800" algn="l" rtl="0" eaLnBrk="0" fontAlgn="base" hangingPunct="0">
        <a:spcBef>
          <a:spcPct val="0"/>
        </a:spcBef>
        <a:spcAft>
          <a:spcPct val="0"/>
        </a:spcAft>
        <a:defRPr sz="2800" b="1">
          <a:solidFill>
            <a:srgbClr val="0358AF"/>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50000"/>
        </a:spcBef>
        <a:spcAft>
          <a:spcPct val="0"/>
        </a:spcAft>
        <a:buClr>
          <a:schemeClr val="tx2"/>
        </a:buClr>
        <a:buSzPct val="105000"/>
        <a:buFont typeface="Wingdings" panose="05000000000000000000" pitchFamily="2" charset="2"/>
        <a:buChar char="Ü"/>
        <a:defRPr sz="2000" kern="1200">
          <a:solidFill>
            <a:schemeClr val="tx1"/>
          </a:solidFill>
          <a:latin typeface="+mn-lt"/>
          <a:ea typeface="+mn-ea"/>
          <a:cs typeface="+mn-cs"/>
        </a:defRPr>
      </a:lvl1pPr>
      <a:lvl2pPr marL="742950" lvl="1" indent="-285750" algn="l" rtl="0" eaLnBrk="0" fontAlgn="base" hangingPunct="0">
        <a:spcBef>
          <a:spcPct val="50000"/>
        </a:spcBef>
        <a:spcAft>
          <a:spcPct val="0"/>
        </a:spcAft>
        <a:buClr>
          <a:schemeClr val="tx2"/>
        </a:buClr>
        <a:buSzPct val="105000"/>
        <a:buFont typeface="Wingdings" panose="05000000000000000000" pitchFamily="2" charset="2"/>
        <a:buChar char="l"/>
        <a:defRPr kern="1200">
          <a:solidFill>
            <a:schemeClr val="tx1"/>
          </a:solidFill>
          <a:latin typeface="+mn-lt"/>
          <a:ea typeface="+mn-ea"/>
          <a:cs typeface="+mn-cs"/>
        </a:defRPr>
      </a:lvl2pPr>
      <a:lvl3pPr marL="1143000" lvl="2" indent="-228600" algn="l" rtl="0" eaLnBrk="0" fontAlgn="base" hangingPunct="0">
        <a:spcBef>
          <a:spcPct val="50000"/>
        </a:spcBef>
        <a:spcAft>
          <a:spcPct val="0"/>
        </a:spcAft>
        <a:buClr>
          <a:schemeClr val="tx2"/>
        </a:buClr>
        <a:buSzPct val="105000"/>
        <a:buFont typeface="Wingdings" panose="05000000000000000000" pitchFamily="2" charset="2"/>
        <a:buChar char="n"/>
        <a:defRPr kern="1200">
          <a:solidFill>
            <a:schemeClr val="tx1"/>
          </a:solidFill>
          <a:latin typeface="+mn-lt"/>
          <a:ea typeface="+mn-ea"/>
          <a:cs typeface="+mn-cs"/>
        </a:defRPr>
      </a:lvl3pPr>
      <a:lvl4pPr marL="1600200" lvl="3" indent="-228600" algn="l" rtl="0" eaLnBrk="0" fontAlgn="base" hangingPunct="0">
        <a:spcBef>
          <a:spcPct val="50000"/>
        </a:spcBef>
        <a:spcAft>
          <a:spcPct val="0"/>
        </a:spcAft>
        <a:buClr>
          <a:schemeClr val="tx2"/>
        </a:buClr>
        <a:buFont typeface="Arial" panose="020B0604020202020204" pitchFamily="34" charset="0"/>
        <a:buChar char="–"/>
        <a:defRPr sz="1600" kern="1200">
          <a:solidFill>
            <a:schemeClr val="tx1"/>
          </a:solidFill>
          <a:latin typeface="+mn-lt"/>
          <a:ea typeface="+mn-ea"/>
          <a:cs typeface="+mn-cs"/>
        </a:defRPr>
      </a:lvl4pPr>
      <a:lvl5pPr marL="2057400" lvl="4" indent="-228600" algn="l" rtl="0" eaLnBrk="0" fontAlgn="base" hangingPunct="0">
        <a:spcBef>
          <a:spcPct val="50000"/>
        </a:spcBef>
        <a:spcAft>
          <a:spcPct val="0"/>
        </a:spcAft>
        <a:buClr>
          <a:schemeClr val="tx2"/>
        </a:buClr>
        <a:buFont typeface="Arial" panose="020B0604020202020204" pitchFamily="34" charset="0"/>
        <a:buChar char="»"/>
        <a:defRPr sz="1600" kern="1200">
          <a:solidFill>
            <a:schemeClr val="tx1"/>
          </a:solidFill>
          <a:latin typeface="+mn-lt"/>
          <a:ea typeface="+mn-ea"/>
          <a:cs typeface="+mn-cs"/>
        </a:defRPr>
      </a:lvl5pPr>
      <a:lvl6pPr marL="2514600" lvl="5" indent="-228600" algn="l" defTabSz="914400" eaLnBrk="0" fontAlgn="base" latinLnBrk="0" hangingPunct="0">
        <a:lnSpc>
          <a:spcPct val="100000"/>
        </a:lnSpc>
        <a:spcBef>
          <a:spcPct val="50000"/>
        </a:spcBef>
        <a:spcAft>
          <a:spcPct val="0"/>
        </a:spcAft>
        <a:buClr>
          <a:schemeClr val="tx2"/>
        </a:buClr>
        <a:buSzTx/>
        <a:buFont typeface="Arial" panose="020B0604020202020204" pitchFamily="34" charset="0"/>
        <a:buChar char="»"/>
        <a:defRPr sz="160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50000"/>
        </a:spcBef>
        <a:spcAft>
          <a:spcPct val="0"/>
        </a:spcAft>
        <a:buClr>
          <a:schemeClr val="tx2"/>
        </a:buClr>
        <a:buSzTx/>
        <a:buFont typeface="Arial" panose="020B0604020202020204" pitchFamily="34" charset="0"/>
        <a:buChar char="»"/>
        <a:defRPr sz="160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50000"/>
        </a:spcBef>
        <a:spcAft>
          <a:spcPct val="0"/>
        </a:spcAft>
        <a:buClr>
          <a:schemeClr val="tx2"/>
        </a:buClr>
        <a:buSzTx/>
        <a:buFont typeface="Arial" panose="020B0604020202020204" pitchFamily="34" charset="0"/>
        <a:buChar char="»"/>
        <a:defRPr sz="160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50000"/>
        </a:spcBef>
        <a:spcAft>
          <a:spcPct val="0"/>
        </a:spcAft>
        <a:buClr>
          <a:schemeClr val="tx2"/>
        </a:buClr>
        <a:buSzTx/>
        <a:buFont typeface="Arial" panose="020B0604020202020204" pitchFamily="34" charset="0"/>
        <a:buChar char="»"/>
        <a:defRPr sz="1600" u="none" kern="1200" baseline="0">
          <a:solidFill>
            <a:schemeClr val="tx1"/>
          </a:solidFill>
          <a:latin typeface="+mn-lt"/>
          <a:ea typeface="+mn-ea"/>
          <a:cs typeface="+mn-cs"/>
        </a:defRPr>
      </a:lvl9pPr>
    </p:bodyStyle>
    <p:otherStyle>
      <a:lvl1pPr marL="0" lvl="0" indent="0" algn="l" defTabSz="914400" eaLnBrk="0" fontAlgn="base" latinLnBrk="0" hangingPunct="0">
        <a:lnSpc>
          <a:spcPct val="90000"/>
        </a:lnSpc>
        <a:spcBef>
          <a:spcPct val="50000"/>
        </a:spcBef>
        <a:spcAft>
          <a:spcPct val="0"/>
        </a:spcAft>
        <a:buFont typeface="Arial" panose="020B0604020202020204" pitchFamily="34" charset="0"/>
        <a:buNone/>
        <a:defRPr sz="2000" u="none" kern="1200" baseline="0">
          <a:solidFill>
            <a:schemeClr val="tx1"/>
          </a:solidFill>
          <a:latin typeface="+mn-lt"/>
          <a:ea typeface="+mn-ea"/>
          <a:cs typeface="+mn-cs"/>
        </a:defRPr>
      </a:lvl1pPr>
      <a:lvl2pPr marL="457200" lvl="1"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2pPr>
      <a:lvl3pPr marL="914400" lvl="2"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3pPr>
      <a:lvl4pPr marL="1371600" lvl="3"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4pPr>
      <a:lvl5pPr marL="1828800" lvl="4"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5pPr>
      <a:lvl6pPr marL="2286000" lvl="5"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6pPr>
      <a:lvl7pPr marL="2743200" lvl="6"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7pPr>
      <a:lvl8pPr marL="3200400" lvl="7"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8pPr>
      <a:lvl9pPr marL="3657600" lvl="8"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p:sp>
        <p:nvSpPr>
          <p:cNvPr id="5122" name="标题 5121"/>
          <p:cNvSpPr>
            <a:spLocks noGrp="1"/>
          </p:cNvSpPr>
          <p:nvPr>
            <p:ph type="title"/>
          </p:nvPr>
        </p:nvSpPr>
        <p:spPr>
          <a:xfrm>
            <a:off x="574675" y="304800"/>
            <a:ext cx="8001000" cy="1216025"/>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5123" name="文本占位符 5122"/>
          <p:cNvSpPr>
            <a:spLocks noGrp="1"/>
          </p:cNvSpPr>
          <p:nvPr>
            <p:ph type="body"/>
          </p:nvPr>
        </p:nvSpPr>
        <p:spPr>
          <a:xfrm>
            <a:off x="566738" y="1752600"/>
            <a:ext cx="8001000" cy="42672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124" name="任意多边形 5123"/>
          <p:cNvSpPr/>
          <p:nvPr/>
        </p:nvSpPr>
        <p:spPr>
          <a:xfrm>
            <a:off x="609600" y="1566863"/>
            <a:ext cx="7958138" cy="109537"/>
          </a:xfrm>
          <a:custGeom>
            <a:avLst/>
            <a:gdLst/>
            <a:ahLst/>
            <a:cxnLst>
              <a:cxn ang="0">
                <a:pos x="0" y="0"/>
              </a:cxn>
              <a:cxn ang="0">
                <a:pos x="4655511" y="0"/>
              </a:cxn>
              <a:cxn ang="0">
                <a:pos x="4655511" y="109537"/>
              </a:cxn>
              <a:cxn ang="0">
                <a:pos x="0" y="109537"/>
              </a:cxn>
              <a:cxn ang="0">
                <a:pos x="0" y="0"/>
              </a:cxn>
              <a:cxn ang="0">
                <a:pos x="7958138" y="0"/>
              </a:cxn>
            </a:cxnLst>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alpha val="100000"/>
            </a:schemeClr>
          </a:solidFill>
          <a:ln w="9525" cap="flat" cmpd="sng">
            <a:solidFill>
              <a:schemeClr val="accent2">
                <a:alpha val="100000"/>
              </a:schemeClr>
            </a:solidFill>
            <a:prstDash val="solid"/>
            <a:bevel/>
            <a:headEnd type="none" w="med" len="med"/>
            <a:tailEnd type="none" w="med" len="med"/>
          </a:ln>
        </p:spPr>
        <p:txBody>
          <a:bodyPr/>
          <a:p>
            <a:endParaRPr lang="zh-CN" altLang="en-US"/>
          </a:p>
        </p:txBody>
      </p:sp>
      <p:sp>
        <p:nvSpPr>
          <p:cNvPr id="5125" name="直接连接符 5124"/>
          <p:cNvSpPr/>
          <p:nvPr/>
        </p:nvSpPr>
        <p:spPr>
          <a:xfrm flipV="1">
            <a:off x="609600" y="6172200"/>
            <a:ext cx="7924800" cy="0"/>
          </a:xfrm>
          <a:prstGeom prst="line">
            <a:avLst/>
          </a:prstGeom>
          <a:ln w="3175" cap="flat" cmpd="sng">
            <a:solidFill>
              <a:schemeClr val="accent2"/>
            </a:solidFill>
            <a:prstDash val="solid"/>
            <a:headEnd type="none" w="med" len="med"/>
            <a:tailEnd type="none" w="med" len="med"/>
          </a:ln>
        </p:spPr>
      </p:sp>
      <p:sp>
        <p:nvSpPr>
          <p:cNvPr id="5126" name="日期占位符 5125"/>
          <p:cNvSpPr>
            <a:spLocks noGrp="1"/>
          </p:cNvSpPr>
          <p:nvPr>
            <p:ph type="dt" sz="half" idx="2"/>
          </p:nvPr>
        </p:nvSpPr>
        <p:spPr>
          <a:xfrm>
            <a:off x="609600" y="6245225"/>
            <a:ext cx="1981200" cy="476250"/>
          </a:xfrm>
          <a:prstGeom prst="rect">
            <a:avLst/>
          </a:prstGeom>
          <a:noFill/>
          <a:ln w="9525">
            <a:noFill/>
          </a:ln>
        </p:spPr>
        <p:txBody>
          <a:bodyPr/>
          <a:lstStyle>
            <a:lvl1pPr>
              <a:lnSpc>
                <a:spcPct val="100000"/>
              </a:lnSpc>
              <a:spcBef>
                <a:spcPct val="0"/>
              </a:spcBef>
              <a:defRPr sz="1200" noProof="1" dirty="0">
                <a:latin typeface="Verdana" panose="020B060403050404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B962C8B-B14F-4D97-AF65-F5344CB8AC3E}" type="datetime1">
              <a:rPr kumimoji="0" lang="zh-CN" altLang="en-US"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127" name="页脚占位符 5126"/>
          <p:cNvSpPr>
            <a:spLocks noGrp="1"/>
          </p:cNvSpPr>
          <p:nvPr>
            <p:ph type="ftr" sz="quarter" idx="3"/>
          </p:nvPr>
        </p:nvSpPr>
        <p:spPr>
          <a:xfrm>
            <a:off x="3124200" y="6245225"/>
            <a:ext cx="2895600" cy="476250"/>
          </a:xfrm>
          <a:prstGeom prst="rect">
            <a:avLst/>
          </a:prstGeom>
          <a:noFill/>
          <a:ln w="9525">
            <a:noFill/>
          </a:ln>
        </p:spPr>
        <p:txBody>
          <a:bodyPr/>
          <a:lstStyle>
            <a:lvl1pPr algn="ctr">
              <a:lnSpc>
                <a:spcPct val="100000"/>
              </a:lnSpc>
              <a:spcBef>
                <a:spcPct val="0"/>
              </a:spcBef>
              <a:defRPr sz="1200" noProof="1" dirty="0">
                <a:latin typeface="Verdana" panose="020B060403050404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128" name="灯片编号占位符 5127"/>
          <p:cNvSpPr>
            <a:spLocks noGrp="1"/>
          </p:cNvSpPr>
          <p:nvPr>
            <p:ph type="sldNum" sz="quarter" idx="4"/>
          </p:nvPr>
        </p:nvSpPr>
        <p:spPr>
          <a:xfrm>
            <a:off x="6553200" y="6245225"/>
            <a:ext cx="1981200" cy="476250"/>
          </a:xfrm>
          <a:prstGeom prst="rect">
            <a:avLst/>
          </a:prstGeom>
          <a:noFill/>
          <a:ln w="9525">
            <a:noFill/>
          </a:ln>
        </p:spPr>
        <p:txBody>
          <a:bodyPr/>
          <a:lstStyle>
            <a:lvl1pPr algn="r">
              <a:lnSpc>
                <a:spcPct val="100000"/>
              </a:lnSpc>
              <a:spcBef>
                <a:spcPct val="0"/>
              </a:spcBef>
              <a:defRPr sz="1200" noProof="1" dirty="0">
                <a:latin typeface="Verdana" panose="020B060403050404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D066310-6039-4193-B1C3-6B90750958DA}" type="slidenum">
              <a:rPr kumimoji="0" lang="zh-CN" altLang="en-US" sz="1200" b="0" i="0" u="none" strike="noStrike" kern="1200" cap="none" spc="0" normalizeH="0" baseline="0" noProof="1" dirty="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l" rtl="0" fontAlgn="base">
        <a:spcBef>
          <a:spcPct val="0"/>
        </a:spcBef>
        <a:spcAft>
          <a:spcPct val="0"/>
        </a:spcAft>
        <a:defRPr sz="3800" kern="1200">
          <a:solidFill>
            <a:schemeClr val="tx2"/>
          </a:solidFill>
          <a:latin typeface="+mj-lt"/>
          <a:ea typeface="+mj-ea"/>
          <a:cs typeface="+mj-cs"/>
        </a:defRPr>
      </a:lvl1pPr>
      <a:lvl2pPr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p:titleStyle>
    <p:bodyStyle>
      <a:lvl1pPr marL="469900" indent="-469900" algn="l" rtl="0" fontAlgn="base">
        <a:spcBef>
          <a:spcPct val="20000"/>
        </a:spcBef>
        <a:spcAft>
          <a:spcPct val="0"/>
        </a:spcAft>
        <a:buClr>
          <a:schemeClr val="accent2"/>
        </a:buClr>
        <a:buFont typeface="Wingdings" panose="05000000000000000000" pitchFamily="2" charset="2"/>
        <a:buChar char="o"/>
        <a:defRPr sz="3000" kern="1200">
          <a:solidFill>
            <a:schemeClr val="tx1"/>
          </a:solidFill>
          <a:latin typeface="+mn-lt"/>
          <a:ea typeface="+mn-ea"/>
          <a:cs typeface="+mn-cs"/>
        </a:defRPr>
      </a:lvl1pPr>
      <a:lvl2pPr marL="908050" lvl="1" indent="-436880" algn="l" rtl="0" fontAlgn="base">
        <a:spcBef>
          <a:spcPct val="20000"/>
        </a:spcBef>
        <a:spcAft>
          <a:spcPct val="0"/>
        </a:spcAft>
        <a:buClr>
          <a:schemeClr val="accent2"/>
        </a:buClr>
        <a:buFont typeface="Wingdings" panose="05000000000000000000" pitchFamily="2" charset="2"/>
        <a:buChar char="n"/>
        <a:defRPr sz="2600" kern="1200">
          <a:solidFill>
            <a:schemeClr val="tx1"/>
          </a:solidFill>
          <a:latin typeface="+mn-lt"/>
          <a:ea typeface="+mn-ea"/>
          <a:cs typeface="+mn-cs"/>
        </a:defRPr>
      </a:lvl2pPr>
      <a:lvl3pPr marL="1304925" lvl="2" indent="-395605" algn="l" rtl="0" fontAlgn="base">
        <a:spcBef>
          <a:spcPct val="20000"/>
        </a:spcBef>
        <a:spcAft>
          <a:spcPct val="0"/>
        </a:spcAft>
        <a:buClr>
          <a:schemeClr val="accent2"/>
        </a:buClr>
        <a:buFont typeface="Wingdings" panose="05000000000000000000" pitchFamily="2" charset="2"/>
        <a:buChar char="o"/>
        <a:defRPr sz="2300" kern="1200">
          <a:solidFill>
            <a:schemeClr val="tx1"/>
          </a:solidFill>
          <a:latin typeface="+mn-lt"/>
          <a:ea typeface="+mn-ea"/>
          <a:cs typeface="+mn-cs"/>
        </a:defRPr>
      </a:lvl3pPr>
      <a:lvl4pPr marL="1694180" lvl="3" indent="-387350" algn="l" rtl="0" fontAlgn="base">
        <a:spcBef>
          <a:spcPct val="20000"/>
        </a:spcBef>
        <a:spcAft>
          <a:spcPct val="0"/>
        </a:spcAft>
        <a:buClr>
          <a:schemeClr val="accent2"/>
        </a:buClr>
        <a:buFont typeface="Wingdings" panose="05000000000000000000" pitchFamily="2" charset="2"/>
        <a:buChar char="n"/>
        <a:defRPr sz="2000" kern="1200">
          <a:solidFill>
            <a:schemeClr val="tx1"/>
          </a:solidFill>
          <a:latin typeface="+mn-lt"/>
          <a:ea typeface="+mn-ea"/>
          <a:cs typeface="+mn-cs"/>
        </a:defRPr>
      </a:lvl4pPr>
      <a:lvl5pPr marL="2094230" lvl="4" indent="-398780" algn="l" rtl="0" fontAlgn="base">
        <a:spcBef>
          <a:spcPct val="25000"/>
        </a:spcBef>
        <a:spcAft>
          <a:spcPct val="0"/>
        </a:spcAft>
        <a:buClr>
          <a:schemeClr val="accent2"/>
        </a:buClr>
        <a:buFont typeface="Wingdings" panose="05000000000000000000" pitchFamily="2" charset="2"/>
        <a:buChar char="§"/>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5000"/>
        </a:spcBef>
        <a:spcAft>
          <a:spcPct val="0"/>
        </a:spcAft>
        <a:buClr>
          <a:schemeClr val="accent2"/>
        </a:buClr>
        <a:buFont typeface="Wingdings" panose="05000000000000000000" pitchFamily="2" charset="2"/>
        <a:buChar char="§"/>
        <a:defRPr sz="200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5000"/>
        </a:spcBef>
        <a:spcAft>
          <a:spcPct val="0"/>
        </a:spcAft>
        <a:buClr>
          <a:schemeClr val="accent2"/>
        </a:buClr>
        <a:buFont typeface="Wingdings" panose="05000000000000000000" pitchFamily="2" charset="2"/>
        <a:buChar char="§"/>
        <a:defRPr sz="200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5000"/>
        </a:spcBef>
        <a:spcAft>
          <a:spcPct val="0"/>
        </a:spcAft>
        <a:buClr>
          <a:schemeClr val="accent2"/>
        </a:buClr>
        <a:buFont typeface="Wingdings" panose="05000000000000000000" pitchFamily="2" charset="2"/>
        <a:buChar char="§"/>
        <a:defRPr sz="200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5000"/>
        </a:spcBef>
        <a:spcAft>
          <a:spcPct val="0"/>
        </a:spcAft>
        <a:buClr>
          <a:schemeClr val="accent2"/>
        </a:buClr>
        <a:buFont typeface="Wingdings" panose="05000000000000000000" pitchFamily="2" charset="2"/>
        <a:buChar char="§"/>
        <a:defRPr sz="2000" u="none" kern="1200" baseline="0">
          <a:solidFill>
            <a:schemeClr val="tx1"/>
          </a:solidFill>
          <a:latin typeface="+mn-lt"/>
          <a:ea typeface="+mn-ea"/>
          <a:cs typeface="+mn-cs"/>
        </a:defRPr>
      </a:lvl9pPr>
    </p:bodyStyle>
    <p:otherStyle>
      <a:lvl1pPr marL="0" lvl="0" indent="0" algn="l" defTabSz="914400" eaLnBrk="0" fontAlgn="base" latinLnBrk="0" hangingPunct="0">
        <a:lnSpc>
          <a:spcPct val="90000"/>
        </a:lnSpc>
        <a:spcBef>
          <a:spcPct val="50000"/>
        </a:spcBef>
        <a:spcAft>
          <a:spcPct val="0"/>
        </a:spcAft>
        <a:buFont typeface="Arial" panose="020B0604020202020204" pitchFamily="34" charset="0"/>
        <a:buNone/>
        <a:defRPr sz="2000" u="none" kern="1200" baseline="0">
          <a:solidFill>
            <a:schemeClr val="tx1"/>
          </a:solidFill>
          <a:latin typeface="+mn-lt"/>
          <a:ea typeface="+mn-ea"/>
          <a:cs typeface="+mn-cs"/>
        </a:defRPr>
      </a:lvl1pPr>
      <a:lvl2pPr marL="457200" lvl="1"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2pPr>
      <a:lvl3pPr marL="914400" lvl="2"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3pPr>
      <a:lvl4pPr marL="1371600" lvl="3"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4pPr>
      <a:lvl5pPr marL="1828800" lvl="4"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5pPr>
      <a:lvl6pPr marL="2286000" lvl="5"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6pPr>
      <a:lvl7pPr marL="2743200" lvl="6"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7pPr>
      <a:lvl8pPr marL="3200400" lvl="7"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8pPr>
      <a:lvl9pPr marL="3657600" lvl="8" indent="0" algn="l" defTabSz="914400" eaLnBrk="1" fontAlgn="base" latinLnBrk="0" hangingPunct="1">
        <a:lnSpc>
          <a:spcPct val="90000"/>
        </a:lnSpc>
        <a:spcBef>
          <a:spcPct val="50000"/>
        </a:spcBef>
        <a:spcAft>
          <a:spcPct val="0"/>
        </a:spcAft>
        <a:buFont typeface="Arial" panose="020B0604020202020204" pitchFamily="34" charset="0"/>
        <a:buNone/>
        <a:defRPr sz="2000" u="none" kern="1200" baseline="0">
          <a:solidFill>
            <a:schemeClr val="tx1"/>
          </a:solidFill>
          <a:latin typeface="宋体" panose="02010600030101010101" pitchFamily="2" charset="-122"/>
          <a:ea typeface="Beijing" charset="-122"/>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51.xml"/><Relationship Id="rId2" Type="http://schemas.openxmlformats.org/officeDocument/2006/relationships/image" Target="../media/image7.wmf"/><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51.xml"/><Relationship Id="rId2" Type="http://schemas.openxmlformats.org/officeDocument/2006/relationships/image" Target="../media/image9.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51.xml"/><Relationship Id="rId2" Type="http://schemas.openxmlformats.org/officeDocument/2006/relationships/image" Target="../media/image9.png"/><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51.xml"/><Relationship Id="rId2" Type="http://schemas.openxmlformats.org/officeDocument/2006/relationships/image" Target="../media/image13.jpeg"/><Relationship Id="rId1"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image" Target="../media/image15.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4"/>
          <p:cNvSpPr>
            <a:spLocks noGrp="1"/>
          </p:cNvSpPr>
          <p:nvPr>
            <p:ph type="ctrTitle" idx="4294967295"/>
          </p:nvPr>
        </p:nvSpPr>
        <p:spPr>
          <a:xfrm>
            <a:off x="1042988" y="1989138"/>
            <a:ext cx="7269162" cy="1439862"/>
          </a:xfrm>
          <a:ln/>
          <a:effectLst>
            <a:outerShdw dist="35921" dir="2699999" algn="ctr" rotWithShape="0">
              <a:schemeClr val="tx1">
                <a:alpha val="100000"/>
              </a:schemeClr>
            </a:outerShdw>
          </a:effectLst>
        </p:spPr>
        <p:txBody>
          <a:bodyPr vert="horz" wrap="square" lIns="91440" tIns="45720" rIns="91440" bIns="45720" anchor="ctr" anchorCtr="0"/>
          <a:lstStyle>
            <a:lvl1pPr lvl="0">
              <a:buClrTx/>
              <a:buSzTx/>
              <a:buFontTx/>
              <a:defRPr/>
            </a:lvl1pPr>
          </a:lstStyle>
          <a:p>
            <a:pPr lvl="0" algn="ctr" eaLnBrk="1" hangingPunct="1"/>
            <a:r>
              <a:rPr lang="zh-CN" altLang="en-US" sz="4000" dirty="0">
                <a:solidFill>
                  <a:schemeClr val="accent2"/>
                </a:solidFill>
              </a:rPr>
              <a:t>实验</a:t>
            </a:r>
            <a:r>
              <a:rPr lang="en-US" altLang="zh-CN" sz="4000" dirty="0">
                <a:solidFill>
                  <a:schemeClr val="accent2"/>
                </a:solidFill>
              </a:rPr>
              <a:t>1</a:t>
            </a:r>
            <a:r>
              <a:rPr lang="zh-CN" altLang="en-US" sz="4000" dirty="0">
                <a:solidFill>
                  <a:schemeClr val="accent2"/>
                </a:solidFill>
              </a:rPr>
              <a:t>、二层分组交换实验</a:t>
            </a:r>
            <a:br>
              <a:rPr lang="zh-CN" altLang="en-US" sz="4000" dirty="0">
                <a:solidFill>
                  <a:schemeClr val="accent2"/>
                </a:solidFill>
              </a:rPr>
            </a:br>
            <a:endParaRPr lang="zh-CN" altLang="en-US" sz="4000" dirty="0">
              <a:solidFill>
                <a:schemeClr val="accent2"/>
              </a:solidFill>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1"/>
          <p:cNvSpPr/>
          <p:nvPr/>
        </p:nvSpPr>
        <p:spPr>
          <a:xfrm>
            <a:off x="1971675" y="2525713"/>
            <a:ext cx="5695950" cy="2703512"/>
          </a:xfrm>
          <a:prstGeom prst="rect">
            <a:avLst/>
          </a:prstGeom>
          <a:noFill/>
          <a:ln w="9525">
            <a:noFill/>
          </a:ln>
        </p:spPr>
        <p:txBody>
          <a:bodyPr/>
          <a:p>
            <a:pPr marL="441325" indent="-441325" eaLnBrk="1" hangingPunct="1">
              <a:lnSpc>
                <a:spcPct val="120000"/>
              </a:lnSpc>
              <a:spcBef>
                <a:spcPct val="50000"/>
              </a:spcBef>
              <a:buClr>
                <a:srgbClr val="0087E2"/>
              </a:buClr>
              <a:buSzPct val="60000"/>
              <a:buFont typeface="Wingdings" panose="05000000000000000000" pitchFamily="2" charset="2"/>
            </a:pPr>
            <a:endParaRPr lang="zh-CN" altLang="en-US" sz="2800" dirty="0">
              <a:latin typeface="Arial" panose="020B0604020202020204" pitchFamily="34" charset="0"/>
              <a:ea typeface="黑体" panose="02010609060101010101" pitchFamily="49" charset="-122"/>
            </a:endParaRPr>
          </a:p>
        </p:txBody>
      </p:sp>
      <p:sp>
        <p:nvSpPr>
          <p:cNvPr id="10243" name="Rectangle 7"/>
          <p:cNvSpPr>
            <a:spLocks noGrp="1"/>
          </p:cNvSpPr>
          <p:nvPr>
            <p:ph type="title" idx="4294967295"/>
          </p:nvPr>
        </p:nvSpPr>
        <p:spPr>
          <a:ln/>
        </p:spPr>
        <p:txBody>
          <a:bodyPr vert="horz" wrap="square" lIns="91440" tIns="45720" rIns="91440" bIns="45720" anchor="ctr" anchorCtr="0"/>
          <a:p>
            <a:pPr eaLnBrk="1" hangingPunct="1"/>
            <a:r>
              <a:rPr lang="zh-CN" altLang="en-US" dirty="0"/>
              <a:t>实验目的</a:t>
            </a:r>
            <a:endParaRPr lang="zh-CN" altLang="en-US" dirty="0"/>
          </a:p>
        </p:txBody>
      </p:sp>
      <p:sp>
        <p:nvSpPr>
          <p:cNvPr id="10244" name="Rectangle 8"/>
          <p:cNvSpPr>
            <a:spLocks noGrp="1"/>
          </p:cNvSpPr>
          <p:nvPr>
            <p:ph type="body" idx="4294967295"/>
          </p:nvPr>
        </p:nvSpPr>
        <p:spPr>
          <a:ln/>
        </p:spPr>
        <p:txBody>
          <a:bodyPr vert="horz" wrap="square" lIns="91440" tIns="45720" rIns="91440" bIns="45720" anchor="t" anchorCtr="0"/>
          <a:p>
            <a:pPr eaLnBrk="1" hangingPunct="1">
              <a:buNone/>
            </a:pPr>
            <a:endParaRPr lang="zh-CN" altLang="en-US" dirty="0"/>
          </a:p>
          <a:p>
            <a:pPr lvl="1" eaLnBrk="1" hangingPunct="1"/>
            <a:r>
              <a:rPr lang="zh-CN" altLang="en-US" dirty="0"/>
              <a:t>了解局域网中的基本概念及基本命令</a:t>
            </a:r>
            <a:endParaRPr lang="zh-CN" altLang="en-US" dirty="0"/>
          </a:p>
          <a:p>
            <a:pPr lvl="1" eaLnBrk="1" hangingPunct="1"/>
            <a:r>
              <a:rPr lang="zh-CN" altLang="en-US" dirty="0"/>
              <a:t>了解Vlan的概念及作用</a:t>
            </a:r>
            <a:endParaRPr lang="zh-CN" altLang="en-US" dirty="0"/>
          </a:p>
          <a:p>
            <a:pPr lvl="1" eaLnBrk="1" hangingPunct="1"/>
            <a:r>
              <a:rPr lang="zh-CN" altLang="en-US" dirty="0"/>
              <a:t>了解交换机的Vlan接口类型</a:t>
            </a:r>
            <a:endParaRPr lang="zh-CN" altLang="en-US" dirty="0"/>
          </a:p>
          <a:p>
            <a:pPr lvl="1" eaLnBrk="1" hangingPunct="1"/>
            <a:r>
              <a:rPr lang="zh-CN" altLang="en-US" dirty="0"/>
              <a:t>了解Vlan标签协议802.1Q</a:t>
            </a:r>
            <a:endParaRPr lang="zh-CN" altLang="en-US" dirty="0"/>
          </a:p>
          <a:p>
            <a:pPr lvl="1" eaLnBrk="1" hangingPunct="1"/>
            <a:r>
              <a:rPr lang="zh-CN" altLang="en-US" dirty="0"/>
              <a:t>了解Vlan的实际应用</a:t>
            </a:r>
            <a:endParaRPr lang="zh-CN" altLang="en-US" dirty="0"/>
          </a:p>
          <a:p>
            <a:pPr eaLnBrk="1" hangingPunct="1"/>
            <a:endParaRPr lang="en-US" altLang="zh-CN"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标题 12289"/>
          <p:cNvSpPr>
            <a:spLocks noGrp="1"/>
          </p:cNvSpPr>
          <p:nvPr>
            <p:ph type="title"/>
          </p:nvPr>
        </p:nvSpPr>
        <p:spPr>
          <a:ln/>
        </p:spPr>
        <p:txBody>
          <a:bodyPr vert="horz" wrap="square" lIns="91440" tIns="45720" rIns="91440" bIns="45720" anchor="b" anchorCtr="0"/>
          <a:p>
            <a:pPr eaLnBrk="1" hangingPunct="1"/>
            <a:r>
              <a:rPr lang="zh-CN" altLang="en-US" dirty="0"/>
              <a:t>局域网中的基本概念</a:t>
            </a:r>
            <a:endParaRPr lang="zh-CN" altLang="en-US" dirty="0"/>
          </a:p>
        </p:txBody>
      </p:sp>
      <p:sp>
        <p:nvSpPr>
          <p:cNvPr id="12291" name="文本占位符 12290"/>
          <p:cNvSpPr>
            <a:spLocks noGrp="1"/>
          </p:cNvSpPr>
          <p:nvPr>
            <p:ph idx="1"/>
          </p:nvPr>
        </p:nvSpPr>
        <p:spPr/>
        <p:txBody>
          <a:bodyPr vert="horz" wrap="square" lIns="91440" tIns="45720" rIns="91440" bIns="45720" numCol="1" anchor="t" anchorCtr="0" compatLnSpc="1"/>
          <a:lstStyle/>
          <a:p>
            <a:pPr marL="469900" marR="0" lvl="0" indent="-469900" algn="just"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en-US" altLang="zh-CN" sz="2800" b="1" i="0" u="none" strike="noStrike" kern="1200" cap="none" spc="0" normalizeH="0" baseline="0" noProof="1">
                <a:ln>
                  <a:noFill/>
                </a:ln>
                <a:solidFill>
                  <a:schemeClr val="tx1"/>
                </a:solidFill>
                <a:effectLst/>
                <a:uLnTx/>
                <a:uFillTx/>
                <a:latin typeface="宋体" panose="02010600030101010101" pitchFamily="2" charset="-122"/>
                <a:ea typeface="+mn-ea"/>
                <a:cs typeface="+mn-cs"/>
              </a:rPr>
              <a:t>1</a:t>
            </a:r>
            <a:r>
              <a:rPr kumimoji="0" lang="zh-CN" altLang="en-US" sz="2800" b="1" i="0" u="none" strike="noStrike" kern="1200" cap="none" spc="0" normalizeH="0" baseline="0" noProof="1">
                <a:ln>
                  <a:noFill/>
                </a:ln>
                <a:solidFill>
                  <a:schemeClr val="tx1"/>
                </a:solidFill>
                <a:effectLst/>
                <a:uLnTx/>
                <a:uFillTx/>
                <a:latin typeface="宋体" panose="02010600030101010101" pitchFamily="2" charset="-122"/>
                <a:ea typeface="+mn-ea"/>
                <a:cs typeface="+mn-cs"/>
              </a:rPr>
              <a:t>、</a:t>
            </a:r>
            <a:r>
              <a:rPr kumimoji="0" lang="en-US" altLang="zh-CN" sz="2800" b="1" i="0" u="none" strike="noStrike" kern="1200" cap="none" spc="0" normalizeH="0" baseline="0" noProof="1">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800" b="1" i="0" u="none" strike="noStrike" kern="1200" cap="none" spc="0" normalizeH="0" baseline="0" noProof="1">
                <a:ln>
                  <a:noFill/>
                </a:ln>
                <a:solidFill>
                  <a:schemeClr val="tx1"/>
                </a:solidFill>
                <a:effectLst/>
                <a:uLnTx/>
                <a:uFillTx/>
                <a:latin typeface="宋体" panose="02010600030101010101" pitchFamily="2" charset="-122"/>
                <a:ea typeface="+mn-ea"/>
                <a:cs typeface="+mn-cs"/>
              </a:rPr>
              <a:t>局域网的拓扑结构</a:t>
            </a:r>
            <a:endParaRPr kumimoji="0" lang="zh-CN" altLang="en-US" sz="2800" b="1" i="0" u="none" strike="noStrike" kern="1200" cap="none" spc="0" normalizeH="0" baseline="0" noProof="1">
              <a:ln>
                <a:noFill/>
              </a:ln>
              <a:solidFill>
                <a:schemeClr val="tx1"/>
              </a:solidFill>
              <a:effectLst/>
              <a:uLnTx/>
              <a:uFillTx/>
              <a:latin typeface="宋体" panose="02010600030101010101" pitchFamily="2" charset="-122"/>
              <a:ea typeface="+mn-ea"/>
              <a:cs typeface="+mn-cs"/>
            </a:endParaRPr>
          </a:p>
          <a:p>
            <a:pPr marL="469900" marR="0" lvl="0" indent="-469900" algn="just"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32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   </a:t>
            </a:r>
            <a:r>
              <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局域网常用的拓扑结构有</a:t>
            </a:r>
            <a:r>
              <a:rPr kumimoji="0" lang="zh-CN" altLang="en-US" sz="2400" b="1" i="0" u="none" strike="noStrike" kern="1200" cap="none" spc="0" normalizeH="0" baseline="0" noProof="1">
                <a:ln>
                  <a:noFill/>
                </a:ln>
                <a:solidFill>
                  <a:schemeClr val="hlink"/>
                </a:solidFill>
                <a:effectLst>
                  <a:outerShdw blurRad="38100" dist="38100" dir="2700000">
                    <a:srgbClr val="000000"/>
                  </a:outerShdw>
                </a:effectLst>
                <a:uLnTx/>
                <a:uFillTx/>
                <a:latin typeface="宋体" panose="02010600030101010101" pitchFamily="2" charset="-122"/>
                <a:ea typeface="+mn-ea"/>
                <a:cs typeface="+mn-cs"/>
              </a:rPr>
              <a:t>星形网</a:t>
            </a:r>
            <a:r>
              <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a:t>
            </a:r>
            <a:r>
              <a:rPr kumimoji="0" lang="zh-CN" altLang="en-US" sz="2400" b="1" i="0" u="none" strike="noStrike" kern="1200" cap="none" spc="0" normalizeH="0" baseline="0" noProof="1">
                <a:ln>
                  <a:noFill/>
                </a:ln>
                <a:solidFill>
                  <a:schemeClr val="hlink"/>
                </a:solidFill>
                <a:effectLst>
                  <a:outerShdw blurRad="38100" dist="38100" dir="2700000">
                    <a:srgbClr val="000000"/>
                  </a:outerShdw>
                </a:effectLst>
                <a:uLnTx/>
                <a:uFillTx/>
                <a:latin typeface="宋体" panose="02010600030101010101" pitchFamily="2" charset="-122"/>
                <a:ea typeface="+mn-ea"/>
                <a:cs typeface="+mn-cs"/>
              </a:rPr>
              <a:t>环形网</a:t>
            </a:r>
            <a:r>
              <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a:t>
            </a:r>
            <a:r>
              <a:rPr kumimoji="0" lang="zh-CN" altLang="en-US" sz="2400" b="1" i="0" u="none" strike="noStrike" kern="1200" cap="none" spc="0" normalizeH="0" baseline="0" noProof="1">
                <a:ln>
                  <a:noFill/>
                </a:ln>
                <a:solidFill>
                  <a:schemeClr val="hlink"/>
                </a:solidFill>
                <a:effectLst>
                  <a:outerShdw blurRad="38100" dist="38100" dir="2700000">
                    <a:srgbClr val="000000"/>
                  </a:outerShdw>
                </a:effectLst>
                <a:uLnTx/>
                <a:uFillTx/>
                <a:latin typeface="宋体" panose="02010600030101010101" pitchFamily="2" charset="-122"/>
                <a:ea typeface="+mn-ea"/>
                <a:cs typeface="+mn-cs"/>
              </a:rPr>
              <a:t>总线网和数形网</a:t>
            </a:r>
            <a:r>
              <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a:t>
            </a:r>
            <a:endPar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endParaRPr>
          </a:p>
          <a:p>
            <a:pPr marL="469900" marR="0" lvl="0" indent="-469900" algn="just"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en-US" altLang="zh-CN" sz="2800" b="1" i="0" u="none" strike="noStrike" kern="1200" cap="none" spc="0" normalizeH="0" baseline="0" noProof="1">
                <a:ln>
                  <a:noFill/>
                </a:ln>
                <a:solidFill>
                  <a:schemeClr val="tx1"/>
                </a:solidFill>
                <a:effectLst/>
                <a:uLnTx/>
                <a:uFillTx/>
                <a:latin typeface="宋体" panose="02010600030101010101" pitchFamily="2" charset="-122"/>
                <a:ea typeface="+mn-ea"/>
                <a:cs typeface="+mn-cs"/>
              </a:rPr>
              <a:t>2</a:t>
            </a:r>
            <a:r>
              <a:rPr kumimoji="0" lang="zh-CN" altLang="en-US" sz="2800" b="1" i="0" u="none" strike="noStrike" kern="1200" cap="none" spc="0" normalizeH="0" baseline="0" noProof="1">
                <a:ln>
                  <a:noFill/>
                </a:ln>
                <a:solidFill>
                  <a:schemeClr val="tx1"/>
                </a:solidFill>
                <a:effectLst/>
                <a:uLnTx/>
                <a:uFillTx/>
                <a:latin typeface="宋体" panose="02010600030101010101" pitchFamily="2" charset="-122"/>
                <a:ea typeface="+mn-ea"/>
                <a:cs typeface="+mn-cs"/>
              </a:rPr>
              <a:t>、</a:t>
            </a:r>
            <a:r>
              <a:rPr kumimoji="0" lang="en-US" altLang="zh-CN" sz="2800" b="1" i="0" u="none" strike="noStrike" kern="1200" cap="none" spc="0" normalizeH="0" baseline="0" noProof="1">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800" b="1" i="0" u="none" strike="noStrike" kern="1200" cap="none" spc="0" normalizeH="0" baseline="0" noProof="1">
                <a:ln>
                  <a:noFill/>
                </a:ln>
                <a:solidFill>
                  <a:schemeClr val="tx1"/>
                </a:solidFill>
                <a:effectLst/>
                <a:uLnTx/>
                <a:uFillTx/>
                <a:latin typeface="宋体" panose="02010600030101010101" pitchFamily="2" charset="-122"/>
                <a:ea typeface="+mn-ea"/>
                <a:cs typeface="+mn-cs"/>
              </a:rPr>
              <a:t>局域网中常用的传输媒质</a:t>
            </a:r>
            <a:endParaRPr kumimoji="0" lang="zh-CN" altLang="en-US" sz="2800" b="1" i="0" u="none" strike="noStrike" kern="1200" cap="none" spc="0" normalizeH="0" baseline="0" noProof="1">
              <a:ln>
                <a:noFill/>
              </a:ln>
              <a:solidFill>
                <a:schemeClr val="tx1"/>
              </a:solidFill>
              <a:effectLst/>
              <a:uLnTx/>
              <a:uFillTx/>
              <a:latin typeface="宋体" panose="02010600030101010101" pitchFamily="2" charset="-122"/>
              <a:ea typeface="+mn-ea"/>
              <a:cs typeface="+mn-cs"/>
            </a:endParaRPr>
          </a:p>
          <a:p>
            <a:pPr marL="469900" marR="0" lvl="0" indent="-469900" algn="just"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32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   </a:t>
            </a:r>
            <a:r>
              <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局域网中常用的传输媒质有</a:t>
            </a:r>
            <a:r>
              <a:rPr kumimoji="0" lang="zh-CN" altLang="en-US" sz="2400" b="1" i="0" u="none" strike="noStrike" kern="1200" cap="none" spc="0" normalizeH="0" baseline="0" noProof="1">
                <a:ln>
                  <a:noFill/>
                </a:ln>
                <a:solidFill>
                  <a:schemeClr val="hlink"/>
                </a:solidFill>
                <a:effectLst>
                  <a:outerShdw blurRad="38100" dist="38100" dir="2700000">
                    <a:srgbClr val="000000"/>
                  </a:outerShdw>
                </a:effectLst>
                <a:uLnTx/>
                <a:uFillTx/>
                <a:latin typeface="宋体" panose="02010600030101010101" pitchFamily="2" charset="-122"/>
                <a:ea typeface="+mn-ea"/>
                <a:cs typeface="+mn-cs"/>
              </a:rPr>
              <a:t>双绞线、同轴电缆、光纤和无线信道</a:t>
            </a:r>
            <a:r>
              <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a:t>
            </a:r>
            <a:endPar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endParaRPr>
          </a:p>
          <a:p>
            <a:pPr marL="469900" marR="0" lvl="0" indent="-469900" algn="just"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    无论用何种媒质，局域网对信道的占用分为</a:t>
            </a:r>
            <a:r>
              <a:rPr kumimoji="0" lang="zh-CN" altLang="en-US" sz="2400" b="1" i="0" u="none" strike="noStrike" kern="1200" cap="none" spc="0" normalizeH="0" baseline="0" noProof="1">
                <a:ln>
                  <a:noFill/>
                </a:ln>
                <a:solidFill>
                  <a:schemeClr val="hlink"/>
                </a:solidFill>
                <a:effectLst>
                  <a:outerShdw blurRad="38100" dist="38100" dir="2700000">
                    <a:srgbClr val="000000"/>
                  </a:outerShdw>
                </a:effectLst>
                <a:uLnTx/>
                <a:uFillTx/>
                <a:latin typeface="宋体" panose="02010600030101010101" pitchFamily="2" charset="-122"/>
                <a:ea typeface="+mn-ea"/>
                <a:cs typeface="+mn-cs"/>
              </a:rPr>
              <a:t>共享信道和独占信道</a:t>
            </a:r>
            <a:r>
              <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来完成的。</a:t>
            </a:r>
            <a:endPar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endParaRPr>
          </a:p>
          <a:p>
            <a:pPr marL="469900" marR="0" lvl="0" indent="-469900" algn="just"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    </a:t>
            </a:r>
            <a:r>
              <a:rPr kumimoji="0" lang="zh-CN" altLang="en-US" sz="2400" b="1" i="0" u="none" strike="noStrike" kern="1200" cap="none" spc="0" normalizeH="0" baseline="0" noProof="1">
                <a:ln>
                  <a:noFill/>
                </a:ln>
                <a:solidFill>
                  <a:schemeClr val="hlink"/>
                </a:solidFill>
                <a:effectLst>
                  <a:outerShdw blurRad="38100" dist="38100" dir="2700000">
                    <a:srgbClr val="000000"/>
                  </a:outerShdw>
                </a:effectLst>
                <a:uLnTx/>
                <a:uFillTx/>
                <a:latin typeface="宋体" panose="02010600030101010101" pitchFamily="2" charset="-122"/>
                <a:ea typeface="+mn-ea"/>
                <a:cs typeface="+mn-cs"/>
              </a:rPr>
              <a:t>共享信道  </a:t>
            </a:r>
            <a:r>
              <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带宽的分配主要采用的是</a:t>
            </a:r>
            <a:r>
              <a:rPr kumimoji="0" lang="zh-CN" altLang="en-US" sz="2400" b="1" i="0" u="none" strike="noStrike" kern="1200" cap="none" spc="0" normalizeH="0" baseline="0" noProof="1">
                <a:ln>
                  <a:noFill/>
                </a:ln>
                <a:solidFill>
                  <a:schemeClr val="hlink"/>
                </a:solidFill>
                <a:effectLst>
                  <a:outerShdw blurRad="38100" dist="38100" dir="2700000">
                    <a:srgbClr val="000000"/>
                  </a:outerShdw>
                </a:effectLst>
                <a:uLnTx/>
                <a:uFillTx/>
                <a:latin typeface="宋体" panose="02010600030101010101" pitchFamily="2" charset="-122"/>
                <a:ea typeface="+mn-ea"/>
                <a:cs typeface="+mn-cs"/>
              </a:rPr>
              <a:t>动态分配</a:t>
            </a:r>
            <a:r>
              <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a:t>
            </a:r>
            <a:endPar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endParaRPr>
          </a:p>
          <a:p>
            <a:pPr marL="469900" marR="0" lvl="0" indent="-469900" algn="just"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    </a:t>
            </a:r>
            <a:r>
              <a:rPr kumimoji="0" lang="zh-CN" altLang="en-US" sz="2400" b="1" i="0" u="none" strike="noStrike" kern="1200" cap="none" spc="0" normalizeH="0" baseline="0" noProof="1">
                <a:ln>
                  <a:noFill/>
                </a:ln>
                <a:solidFill>
                  <a:schemeClr val="hlink"/>
                </a:solidFill>
                <a:effectLst/>
                <a:uLnTx/>
                <a:uFillTx/>
                <a:latin typeface="宋体" panose="02010600030101010101" pitchFamily="2" charset="-122"/>
                <a:ea typeface="+mn-ea"/>
                <a:cs typeface="+mn-cs"/>
              </a:rPr>
              <a:t>独占信道</a:t>
            </a:r>
            <a:r>
              <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  带宽的分配通过划分</a:t>
            </a:r>
            <a:r>
              <a:rPr kumimoji="0" lang="en-US" altLang="zh-CN" sz="2400" b="1" i="0" u="none" strike="noStrike" kern="1200" cap="none" spc="0" normalizeH="0" baseline="0" noProof="1">
                <a:ln>
                  <a:noFill/>
                </a:ln>
                <a:solidFill>
                  <a:schemeClr val="hlink"/>
                </a:solidFill>
                <a:effectLst/>
                <a:uLnTx/>
                <a:uFillTx/>
                <a:latin typeface="宋体" panose="02010600030101010101" pitchFamily="2" charset="-122"/>
                <a:ea typeface="+mn-ea"/>
                <a:cs typeface="+mn-cs"/>
              </a:rPr>
              <a:t>VLAN</a:t>
            </a:r>
            <a:r>
              <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实现。</a:t>
            </a:r>
            <a:endPar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标题 13313"/>
          <p:cNvSpPr>
            <a:spLocks noGrp="1"/>
          </p:cNvSpPr>
          <p:nvPr>
            <p:ph type="title"/>
          </p:nvPr>
        </p:nvSpPr>
        <p:spPr>
          <a:ln/>
        </p:spPr>
        <p:txBody>
          <a:bodyPr vert="horz" wrap="square" lIns="91440" tIns="45720" rIns="91440" bIns="45720" anchor="b" anchorCtr="0"/>
          <a:p>
            <a:pPr eaLnBrk="1" hangingPunct="1"/>
            <a:r>
              <a:rPr lang="zh-CN" altLang="en-US" dirty="0"/>
              <a:t>局域网中的基本概念</a:t>
            </a:r>
            <a:endParaRPr lang="zh-CN" altLang="en-US" dirty="0"/>
          </a:p>
        </p:txBody>
      </p:sp>
      <p:sp>
        <p:nvSpPr>
          <p:cNvPr id="13315" name="文本占位符 13314"/>
          <p:cNvSpPr>
            <a:spLocks noGrp="1"/>
          </p:cNvSpPr>
          <p:nvPr>
            <p:ph idx="1"/>
          </p:nvPr>
        </p:nvSpPr>
        <p:spPr/>
        <p:txBody>
          <a:bodyPr vert="horz" wrap="square" lIns="91440" tIns="45720" rIns="91440" bIns="45720" numCol="1" anchor="t" anchorCtr="0" compatLnSpc="1"/>
          <a:lstStyle/>
          <a:p>
            <a:pPr marL="469900" marR="0" lvl="0" indent="-469900" algn="just"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en-US" altLang="zh-CN" sz="2400" b="1" i="0" u="none" strike="noStrike" kern="1200" cap="none" spc="0" normalizeH="0" baseline="0" noProof="1">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zh-CN" altLang="en-US" sz="2400" b="1" i="0" u="none" strike="noStrike" kern="1200" cap="none" spc="0" normalizeH="0" baseline="0" noProof="1">
                <a:ln>
                  <a:noFill/>
                </a:ln>
                <a:solidFill>
                  <a:schemeClr val="tx1"/>
                </a:solidFill>
                <a:effectLst/>
                <a:uLnTx/>
                <a:uFillTx/>
                <a:latin typeface="Times New Roman" panose="02020603050405020304" pitchFamily="18" charset="0"/>
                <a:ea typeface="+mn-ea"/>
                <a:cs typeface="+mn-cs"/>
              </a:rPr>
              <a:t>、</a:t>
            </a:r>
            <a:r>
              <a:rPr kumimoji="0" lang="zh-CN" altLang="en-US" sz="2400" b="1" i="0" u="none" strike="noStrike" kern="1200" cap="none" spc="0" normalizeH="0" baseline="0" noProof="1">
                <a:ln>
                  <a:noFill/>
                </a:ln>
                <a:solidFill>
                  <a:schemeClr val="tx1"/>
                </a:solidFill>
                <a:effectLst/>
                <a:uLnTx/>
                <a:uFillTx/>
                <a:latin typeface="Times New Roman" panose="02020603050405020304" pitchFamily="18" charset="0"/>
                <a:ea typeface="+mn-ea"/>
                <a:cs typeface="Times New Roman" panose="02020603050405020304" pitchFamily="18" charset="0"/>
              </a:rPr>
              <a:t> 共享</a:t>
            </a:r>
            <a:r>
              <a:rPr kumimoji="0" lang="zh-CN" altLang="en-US" sz="2400" b="1" i="0" u="none" strike="noStrike" kern="1200" cap="none" spc="0" normalizeH="0" baseline="0" noProof="1">
                <a:ln>
                  <a:noFill/>
                </a:ln>
                <a:solidFill>
                  <a:schemeClr val="tx1"/>
                </a:solidFill>
                <a:effectLst/>
                <a:uLnTx/>
                <a:uFillTx/>
                <a:latin typeface="宋体" panose="02010600030101010101" pitchFamily="2" charset="-122"/>
                <a:ea typeface="+mn-ea"/>
                <a:cs typeface="+mn-cs"/>
              </a:rPr>
              <a:t>信道的接入技术</a:t>
            </a:r>
            <a:endParaRPr kumimoji="0" lang="zh-CN" altLang="en-US" sz="2400" b="0" i="0" u="none" strike="noStrike" kern="1200" cap="none" spc="0" normalizeH="0" baseline="0" noProof="1">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69900" marR="0" lvl="0" indent="-469900" algn="just"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400" b="1" i="0" u="none" strike="noStrike" kern="1200" cap="none" spc="0" normalizeH="0" baseline="0" noProof="1">
                <a:ln>
                  <a:noFill/>
                </a:ln>
                <a:solidFill>
                  <a:schemeClr val="tx1"/>
                </a:solidFill>
                <a:effectLst/>
                <a:uLnTx/>
                <a:uFillTx/>
                <a:latin typeface="Times New Roman" panose="02020603050405020304" pitchFamily="18" charset="0"/>
                <a:ea typeface="+mn-ea"/>
                <a:cs typeface="Times New Roman" panose="02020603050405020304" pitchFamily="18" charset="0"/>
              </a:rPr>
              <a:t>共享</a:t>
            </a:r>
            <a:r>
              <a:rPr kumimoji="0" lang="zh-CN" altLang="en-US" sz="2400" b="1" i="0" u="none" strike="noStrike" kern="1200" cap="none" spc="0" normalizeH="0" baseline="0" noProof="1">
                <a:ln>
                  <a:noFill/>
                </a:ln>
                <a:solidFill>
                  <a:schemeClr val="tx1"/>
                </a:solidFill>
                <a:effectLst/>
                <a:uLnTx/>
                <a:uFillTx/>
                <a:latin typeface="宋体" panose="02010600030101010101" pitchFamily="2" charset="-122"/>
                <a:ea typeface="+mn-ea"/>
                <a:cs typeface="+mn-cs"/>
              </a:rPr>
              <a:t>信道的 </a:t>
            </a:r>
            <a:r>
              <a:rPr kumimoji="0" lang="zh-CN" altLang="en-US" sz="20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接入技术主要分为两类</a:t>
            </a:r>
            <a:r>
              <a:rPr kumimoji="0" lang="en-US" altLang="zh-CN" sz="20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a:t>
            </a:r>
            <a:r>
              <a:rPr kumimoji="0" lang="zh-CN" altLang="en-US" sz="2000" b="1" i="0" u="none" strike="noStrike" kern="1200" cap="none" spc="0" normalizeH="0" baseline="0" noProof="1">
                <a:ln>
                  <a:noFill/>
                </a:ln>
                <a:solidFill>
                  <a:schemeClr val="hlink"/>
                </a:solidFill>
                <a:effectLst>
                  <a:outerShdw blurRad="38100" dist="38100" dir="2700000">
                    <a:srgbClr val="000000"/>
                  </a:outerShdw>
                </a:effectLst>
                <a:uLnTx/>
                <a:uFillTx/>
                <a:latin typeface="宋体" panose="02010600030101010101" pitchFamily="2" charset="-122"/>
                <a:ea typeface="+mn-ea"/>
                <a:cs typeface="+mn-cs"/>
              </a:rPr>
              <a:t>随机接入和受控接入</a:t>
            </a:r>
            <a:endParaRPr kumimoji="0" lang="zh-CN" altLang="en-US" sz="2000" b="1" i="0" u="none" strike="noStrike" kern="1200" cap="none" spc="0" normalizeH="0" baseline="0" noProof="1">
              <a:ln>
                <a:noFill/>
              </a:ln>
              <a:solidFill>
                <a:schemeClr val="hlink"/>
              </a:solidFill>
              <a:effectLst>
                <a:outerShdw blurRad="38100" dist="38100" dir="2700000">
                  <a:srgbClr val="000000"/>
                </a:outerShdw>
              </a:effectLst>
              <a:uLnTx/>
              <a:uFillTx/>
              <a:latin typeface="宋体" panose="02010600030101010101" pitchFamily="2" charset="-122"/>
              <a:ea typeface="+mn-ea"/>
              <a:cs typeface="+mn-cs"/>
            </a:endParaRPr>
          </a:p>
          <a:p>
            <a:pPr marL="469900" marR="0" lvl="0" indent="-469900" algn="just"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0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   </a:t>
            </a:r>
            <a:r>
              <a:rPr kumimoji="0" lang="zh-CN" altLang="en-US" sz="2000" b="1" i="0" u="none" strike="noStrike" kern="1200" cap="none" spc="0" normalizeH="0" baseline="0" noProof="1">
                <a:ln>
                  <a:noFill/>
                </a:ln>
                <a:solidFill>
                  <a:schemeClr val="hlink"/>
                </a:solidFill>
                <a:effectLst>
                  <a:outerShdw blurRad="38100" dist="38100" dir="2700000">
                    <a:srgbClr val="000000"/>
                  </a:outerShdw>
                </a:effectLst>
                <a:uLnTx/>
                <a:uFillTx/>
                <a:latin typeface="宋体" panose="02010600030101010101" pitchFamily="2" charset="-122"/>
                <a:ea typeface="+mn-ea"/>
                <a:cs typeface="+mn-cs"/>
              </a:rPr>
              <a:t>受控接入</a:t>
            </a:r>
            <a:r>
              <a:rPr kumimoji="0" lang="zh-CN" altLang="en-US" sz="20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又分为两大类：</a:t>
            </a:r>
            <a:r>
              <a:rPr kumimoji="0" lang="zh-CN" altLang="en-US" sz="2000" b="1" i="0" u="none" strike="noStrike" kern="1200" cap="none" spc="0" normalizeH="0" baseline="0" noProof="1">
                <a:ln>
                  <a:noFill/>
                </a:ln>
                <a:solidFill>
                  <a:schemeClr val="folHlink"/>
                </a:solidFill>
                <a:effectLst>
                  <a:outerShdw blurRad="38100" dist="38100" dir="2700000">
                    <a:srgbClr val="000000"/>
                  </a:outerShdw>
                </a:effectLst>
                <a:uLnTx/>
                <a:uFillTx/>
                <a:latin typeface="宋体" panose="02010600030101010101" pitchFamily="2" charset="-122"/>
                <a:ea typeface="+mn-ea"/>
                <a:cs typeface="+mn-cs"/>
              </a:rPr>
              <a:t>集中控制和分散控制</a:t>
            </a:r>
            <a:r>
              <a:rPr kumimoji="0" lang="zh-CN" altLang="en-US" sz="20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a:t>
            </a:r>
            <a:endParaRPr kumimoji="0" lang="zh-CN" altLang="en-US" sz="2000" b="0" i="0" u="none" strike="noStrike" kern="1200" cap="none" spc="0" normalizeH="0" baseline="0" noProof="1">
              <a:ln>
                <a:noFill/>
              </a:ln>
              <a:solidFill>
                <a:schemeClr val="tx1"/>
              </a:solidFill>
              <a:effectLst/>
              <a:uLnTx/>
              <a:uFillTx/>
              <a:latin typeface="宋体" panose="02010600030101010101" pitchFamily="2" charset="-122"/>
              <a:ea typeface="+mn-ea"/>
              <a:cs typeface="+mn-cs"/>
            </a:endParaRPr>
          </a:p>
          <a:p>
            <a:pPr marL="469900" marR="0" lvl="0" indent="-469900" algn="just"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0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   </a:t>
            </a:r>
            <a:r>
              <a:rPr kumimoji="0" lang="zh-CN" altLang="en-US" sz="2000" b="1" i="0" u="none" strike="noStrike" kern="1200" cap="none" spc="0" normalizeH="0" baseline="0" noProof="1">
                <a:ln>
                  <a:noFill/>
                </a:ln>
                <a:solidFill>
                  <a:schemeClr val="folHlink"/>
                </a:solidFill>
                <a:effectLst>
                  <a:outerShdw blurRad="38100" dist="38100" dir="2700000">
                    <a:srgbClr val="000000"/>
                  </a:outerShdw>
                </a:effectLst>
                <a:uLnTx/>
                <a:uFillTx/>
                <a:latin typeface="宋体" panose="02010600030101010101" pitchFamily="2" charset="-122"/>
                <a:ea typeface="+mn-ea"/>
                <a:cs typeface="+mn-cs"/>
              </a:rPr>
              <a:t>集中控制</a:t>
            </a:r>
            <a:r>
              <a:rPr kumimoji="0" lang="zh-CN" altLang="en-US" sz="20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用到的主要技术为</a:t>
            </a:r>
            <a:r>
              <a:rPr kumimoji="0" lang="zh-CN" altLang="en-US" sz="2000" b="1" i="0" u="none" strike="noStrike" kern="1200" cap="none" spc="0" normalizeH="0" baseline="0" noProof="1">
                <a:ln>
                  <a:noFill/>
                </a:ln>
                <a:solidFill>
                  <a:schemeClr val="tx1"/>
                </a:solidFill>
                <a:effectLst>
                  <a:outerShdw blurRad="38100" dist="38100" dir="2700000">
                    <a:srgbClr val="FFFFFF"/>
                  </a:outerShdw>
                </a:effectLst>
                <a:uLnTx/>
                <a:uFillTx/>
                <a:latin typeface="宋体" panose="02010600030101010101" pitchFamily="2" charset="-122"/>
                <a:ea typeface="+mn-ea"/>
                <a:cs typeface="+mn-cs"/>
              </a:rPr>
              <a:t>轮询方式</a:t>
            </a:r>
            <a:r>
              <a:rPr kumimoji="0" lang="zh-CN" altLang="en-US" sz="20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a:t>
            </a:r>
            <a:r>
              <a:rPr kumimoji="0" lang="zh-CN" altLang="en-US" sz="2000" b="1" i="0" u="none" strike="noStrike" kern="1200" cap="none" spc="0" normalizeH="0" baseline="0" noProof="1">
                <a:ln>
                  <a:noFill/>
                </a:ln>
                <a:solidFill>
                  <a:schemeClr val="folHlink"/>
                </a:solidFill>
                <a:effectLst>
                  <a:outerShdw blurRad="38100" dist="38100" dir="2700000">
                    <a:srgbClr val="000000"/>
                  </a:outerShdw>
                </a:effectLst>
                <a:uLnTx/>
                <a:uFillTx/>
                <a:latin typeface="宋体" panose="02010600030101010101" pitchFamily="2" charset="-122"/>
                <a:ea typeface="+mn-ea"/>
                <a:cs typeface="+mn-cs"/>
              </a:rPr>
              <a:t>分散控制</a:t>
            </a:r>
            <a:r>
              <a:rPr kumimoji="0" lang="zh-CN" altLang="en-US" sz="20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用到的主要技术为</a:t>
            </a:r>
            <a:r>
              <a:rPr kumimoji="0" lang="zh-CN" altLang="en-US" sz="2000" b="1" i="0" u="none" strike="noStrike" kern="1200" cap="none" spc="0" normalizeH="0" baseline="0" noProof="1">
                <a:ln>
                  <a:noFill/>
                </a:ln>
                <a:solidFill>
                  <a:schemeClr val="tx1"/>
                </a:solidFill>
                <a:effectLst>
                  <a:outerShdw blurRad="38100" dist="38100" dir="2700000">
                    <a:srgbClr val="FFFFFF"/>
                  </a:outerShdw>
                </a:effectLst>
                <a:uLnTx/>
                <a:uFillTx/>
                <a:latin typeface="宋体" panose="02010600030101010101" pitchFamily="2" charset="-122"/>
                <a:ea typeface="+mn-ea"/>
                <a:cs typeface="+mn-cs"/>
              </a:rPr>
              <a:t>令牌方式</a:t>
            </a:r>
            <a:r>
              <a:rPr kumimoji="0" lang="zh-CN" altLang="en-US" sz="20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a:t>
            </a:r>
            <a:endParaRPr kumimoji="0" lang="zh-CN" altLang="en-US" sz="2000" b="0" i="0" u="none" strike="noStrike" kern="1200" cap="none" spc="0" normalizeH="0" baseline="0" noProof="1">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69900" marR="0" lvl="0" indent="-469900" algn="just"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0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   </a:t>
            </a:r>
            <a:r>
              <a:rPr kumimoji="0" lang="zh-CN" altLang="en-US" sz="2000" b="1" i="0" u="none" strike="noStrike" kern="1200" cap="none" spc="0" normalizeH="0" baseline="0" noProof="1">
                <a:ln>
                  <a:noFill/>
                </a:ln>
                <a:solidFill>
                  <a:schemeClr val="folHlink"/>
                </a:solidFill>
                <a:effectLst>
                  <a:outerShdw blurRad="38100" dist="38100" dir="2700000">
                    <a:srgbClr val="000000"/>
                  </a:outerShdw>
                </a:effectLst>
                <a:uLnTx/>
                <a:uFillTx/>
                <a:latin typeface="宋体" panose="02010600030101010101" pitchFamily="2" charset="-122"/>
                <a:ea typeface="+mn-ea"/>
                <a:cs typeface="+mn-cs"/>
              </a:rPr>
              <a:t>随机接入</a:t>
            </a:r>
            <a:r>
              <a:rPr kumimoji="0" lang="zh-CN" altLang="en-US" sz="20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又分为两大类：</a:t>
            </a:r>
            <a:r>
              <a:rPr kumimoji="0" lang="zh-CN" altLang="en-US" sz="2000" b="1" i="0" u="none" strike="noStrike" kern="1200" cap="none" spc="0" normalizeH="0" baseline="0" noProof="1">
                <a:ln>
                  <a:noFill/>
                </a:ln>
                <a:solidFill>
                  <a:schemeClr val="tx1"/>
                </a:solidFill>
                <a:effectLst>
                  <a:outerShdw blurRad="38100" dist="38100" dir="2700000">
                    <a:srgbClr val="FFFFFF"/>
                  </a:outerShdw>
                </a:effectLst>
                <a:uLnTx/>
                <a:uFillTx/>
                <a:latin typeface="宋体" panose="02010600030101010101" pitchFamily="2" charset="-122"/>
                <a:ea typeface="+mn-ea"/>
                <a:cs typeface="+mn-cs"/>
              </a:rPr>
              <a:t>载波监听多址接入和</a:t>
            </a:r>
            <a:r>
              <a:rPr kumimoji="0" lang="en-US" altLang="zh-CN" sz="2000" b="1" i="0" u="none" strike="noStrike" kern="1200" cap="none" spc="0" normalizeH="0" baseline="0" noProof="1">
                <a:ln>
                  <a:noFill/>
                </a:ln>
                <a:solidFill>
                  <a:schemeClr val="tx1"/>
                </a:solidFill>
                <a:effectLst>
                  <a:outerShdw blurRad="38100" dist="38100" dir="2700000">
                    <a:srgbClr val="FFFFFF"/>
                  </a:outerShdw>
                </a:effectLst>
                <a:uLnTx/>
                <a:uFillTx/>
                <a:latin typeface="宋体" panose="02010600030101010101" pitchFamily="2" charset="-122"/>
                <a:ea typeface="+mn-ea"/>
                <a:cs typeface="+mn-cs"/>
              </a:rPr>
              <a:t>ALOHA</a:t>
            </a:r>
            <a:r>
              <a:rPr kumimoji="0" lang="zh-CN" altLang="en-US" sz="20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a:t>
            </a:r>
            <a:endParaRPr kumimoji="0" lang="zh-CN" altLang="en-US" sz="2000" b="0" i="0" u="none" strike="noStrike" kern="1200" cap="none" spc="0" normalizeH="0" baseline="0" noProof="1">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69900" marR="0" lvl="0" indent="-469900" algn="just"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en-US" altLang="zh-CN" sz="2400" b="1" i="0" u="none" strike="noStrike" kern="1200" cap="none" spc="0" normalizeH="0" baseline="0" noProof="1">
                <a:ln>
                  <a:noFill/>
                </a:ln>
                <a:solidFill>
                  <a:schemeClr val="tx1"/>
                </a:solidFill>
                <a:effectLst/>
                <a:uLnTx/>
                <a:uFillTx/>
                <a:latin typeface="宋体" panose="02010600030101010101" pitchFamily="2" charset="-122"/>
                <a:ea typeface="+mn-ea"/>
                <a:cs typeface="+mn-cs"/>
              </a:rPr>
              <a:t>4</a:t>
            </a:r>
            <a:r>
              <a:rPr kumimoji="0" lang="zh-CN" altLang="en-US" sz="2400" b="1" i="0" u="none" strike="noStrike" kern="1200" cap="none" spc="0" normalizeH="0" baseline="0" noProof="1">
                <a:ln>
                  <a:noFill/>
                </a:ln>
                <a:solidFill>
                  <a:schemeClr val="tx1"/>
                </a:solidFill>
                <a:effectLst/>
                <a:uLnTx/>
                <a:uFillTx/>
                <a:latin typeface="宋体" panose="02010600030101010101" pitchFamily="2" charset="-122"/>
                <a:ea typeface="+mn-ea"/>
                <a:cs typeface="+mn-cs"/>
              </a:rPr>
              <a:t>、局域网的分层体系结构</a:t>
            </a:r>
            <a:endParaRPr kumimoji="0" lang="zh-CN" altLang="en-US" sz="2400" b="0" i="0" u="none" strike="noStrike" kern="1200" cap="none" spc="0" normalizeH="0" baseline="0" noProof="1">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69900" marR="0" lvl="0" indent="-469900" algn="just"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0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    局域网的分层体系结构由</a:t>
            </a:r>
            <a:r>
              <a:rPr kumimoji="0" lang="en-US" altLang="zh-CN" sz="20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IEEE</a:t>
            </a:r>
            <a:r>
              <a:rPr kumimoji="0" lang="zh-CN" altLang="en-US" sz="20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的</a:t>
            </a:r>
            <a:r>
              <a:rPr kumimoji="0" lang="en-US" altLang="zh-CN" sz="20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802</a:t>
            </a:r>
            <a:r>
              <a:rPr kumimoji="0" lang="zh-CN" altLang="en-US" sz="20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委员会制定。局域网一般分为</a:t>
            </a:r>
            <a:r>
              <a:rPr kumimoji="0" lang="zh-CN" altLang="en-US" sz="2000" b="1" i="0" u="none" strike="noStrike" kern="1200" cap="none" spc="0" normalizeH="0" baseline="0" noProof="1">
                <a:ln>
                  <a:noFill/>
                </a:ln>
                <a:solidFill>
                  <a:schemeClr val="hlink"/>
                </a:solidFill>
                <a:effectLst>
                  <a:outerShdw blurRad="38100" dist="38100" dir="2700000">
                    <a:srgbClr val="000000"/>
                  </a:outerShdw>
                </a:effectLst>
                <a:uLnTx/>
                <a:uFillTx/>
                <a:latin typeface="宋体" panose="02010600030101010101" pitchFamily="2" charset="-122"/>
                <a:ea typeface="+mn-ea"/>
                <a:cs typeface="+mn-cs"/>
              </a:rPr>
              <a:t>物理层、数据链路层、网络层以及高层</a:t>
            </a:r>
            <a:r>
              <a:rPr kumimoji="0" lang="zh-CN" altLang="en-US" sz="20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a:t>
            </a:r>
            <a:endParaRPr kumimoji="0" lang="zh-CN" altLang="en-US" sz="2000" b="0" i="0" u="none" strike="noStrike" kern="1200" cap="none" spc="0" normalizeH="0" baseline="0" noProof="1">
              <a:ln>
                <a:noFill/>
              </a:ln>
              <a:solidFill>
                <a:schemeClr val="tx1"/>
              </a:solidFill>
              <a:effectLst/>
              <a:uLnTx/>
              <a:uFillTx/>
              <a:latin typeface="宋体" panose="02010600030101010101" pitchFamily="2" charset="-122"/>
              <a:ea typeface="+mn-ea"/>
              <a:cs typeface="+mn-cs"/>
            </a:endParaRPr>
          </a:p>
          <a:p>
            <a:pPr marL="469900" marR="0" lvl="0" indent="-469900" algn="just"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0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    为了适应物理媒质的多样性，</a:t>
            </a:r>
            <a:r>
              <a:rPr kumimoji="0" lang="zh-CN" altLang="en-US" sz="2000" b="1" i="0" u="none" strike="noStrike" kern="1200" cap="none" spc="0" normalizeH="0" baseline="0" noProof="1">
                <a:ln>
                  <a:noFill/>
                </a:ln>
                <a:solidFill>
                  <a:schemeClr val="hlink"/>
                </a:solidFill>
                <a:effectLst>
                  <a:outerShdw blurRad="38100" dist="38100" dir="2700000">
                    <a:srgbClr val="000000"/>
                  </a:outerShdw>
                </a:effectLst>
                <a:uLnTx/>
                <a:uFillTx/>
                <a:latin typeface="宋体" panose="02010600030101010101" pitchFamily="2" charset="-122"/>
                <a:ea typeface="+mn-ea"/>
                <a:cs typeface="+mn-cs"/>
              </a:rPr>
              <a:t>数据链路层</a:t>
            </a:r>
            <a:r>
              <a:rPr kumimoji="0" lang="zh-CN" altLang="en-US" sz="20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又被分为</a:t>
            </a:r>
            <a:r>
              <a:rPr kumimoji="0" lang="en-US" altLang="zh-CN" sz="2000" b="1" i="0" u="none" strike="noStrike" kern="1200" cap="none" spc="0" normalizeH="0" baseline="0" noProof="1">
                <a:ln>
                  <a:noFill/>
                </a:ln>
                <a:solidFill>
                  <a:schemeClr val="tx1"/>
                </a:solidFill>
                <a:effectLst>
                  <a:outerShdw blurRad="38100" dist="38100" dir="2700000">
                    <a:srgbClr val="FFFFFF"/>
                  </a:outerShdw>
                </a:effectLst>
                <a:uLnTx/>
                <a:uFillTx/>
                <a:latin typeface="宋体" panose="02010600030101010101" pitchFamily="2" charset="-122"/>
                <a:ea typeface="+mn-ea"/>
                <a:cs typeface="+mn-cs"/>
              </a:rPr>
              <a:t>MAC</a:t>
            </a:r>
            <a:r>
              <a:rPr kumimoji="0" lang="zh-CN" altLang="en-US" sz="2000" b="1" i="0" u="none" strike="noStrike" kern="1200" cap="none" spc="0" normalizeH="0" baseline="0" noProof="1">
                <a:ln>
                  <a:noFill/>
                </a:ln>
                <a:solidFill>
                  <a:schemeClr val="tx1"/>
                </a:solidFill>
                <a:effectLst>
                  <a:outerShdw blurRad="38100" dist="38100" dir="2700000">
                    <a:srgbClr val="FFFFFF"/>
                  </a:outerShdw>
                </a:effectLst>
                <a:uLnTx/>
                <a:uFillTx/>
                <a:latin typeface="宋体" panose="02010600030101010101" pitchFamily="2" charset="-122"/>
                <a:ea typeface="+mn-ea"/>
                <a:cs typeface="+mn-cs"/>
              </a:rPr>
              <a:t>、</a:t>
            </a:r>
            <a:r>
              <a:rPr kumimoji="0" lang="en-US" altLang="zh-CN" sz="2000" b="1" i="0" u="none" strike="noStrike" kern="1200" cap="none" spc="0" normalizeH="0" baseline="0" noProof="1">
                <a:ln>
                  <a:noFill/>
                </a:ln>
                <a:solidFill>
                  <a:schemeClr val="tx1"/>
                </a:solidFill>
                <a:effectLst>
                  <a:outerShdw blurRad="38100" dist="38100" dir="2700000">
                    <a:srgbClr val="FFFFFF"/>
                  </a:outerShdw>
                </a:effectLst>
                <a:uLnTx/>
                <a:uFillTx/>
                <a:latin typeface="宋体" panose="02010600030101010101" pitchFamily="2" charset="-122"/>
                <a:ea typeface="+mn-ea"/>
                <a:cs typeface="+mn-cs"/>
              </a:rPr>
              <a:t>LLC</a:t>
            </a:r>
            <a:r>
              <a:rPr kumimoji="0" lang="zh-CN" altLang="en-US" sz="2000" b="1" i="0" u="none" strike="noStrike" kern="1200" cap="none" spc="0" normalizeH="0" baseline="0" noProof="1">
                <a:ln>
                  <a:noFill/>
                </a:ln>
                <a:solidFill>
                  <a:schemeClr val="tx1"/>
                </a:solidFill>
                <a:effectLst>
                  <a:outerShdw blurRad="38100" dist="38100" dir="2700000">
                    <a:srgbClr val="FFFFFF"/>
                  </a:outerShdw>
                </a:effectLst>
                <a:uLnTx/>
                <a:uFillTx/>
                <a:latin typeface="宋体" panose="02010600030101010101" pitchFamily="2" charset="-122"/>
                <a:ea typeface="+mn-ea"/>
                <a:cs typeface="+mn-cs"/>
              </a:rPr>
              <a:t>子层</a:t>
            </a:r>
            <a:r>
              <a:rPr kumimoji="0" lang="zh-CN" altLang="en-US" sz="20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a:t>
            </a:r>
            <a:endParaRPr kumimoji="0" lang="zh-CN" altLang="en-US" sz="2000" b="0" i="0" u="none" strike="noStrike" kern="1200" cap="none" spc="0" normalizeH="0" baseline="0" noProof="1">
              <a:ln>
                <a:noFill/>
              </a:ln>
              <a:solidFill>
                <a:schemeClr val="tx1"/>
              </a:solidFill>
              <a:effectLst/>
              <a:uLnTx/>
              <a:uFillTx/>
              <a:latin typeface="宋体" panose="02010600030101010101" pitchFamily="2" charset="-122"/>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endParaRPr kumimoji="0" lang="zh-CN" altLang="en-US" sz="2000" b="0" i="0" u="none" strike="noStrike" kern="1200" cap="none" spc="0" normalizeH="0" baseline="0" noProof="1">
              <a:ln>
                <a:noFill/>
              </a:ln>
              <a:solidFill>
                <a:schemeClr val="tx1"/>
              </a:solidFill>
              <a:effectLst/>
              <a:uLnTx/>
              <a:uFillTx/>
              <a:latin typeface="宋体" panose="02010600030101010101" pitchFamily="2" charset="-122"/>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标题 14337"/>
          <p:cNvSpPr>
            <a:spLocks noGrp="1"/>
          </p:cNvSpPr>
          <p:nvPr>
            <p:ph type="title"/>
          </p:nvPr>
        </p:nvSpPr>
        <p:spPr>
          <a:ln/>
        </p:spPr>
        <p:txBody>
          <a:bodyPr vert="horz" wrap="square" lIns="91440" tIns="45720" rIns="91440" bIns="45720" anchor="b" anchorCtr="0"/>
          <a:p>
            <a:pPr eaLnBrk="1" hangingPunct="1"/>
            <a:r>
              <a:rPr lang="zh-CN" altLang="en-US" dirty="0"/>
              <a:t>局域网中的基本概念</a:t>
            </a:r>
            <a:endParaRPr lang="zh-CN" altLang="en-US" dirty="0"/>
          </a:p>
        </p:txBody>
      </p:sp>
      <p:sp>
        <p:nvSpPr>
          <p:cNvPr id="14339" name="文本占位符 14338"/>
          <p:cNvSpPr>
            <a:spLocks noGrp="1"/>
          </p:cNvSpPr>
          <p:nvPr>
            <p:ph idx="1"/>
          </p:nvPr>
        </p:nvSpPr>
        <p:spPr/>
        <p:txBody>
          <a:bodyPr vert="horz" wrap="square" lIns="91440" tIns="45720" rIns="91440" bIns="45720" numCol="1" anchor="t" anchorCtr="0" compatLnSpc="1"/>
          <a:lstStyle/>
          <a:p>
            <a:pPr marL="469900" marR="0" lvl="0" indent="-469900" algn="just"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en-US" altLang="zh-CN" sz="2800" b="1" i="0" u="none" strike="noStrike" kern="1200" cap="none" spc="0" normalizeH="0" baseline="0" noProof="1">
                <a:ln>
                  <a:noFill/>
                </a:ln>
                <a:solidFill>
                  <a:schemeClr val="tx1"/>
                </a:solidFill>
                <a:effectLst/>
                <a:uLnTx/>
                <a:uFillTx/>
                <a:latin typeface="宋体" panose="02010600030101010101" pitchFamily="2" charset="-122"/>
                <a:ea typeface="+mn-ea"/>
                <a:cs typeface="+mn-cs"/>
              </a:rPr>
              <a:t>5</a:t>
            </a:r>
            <a:r>
              <a:rPr kumimoji="0" lang="zh-CN" altLang="en-US" sz="2800" b="1" i="0" u="none" strike="noStrike" kern="1200" cap="none" spc="0" normalizeH="0" baseline="0" noProof="1">
                <a:ln>
                  <a:noFill/>
                </a:ln>
                <a:solidFill>
                  <a:schemeClr val="tx1"/>
                </a:solidFill>
                <a:effectLst/>
                <a:uLnTx/>
                <a:uFillTx/>
                <a:latin typeface="宋体" panose="02010600030101010101" pitchFamily="2" charset="-122"/>
                <a:ea typeface="+mn-ea"/>
                <a:cs typeface="+mn-cs"/>
              </a:rPr>
              <a:t>、以太网</a:t>
            </a:r>
            <a:r>
              <a:rPr kumimoji="0" lang="en-US" altLang="zh-CN" sz="2800" b="1" i="0" u="none" strike="noStrike" kern="1200" cap="none" spc="0" normalizeH="0" baseline="0" noProof="1">
                <a:ln>
                  <a:noFill/>
                </a:ln>
                <a:solidFill>
                  <a:schemeClr val="tx1"/>
                </a:solidFill>
                <a:effectLst/>
                <a:uLnTx/>
                <a:uFillTx/>
                <a:latin typeface="宋体" panose="02010600030101010101" pitchFamily="2" charset="-122"/>
                <a:ea typeface="+mn-ea"/>
                <a:cs typeface="+mn-cs"/>
              </a:rPr>
              <a:t>---</a:t>
            </a:r>
            <a:r>
              <a:rPr kumimoji="0" lang="zh-CN" altLang="en-US" sz="2800" b="1" i="0" u="none" strike="noStrike" kern="1200" cap="none" spc="0" normalizeH="0" baseline="0" noProof="1">
                <a:ln>
                  <a:noFill/>
                </a:ln>
                <a:solidFill>
                  <a:schemeClr val="tx1"/>
                </a:solidFill>
                <a:effectLst/>
                <a:uLnTx/>
                <a:uFillTx/>
                <a:latin typeface="宋体" panose="02010600030101010101" pitchFamily="2" charset="-122"/>
                <a:ea typeface="+mn-ea"/>
                <a:cs typeface="+mn-cs"/>
              </a:rPr>
              <a:t>最常见的局域网</a:t>
            </a:r>
            <a:endParaRPr kumimoji="0" lang="zh-CN" altLang="en-US" sz="2800" b="0" i="0" u="none" strike="noStrike" kern="1200" cap="none" spc="0" normalizeH="0" baseline="0" noProof="1">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69900" marR="0" lvl="0" indent="-469900" algn="just"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28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    </a:t>
            </a:r>
            <a:r>
              <a:rPr kumimoji="0" lang="en-US" altLang="zh-CN"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IEEE</a:t>
            </a:r>
            <a:r>
              <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的</a:t>
            </a:r>
            <a:r>
              <a:rPr kumimoji="0" lang="en-US" altLang="zh-CN"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802.3</a:t>
            </a:r>
            <a:r>
              <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协议主要定义的是</a:t>
            </a:r>
            <a:r>
              <a:rPr kumimoji="0" lang="zh-CN" altLang="en-US" sz="2400" b="1" i="0" u="none" strike="noStrike" kern="1200" cap="none" spc="0" normalizeH="0" baseline="0" noProof="1">
                <a:ln>
                  <a:noFill/>
                </a:ln>
                <a:solidFill>
                  <a:schemeClr val="hlink"/>
                </a:solidFill>
                <a:effectLst>
                  <a:outerShdw blurRad="38100" dist="38100" dir="2700000">
                    <a:srgbClr val="000000"/>
                  </a:outerShdw>
                </a:effectLst>
                <a:uLnTx/>
                <a:uFillTx/>
                <a:latin typeface="宋体" panose="02010600030101010101" pitchFamily="2" charset="-122"/>
                <a:ea typeface="+mn-ea"/>
                <a:cs typeface="+mn-cs"/>
              </a:rPr>
              <a:t>以太网</a:t>
            </a:r>
            <a:r>
              <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标准。</a:t>
            </a:r>
            <a:endPar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endParaRPr>
          </a:p>
          <a:p>
            <a:pPr marL="469900" marR="0" lvl="0" indent="-469900" algn="just"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    我们的工作网络也是在</a:t>
            </a:r>
            <a:r>
              <a:rPr kumimoji="0" lang="zh-CN" altLang="en-US" sz="2400" b="1" i="0" u="none" strike="noStrike" kern="1200" cap="none" spc="0" normalizeH="0" baseline="0" noProof="1">
                <a:ln>
                  <a:noFill/>
                </a:ln>
                <a:solidFill>
                  <a:schemeClr val="hlink"/>
                </a:solidFill>
                <a:effectLst>
                  <a:outerShdw blurRad="38100" dist="38100" dir="2700000">
                    <a:srgbClr val="000000"/>
                  </a:outerShdw>
                </a:effectLst>
                <a:uLnTx/>
                <a:uFillTx/>
                <a:latin typeface="宋体" panose="02010600030101010101" pitchFamily="2" charset="-122"/>
                <a:ea typeface="+mn-ea"/>
                <a:cs typeface="+mn-cs"/>
              </a:rPr>
              <a:t>以太网</a:t>
            </a:r>
            <a:r>
              <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环境里。</a:t>
            </a:r>
            <a:endPar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endParaRPr>
          </a:p>
          <a:p>
            <a:pPr marL="469900" marR="0" lvl="0" indent="-469900" algn="just"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    媒质接入控制采用的是</a:t>
            </a:r>
            <a:r>
              <a:rPr kumimoji="0" lang="en-US" altLang="zh-CN" sz="2400" b="1" i="0" u="none" strike="noStrike" kern="1200" cap="none" spc="0" normalizeH="0" baseline="0" noProof="1">
                <a:ln>
                  <a:noFill/>
                </a:ln>
                <a:solidFill>
                  <a:schemeClr val="hlink"/>
                </a:solidFill>
                <a:effectLst>
                  <a:outerShdw blurRad="38100" dist="38100" dir="2700000">
                    <a:srgbClr val="000000"/>
                  </a:outerShdw>
                </a:effectLst>
                <a:uLnTx/>
                <a:uFillTx/>
                <a:latin typeface="宋体" panose="02010600030101010101" pitchFamily="2" charset="-122"/>
                <a:ea typeface="+mn-ea"/>
                <a:cs typeface="+mn-cs"/>
              </a:rPr>
              <a:t>CSMA/CD</a:t>
            </a:r>
            <a:r>
              <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，物理媒体采用的是</a:t>
            </a:r>
            <a:r>
              <a:rPr kumimoji="0" lang="zh-CN" altLang="en-US" sz="2400" b="1" i="0" u="none" strike="noStrike" kern="1200" cap="none" spc="0" normalizeH="0" baseline="0" noProof="1">
                <a:ln>
                  <a:noFill/>
                </a:ln>
                <a:solidFill>
                  <a:schemeClr val="hlink"/>
                </a:solidFill>
                <a:effectLst>
                  <a:outerShdw blurRad="38100" dist="38100" dir="2700000">
                    <a:srgbClr val="000000"/>
                  </a:outerShdw>
                </a:effectLst>
                <a:uLnTx/>
                <a:uFillTx/>
                <a:latin typeface="宋体" panose="02010600030101010101" pitchFamily="2" charset="-122"/>
                <a:ea typeface="+mn-ea"/>
                <a:cs typeface="+mn-cs"/>
              </a:rPr>
              <a:t>双绞线</a:t>
            </a:r>
            <a:r>
              <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，网络的拓扑结构为</a:t>
            </a:r>
            <a:r>
              <a:rPr kumimoji="0" lang="zh-CN" altLang="en-US" sz="2400" b="1" i="0" u="none" strike="noStrike" kern="1200" cap="none" spc="0" normalizeH="0" baseline="0" noProof="1">
                <a:ln>
                  <a:noFill/>
                </a:ln>
                <a:solidFill>
                  <a:schemeClr val="hlink"/>
                </a:solidFill>
                <a:effectLst>
                  <a:outerShdw blurRad="38100" dist="38100" dir="2700000">
                    <a:srgbClr val="000000"/>
                  </a:outerShdw>
                </a:effectLst>
                <a:uLnTx/>
                <a:uFillTx/>
                <a:latin typeface="宋体" panose="02010600030101010101" pitchFamily="2" charset="-122"/>
                <a:ea typeface="+mn-ea"/>
                <a:cs typeface="+mn-cs"/>
              </a:rPr>
              <a:t>星形网</a:t>
            </a:r>
            <a:r>
              <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，所有的主机通过两台交换机联在一起。</a:t>
            </a:r>
            <a:endParaRPr kumimoji="0" lang="zh-CN" altLang="en-US" sz="2400" b="0" i="0" u="none" strike="noStrike" kern="1200" cap="none" spc="0" normalizeH="0" baseline="0" noProof="1">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69900" marR="0" lvl="0" indent="-469900" algn="just"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en-US" altLang="zh-CN" sz="2800" b="1" i="0" u="none" strike="noStrike" kern="1200" cap="none" spc="0" normalizeH="0" baseline="0" noProof="1">
                <a:ln>
                  <a:noFill/>
                </a:ln>
                <a:solidFill>
                  <a:schemeClr val="tx1"/>
                </a:solidFill>
                <a:effectLst/>
                <a:uLnTx/>
                <a:uFillTx/>
                <a:latin typeface="宋体" panose="02010600030101010101" pitchFamily="2" charset="-122"/>
                <a:ea typeface="+mn-ea"/>
                <a:cs typeface="+mn-cs"/>
              </a:rPr>
              <a:t>6</a:t>
            </a:r>
            <a:r>
              <a:rPr kumimoji="0" lang="zh-CN" altLang="en-US" sz="2800" b="1" i="0" u="none" strike="noStrike" kern="1200" cap="none" spc="0" normalizeH="0" baseline="0" noProof="1">
                <a:ln>
                  <a:noFill/>
                </a:ln>
                <a:solidFill>
                  <a:schemeClr val="tx1"/>
                </a:solidFill>
                <a:effectLst/>
                <a:uLnTx/>
                <a:uFillTx/>
                <a:latin typeface="宋体" panose="02010600030101010101" pitchFamily="2" charset="-122"/>
                <a:ea typeface="+mn-ea"/>
                <a:cs typeface="+mn-cs"/>
              </a:rPr>
              <a:t>、网络操作系统</a:t>
            </a:r>
            <a:endParaRPr kumimoji="0" lang="zh-CN" altLang="en-US" sz="2800" b="0" i="0" u="none" strike="noStrike" kern="1200" cap="none" spc="0" normalizeH="0" baseline="0" noProof="1">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69900" marR="0" lvl="0" indent="-469900" algn="l" defTabSz="914400" rtl="0" eaLnBrk="1" fontAlgn="base" latinLnBrk="0" hangingPunct="1">
              <a:lnSpc>
                <a:spcPct val="80000"/>
              </a:lnSpc>
              <a:spcBef>
                <a:spcPct val="20000"/>
              </a:spcBef>
              <a:spcAft>
                <a:spcPct val="0"/>
              </a:spcAft>
              <a:buClr>
                <a:schemeClr val="accent2"/>
              </a:buClr>
              <a:buSzTx/>
              <a:buFont typeface="Wingdings" panose="05000000000000000000" pitchFamily="2" charset="2"/>
              <a:buChar char="o"/>
              <a:defRPr/>
            </a:pPr>
            <a:r>
              <a:rPr kumimoji="0" lang="zh-CN" altLang="en-US" sz="28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   </a:t>
            </a:r>
            <a:r>
              <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常用的网络操作系统有</a:t>
            </a:r>
            <a:r>
              <a:rPr kumimoji="0" lang="en-US" altLang="zh-CN"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windows NT</a:t>
            </a:r>
            <a:r>
              <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a:t>
            </a:r>
            <a:r>
              <a:rPr kumimoji="0" lang="en-US" altLang="zh-CN"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WINDOWS 2000</a:t>
            </a:r>
            <a:r>
              <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a:t>
            </a:r>
            <a:r>
              <a:rPr kumimoji="0" lang="en-US" altLang="zh-CN"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NOVELL</a:t>
            </a:r>
            <a:r>
              <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 </a:t>
            </a:r>
            <a:r>
              <a:rPr kumimoji="0" lang="en-US" altLang="zh-CN"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windows XP</a:t>
            </a:r>
            <a:r>
              <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等。包括</a:t>
            </a:r>
            <a:r>
              <a:rPr kumimoji="0" lang="en-US" altLang="zh-CN"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WINDOWS 98</a:t>
            </a:r>
            <a:r>
              <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也能提供常用的网络协议。我们的实验主要通过对</a:t>
            </a:r>
            <a:r>
              <a:rPr kumimoji="0" lang="en-US" altLang="zh-CN"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WINDOWS 98</a:t>
            </a:r>
            <a:r>
              <a:rPr kumimoji="0" lang="zh-CN" altLang="en-US" sz="24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的网上邻居进行协议的配置。我们加载的协议见图一协议配置。</a:t>
            </a:r>
            <a:r>
              <a:rPr kumimoji="0" lang="zh-CN" altLang="en-US" sz="2800" b="0" i="0" u="none" strike="noStrike" kern="1200" cap="none" spc="0" normalizeH="0" baseline="0" noProof="1">
                <a:ln>
                  <a:noFill/>
                </a:ln>
                <a:solidFill>
                  <a:schemeClr val="tx1"/>
                </a:solidFill>
                <a:effectLst/>
                <a:uLnTx/>
                <a:uFillTx/>
                <a:latin typeface="+mn-lt"/>
                <a:ea typeface="+mn-ea"/>
                <a:cs typeface="+mn-cs"/>
              </a:rPr>
              <a:t> </a:t>
            </a:r>
            <a:endParaRPr kumimoji="0" lang="zh-CN" altLang="en-US" sz="2800" b="0" i="0" u="none" strike="noStrike" kern="1200" cap="none" spc="0" normalizeH="0" baseline="0" noProof="1">
              <a:ln>
                <a:noFill/>
              </a:ln>
              <a:solidFill>
                <a:schemeClr val="tx1"/>
              </a:solidFill>
              <a:effectLst/>
              <a:uLnTx/>
              <a:uFillTx/>
              <a:latin typeface="+mn-lt"/>
              <a:ea typeface="+mn-ea"/>
              <a:cs typeface="+mn-cs"/>
            </a:endParaRPr>
          </a:p>
          <a:p>
            <a:pPr marL="469900" marR="0" lvl="0" indent="-469900" algn="l" defTabSz="914400" rtl="0" eaLnBrk="1" fontAlgn="base" latinLnBrk="0" hangingPunct="1">
              <a:lnSpc>
                <a:spcPct val="90000"/>
              </a:lnSpc>
              <a:spcBef>
                <a:spcPct val="20000"/>
              </a:spcBef>
              <a:spcAft>
                <a:spcPct val="0"/>
              </a:spcAft>
              <a:buClr>
                <a:schemeClr val="accent2"/>
              </a:buClr>
              <a:buSzTx/>
              <a:buFont typeface="Wingdings" panose="05000000000000000000" pitchFamily="2" charset="2"/>
              <a:buChar char="o"/>
              <a:defRPr/>
            </a:pPr>
            <a:endParaRPr kumimoji="0" lang="zh-CN" altLang="en-US" sz="2800" b="0" i="0" u="none" strike="noStrike" kern="1200" cap="none" spc="0" normalizeH="0" baseline="0" noProof="1">
              <a:ln>
                <a:noFill/>
              </a:ln>
              <a:solidFill>
                <a:schemeClr val="tx1"/>
              </a:solidFill>
              <a:effectLst/>
              <a:uLnTx/>
              <a:uFillTx/>
              <a:latin typeface="+mn-lt"/>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标题 15361"/>
          <p:cNvSpPr>
            <a:spLocks noGrp="1"/>
          </p:cNvSpPr>
          <p:nvPr>
            <p:ph type="title"/>
          </p:nvPr>
        </p:nvSpPr>
        <p:spPr>
          <a:ln/>
        </p:spPr>
        <p:txBody>
          <a:bodyPr vert="horz" wrap="square" lIns="91440" tIns="45720" rIns="91440" bIns="45720" anchor="b" anchorCtr="0"/>
          <a:p>
            <a:pPr eaLnBrk="1" hangingPunct="1"/>
            <a:r>
              <a:rPr lang="zh-CN" altLang="en-US" dirty="0"/>
              <a:t>局域网中的基本概念</a:t>
            </a:r>
            <a:endParaRPr lang="zh-CN" altLang="en-US" dirty="0"/>
          </a:p>
        </p:txBody>
      </p:sp>
      <p:sp>
        <p:nvSpPr>
          <p:cNvPr id="15363" name="文本占位符 15362"/>
          <p:cNvSpPr>
            <a:spLocks noGrp="1"/>
          </p:cNvSpPr>
          <p:nvPr>
            <p:ph idx="1"/>
          </p:nvPr>
        </p:nvSpPr>
        <p:spPr/>
        <p:txBody>
          <a:bodyPr vert="horz" wrap="square" lIns="91440" tIns="45720" rIns="91440" bIns="45720" numCol="1" anchor="t" anchorCtr="0" compatLnSpc="1"/>
          <a:lstStyle/>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en-US" altLang="zh-CN" sz="30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7</a:t>
            </a:r>
            <a:r>
              <a:rPr kumimoji="0" lang="zh-CN" altLang="en-US" sz="30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、网络常用命令</a:t>
            </a:r>
            <a:endParaRPr kumimoji="0" lang="en-US" altLang="zh-CN" sz="3000" b="0" i="0" u="none" strike="noStrike" kern="1200" cap="none" spc="0" normalizeH="0" baseline="0" noProof="1">
              <a:ln>
                <a:noFill/>
              </a:ln>
              <a:solidFill>
                <a:schemeClr val="tx1"/>
              </a:solidFill>
              <a:effectLst/>
              <a:uLnTx/>
              <a:uFillTx/>
              <a:latin typeface="宋体" panose="02010600030101010101" pitchFamily="2" charset="-122"/>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en-US" altLang="zh-CN" sz="30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IPconfig </a:t>
            </a:r>
            <a:r>
              <a:rPr kumimoji="0" lang="zh-CN" altLang="en-US" sz="30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命令可以设置和检查各种网络接口的配置值，可以利用它为每个接口设置</a:t>
            </a:r>
            <a:r>
              <a:rPr kumimoji="0" lang="en-US" altLang="zh-CN" sz="3000" b="1" i="0" u="none" strike="noStrike" kern="1200" cap="none" spc="0" normalizeH="0" baseline="0" noProof="1">
                <a:ln>
                  <a:noFill/>
                </a:ln>
                <a:solidFill>
                  <a:schemeClr val="hlink"/>
                </a:solidFill>
                <a:effectLst>
                  <a:outerShdw blurRad="38100" dist="38100" dir="2700000">
                    <a:srgbClr val="000000"/>
                  </a:outerShdw>
                </a:effectLst>
                <a:uLnTx/>
                <a:uFillTx/>
                <a:latin typeface="宋体" panose="02010600030101010101" pitchFamily="2" charset="-122"/>
                <a:ea typeface="+mn-ea"/>
                <a:cs typeface="+mn-cs"/>
              </a:rPr>
              <a:t>IP</a:t>
            </a:r>
            <a:r>
              <a:rPr kumimoji="0" lang="zh-CN" altLang="en-US" sz="3000" b="1" i="0" u="none" strike="noStrike" kern="1200" cap="none" spc="0" normalizeH="0" baseline="0" noProof="1">
                <a:ln>
                  <a:noFill/>
                </a:ln>
                <a:solidFill>
                  <a:schemeClr val="hlink"/>
                </a:solidFill>
                <a:effectLst>
                  <a:outerShdw blurRad="38100" dist="38100" dir="2700000">
                    <a:srgbClr val="000000"/>
                  </a:outerShdw>
                </a:effectLst>
                <a:uLnTx/>
                <a:uFillTx/>
                <a:latin typeface="宋体" panose="02010600030101010101" pitchFamily="2" charset="-122"/>
                <a:ea typeface="+mn-ea"/>
                <a:cs typeface="+mn-cs"/>
              </a:rPr>
              <a:t>地址、子网掩码和广播地址</a:t>
            </a:r>
            <a:r>
              <a:rPr kumimoji="0" lang="zh-CN" altLang="en-US" sz="30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a:t>
            </a:r>
            <a:endParaRPr kumimoji="0" lang="zh-CN" altLang="en-US" sz="3000" b="0" i="0" u="none" strike="noStrike" kern="1200" cap="none" spc="0" normalizeH="0" baseline="0" noProof="1">
              <a:ln>
                <a:noFill/>
              </a:ln>
              <a:solidFill>
                <a:schemeClr val="tx1"/>
              </a:solidFill>
              <a:effectLst/>
              <a:uLnTx/>
              <a:uFillTx/>
              <a:latin typeface="宋体" panose="02010600030101010101" pitchFamily="2" charset="-122"/>
              <a:ea typeface="+mn-ea"/>
              <a:cs typeface="+mn-cs"/>
            </a:endParaRPr>
          </a:p>
          <a:p>
            <a:pPr marL="469900" marR="0" lvl="0" indent="-469900" algn="just"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r>
              <a:rPr kumimoji="0" lang="en-US" altLang="zh-CN" sz="3000" b="1" i="0" u="none" strike="noStrike" kern="1200" cap="none" spc="0" normalizeH="0" baseline="0" noProof="1">
                <a:ln>
                  <a:noFill/>
                </a:ln>
                <a:solidFill>
                  <a:schemeClr val="tx1"/>
                </a:solidFill>
                <a:effectLst/>
                <a:uLnTx/>
                <a:uFillTx/>
                <a:latin typeface="+mn-lt"/>
                <a:ea typeface="+mn-ea"/>
                <a:cs typeface="+mn-cs"/>
              </a:rPr>
              <a:t>PING</a:t>
            </a:r>
            <a:r>
              <a:rPr kumimoji="0" lang="zh-CN" altLang="en-US" sz="3000" b="1" i="0" u="none" strike="noStrike" kern="1200" cap="none" spc="0" normalizeH="0" baseline="0" noProof="1">
                <a:ln>
                  <a:noFill/>
                </a:ln>
                <a:solidFill>
                  <a:schemeClr val="tx1"/>
                </a:solidFill>
                <a:effectLst/>
                <a:uLnTx/>
                <a:uFillTx/>
                <a:latin typeface="+mn-lt"/>
                <a:ea typeface="+mn-ea"/>
                <a:cs typeface="+mn-cs"/>
              </a:rPr>
              <a:t>主要用来测试网络的</a:t>
            </a:r>
            <a:r>
              <a:rPr kumimoji="0" lang="zh-CN" altLang="en-US" sz="3000" b="1" i="0" u="none" strike="noStrike" kern="1200" cap="none" spc="0" normalizeH="0" baseline="0" noProof="1">
                <a:ln>
                  <a:noFill/>
                </a:ln>
                <a:solidFill>
                  <a:schemeClr val="hlink"/>
                </a:solidFill>
                <a:effectLst>
                  <a:outerShdw blurRad="38100" dist="38100" dir="2700000">
                    <a:srgbClr val="000000"/>
                  </a:outerShdw>
                </a:effectLst>
                <a:uLnTx/>
                <a:uFillTx/>
                <a:latin typeface="+mn-lt"/>
                <a:ea typeface="+mn-ea"/>
                <a:cs typeface="+mn-cs"/>
              </a:rPr>
              <a:t>连通性</a:t>
            </a:r>
            <a:r>
              <a:rPr kumimoji="0" lang="zh-CN" altLang="en-US" sz="3000" b="1" i="0" u="none" strike="noStrike" kern="1200" cap="none" spc="0" normalizeH="0" baseline="0" noProof="1">
                <a:ln>
                  <a:noFill/>
                </a:ln>
                <a:solidFill>
                  <a:schemeClr val="tx1"/>
                </a:solidFill>
                <a:effectLst/>
                <a:uLnTx/>
                <a:uFillTx/>
                <a:latin typeface="+mn-lt"/>
                <a:ea typeface="+mn-ea"/>
                <a:cs typeface="+mn-cs"/>
              </a:rPr>
              <a:t>。</a:t>
            </a:r>
            <a:r>
              <a:rPr kumimoji="0" lang="zh-CN" altLang="en-US" sz="3000" b="0" i="0" u="none" strike="noStrike" kern="1200" cap="none" spc="0" normalizeH="0" baseline="0" noProof="1">
                <a:ln>
                  <a:noFill/>
                </a:ln>
                <a:solidFill>
                  <a:schemeClr val="tx1"/>
                </a:solidFill>
                <a:effectLst/>
                <a:uLnTx/>
                <a:uFillTx/>
                <a:latin typeface="+mn-lt"/>
                <a:ea typeface="+mn-ea"/>
                <a:cs typeface="+mn-cs"/>
              </a:rPr>
              <a:t>它使用了</a:t>
            </a:r>
            <a:r>
              <a:rPr kumimoji="0" lang="en-US" altLang="zh-CN" sz="3000" b="0" i="0" u="none" strike="noStrike" kern="1200" cap="none" spc="0" normalizeH="0" baseline="0" noProof="1">
                <a:ln>
                  <a:noFill/>
                </a:ln>
                <a:solidFill>
                  <a:schemeClr val="tx1"/>
                </a:solidFill>
                <a:effectLst/>
                <a:uLnTx/>
                <a:uFillTx/>
                <a:latin typeface="+mn-lt"/>
                <a:ea typeface="+mn-ea"/>
                <a:cs typeface="+mn-cs"/>
              </a:rPr>
              <a:t>ICMP</a:t>
            </a:r>
            <a:r>
              <a:rPr kumimoji="0" lang="zh-CN" altLang="en-US" sz="3000" b="0" i="0" u="none" strike="noStrike" kern="1200" cap="none" spc="0" normalizeH="0" baseline="0" noProof="1">
                <a:ln>
                  <a:noFill/>
                </a:ln>
                <a:solidFill>
                  <a:schemeClr val="tx1"/>
                </a:solidFill>
                <a:effectLst/>
                <a:uLnTx/>
                <a:uFillTx/>
                <a:latin typeface="+mn-lt"/>
                <a:ea typeface="+mn-ea"/>
                <a:cs typeface="+mn-cs"/>
              </a:rPr>
              <a:t>回送请求与回送回答报文。</a:t>
            </a:r>
            <a:endParaRPr kumimoji="0" lang="zh-CN" altLang="en-US" sz="3000" b="0" i="0" u="none" strike="noStrike" kern="1200" cap="none" spc="0" normalizeH="0" baseline="0" noProof="1">
              <a:ln>
                <a:noFill/>
              </a:ln>
              <a:solidFill>
                <a:schemeClr val="tx1"/>
              </a:solidFill>
              <a:effectLst/>
              <a:uLnTx/>
              <a:uFillTx/>
              <a:latin typeface="+mn-lt"/>
              <a:ea typeface="+mn-ea"/>
              <a:cs typeface="+mn-cs"/>
            </a:endParaRPr>
          </a:p>
          <a:p>
            <a:pPr marL="469900" marR="0" lvl="0" indent="-4699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Char char="o"/>
              <a:defRPr/>
            </a:pPr>
            <a:endParaRPr kumimoji="0" lang="zh-CN" altLang="en-US" sz="3000" b="0" i="0" u="none" strike="noStrike" kern="1200" cap="none" spc="0" normalizeH="0" baseline="0" noProof="1">
              <a:ln>
                <a:noFill/>
              </a:ln>
              <a:solidFill>
                <a:schemeClr val="tx1"/>
              </a:solidFill>
              <a:effectLst/>
              <a:uLnTx/>
              <a:uFillTx/>
              <a:latin typeface="+mn-lt"/>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60"/>
          <p:cNvSpPr>
            <a:spLocks noGrp="1"/>
          </p:cNvSpPr>
          <p:nvPr>
            <p:ph type="body" idx="4294967295"/>
          </p:nvPr>
        </p:nvSpPr>
        <p:spPr>
          <a:ln/>
        </p:spPr>
        <p:txBody>
          <a:bodyPr vert="horz" wrap="square" lIns="91440" tIns="45720" rIns="91440" bIns="45720" anchor="t" anchorCtr="0"/>
          <a:p>
            <a:pPr eaLnBrk="1" hangingPunct="1"/>
            <a:r>
              <a:rPr lang="en-US" altLang="zh-CN" dirty="0"/>
              <a:t>Vlan</a:t>
            </a:r>
            <a:r>
              <a:rPr lang="zh-CN" altLang="en-US" dirty="0"/>
              <a:t>概述</a:t>
            </a:r>
            <a:endParaRPr lang="zh-CN" altLang="en-US" dirty="0"/>
          </a:p>
          <a:p>
            <a:pPr eaLnBrk="1" hangingPunct="1"/>
            <a:r>
              <a:rPr lang="en-US" altLang="zh-CN" dirty="0">
                <a:solidFill>
                  <a:schemeClr val="bg2"/>
                </a:solidFill>
              </a:rPr>
              <a:t>Vlan</a:t>
            </a:r>
            <a:r>
              <a:rPr lang="zh-CN" altLang="en-US" dirty="0">
                <a:solidFill>
                  <a:schemeClr val="bg2"/>
                </a:solidFill>
              </a:rPr>
              <a:t>的工作原理</a:t>
            </a:r>
            <a:endParaRPr lang="zh-CN" altLang="en-US" dirty="0">
              <a:solidFill>
                <a:schemeClr val="bg2"/>
              </a:solidFill>
            </a:endParaRPr>
          </a:p>
          <a:p>
            <a:pPr eaLnBrk="1" hangingPunct="1"/>
            <a:r>
              <a:rPr lang="en-US" altLang="zh-CN" dirty="0">
                <a:solidFill>
                  <a:schemeClr val="bg2"/>
                </a:solidFill>
              </a:rPr>
              <a:t>Vlan</a:t>
            </a:r>
            <a:r>
              <a:rPr lang="zh-CN" altLang="en-US" dirty="0">
                <a:solidFill>
                  <a:schemeClr val="bg2"/>
                </a:solidFill>
              </a:rPr>
              <a:t>的标准</a:t>
            </a:r>
            <a:endParaRPr lang="zh-CN" altLang="en-US" dirty="0">
              <a:solidFill>
                <a:schemeClr val="bg2"/>
              </a:solidFill>
            </a:endParaRPr>
          </a:p>
          <a:p>
            <a:pPr eaLnBrk="1" hangingPunct="1"/>
            <a:r>
              <a:rPr lang="en-US" altLang="zh-CN" dirty="0">
                <a:solidFill>
                  <a:schemeClr val="bg2"/>
                </a:solidFill>
              </a:rPr>
              <a:t>Vlan</a:t>
            </a:r>
            <a:r>
              <a:rPr lang="zh-CN" altLang="en-US" dirty="0">
                <a:solidFill>
                  <a:schemeClr val="bg2"/>
                </a:solidFill>
              </a:rPr>
              <a:t>的应用</a:t>
            </a:r>
            <a:endParaRPr lang="zh-CN" altLang="en-US" dirty="0">
              <a:solidFill>
                <a:schemeClr val="bg2"/>
              </a:solidFill>
            </a:endParaRPr>
          </a:p>
          <a:p>
            <a:pPr eaLnBrk="1" hangingPunct="1"/>
            <a:endParaRPr lang="en-US" altLang="zh-CN" dirty="0">
              <a:solidFill>
                <a:schemeClr val="bg2"/>
              </a:solidFill>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4"/>
          <p:cNvSpPr>
            <a:spLocks noGrp="1"/>
          </p:cNvSpPr>
          <p:nvPr>
            <p:ph type="title" idx="4294967295"/>
          </p:nvPr>
        </p:nvSpPr>
        <p:spPr>
          <a:ln/>
        </p:spPr>
        <p:txBody>
          <a:bodyPr vert="horz" wrap="square" lIns="91440" tIns="45720" rIns="91440" bIns="45720" anchor="ctr" anchorCtr="0"/>
          <a:p>
            <a:pPr eaLnBrk="1" hangingPunct="1"/>
            <a:r>
              <a:rPr lang="en-US" altLang="zh-CN" dirty="0"/>
              <a:t>   VLAN</a:t>
            </a:r>
            <a:r>
              <a:rPr lang="en-US" altLang="zh-CN" dirty="0">
                <a:latin typeface="Arial" panose="020B0604020202020204" pitchFamily="34" charset="0"/>
              </a:rPr>
              <a:t>——</a:t>
            </a:r>
            <a:r>
              <a:rPr lang="zh-CN" altLang="en-US" dirty="0"/>
              <a:t>虚拟局域网</a:t>
            </a:r>
            <a:endParaRPr lang="zh-CN" altLang="en-US" dirty="0"/>
          </a:p>
        </p:txBody>
      </p:sp>
      <p:sp>
        <p:nvSpPr>
          <p:cNvPr id="17411" name="Rectangle 5"/>
          <p:cNvSpPr>
            <a:spLocks noGrp="1"/>
          </p:cNvSpPr>
          <p:nvPr>
            <p:ph type="body" idx="4294967295"/>
          </p:nvPr>
        </p:nvSpPr>
        <p:spPr>
          <a:ln/>
        </p:spPr>
        <p:txBody>
          <a:bodyPr vert="horz" wrap="square" lIns="91440" tIns="45720" rIns="91440" bIns="45720" anchor="t" anchorCtr="0"/>
          <a:p>
            <a:pPr eaLnBrk="1" hangingPunct="1"/>
            <a:r>
              <a:rPr lang="en-US" altLang="zh-CN" dirty="0"/>
              <a:t>    VLAN</a:t>
            </a:r>
            <a:r>
              <a:rPr lang="zh-CN" altLang="en-US" dirty="0"/>
              <a:t>（</a:t>
            </a:r>
            <a:r>
              <a:rPr lang="en-US" altLang="zh-CN" dirty="0"/>
              <a:t>Virtual Local Area Network</a:t>
            </a:r>
            <a:r>
              <a:rPr lang="zh-CN" altLang="en-US" dirty="0"/>
              <a:t>）即虚拟局域网，是一种通过将局域网内的设备逻辑地而不是物理地划分成一个个网段从而实现虚拟工作组的技术。 </a:t>
            </a:r>
            <a:br>
              <a:rPr lang="zh-CN" altLang="en-US" dirty="0"/>
            </a:br>
            <a:r>
              <a:rPr lang="zh-CN" altLang="en-US" dirty="0"/>
              <a:t> </a:t>
            </a:r>
            <a:endParaRPr lang="zh-CN" altLang="en-US" dirty="0"/>
          </a:p>
          <a:p>
            <a:pPr eaLnBrk="1" hangingPunct="1"/>
            <a:r>
              <a:rPr lang="zh-CN" altLang="en-US" dirty="0"/>
              <a:t>  划分</a:t>
            </a:r>
            <a:r>
              <a:rPr lang="en-US" altLang="zh-CN" dirty="0"/>
              <a:t>Vlan</a:t>
            </a:r>
            <a:r>
              <a:rPr lang="zh-CN" altLang="en-US" dirty="0"/>
              <a:t>的主要作用是隔离广播域。</a:t>
            </a:r>
            <a:endParaRPr lang="zh-CN" altLang="en-US"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p:nvPr/>
        </p:nvSpPr>
        <p:spPr>
          <a:xfrm>
            <a:off x="4572000" y="2606675"/>
            <a:ext cx="76200" cy="774700"/>
          </a:xfrm>
          <a:prstGeom prst="rect">
            <a:avLst/>
          </a:prstGeom>
          <a:solidFill>
            <a:srgbClr val="FF9933"/>
          </a:solidFill>
          <a:ln w="9525">
            <a:noFill/>
          </a:ln>
        </p:spPr>
        <p:txBody>
          <a:bodyPr/>
          <a:p>
            <a:pPr eaLnBrk="1" hangingPunct="1">
              <a:lnSpc>
                <a:spcPct val="90000"/>
              </a:lnSpc>
              <a:spcBef>
                <a:spcPct val="50000"/>
              </a:spcBef>
            </a:pPr>
            <a:endParaRPr lang="zh-CN" altLang="en-US" dirty="0">
              <a:latin typeface="宋体" panose="02010600030101010101" pitchFamily="2" charset="-122"/>
            </a:endParaRPr>
          </a:p>
        </p:txBody>
      </p:sp>
      <p:sp>
        <p:nvSpPr>
          <p:cNvPr id="18435" name="Rectangle 4"/>
          <p:cNvSpPr/>
          <p:nvPr/>
        </p:nvSpPr>
        <p:spPr>
          <a:xfrm>
            <a:off x="1300163" y="3325813"/>
            <a:ext cx="6867525" cy="63500"/>
          </a:xfrm>
          <a:prstGeom prst="rect">
            <a:avLst/>
          </a:prstGeom>
          <a:solidFill>
            <a:srgbClr val="FF9900"/>
          </a:solidFill>
          <a:ln w="9525">
            <a:noFill/>
          </a:ln>
        </p:spPr>
        <p:txBody>
          <a:bodyPr/>
          <a:p>
            <a:pPr eaLnBrk="1" hangingPunct="1">
              <a:lnSpc>
                <a:spcPct val="90000"/>
              </a:lnSpc>
              <a:spcBef>
                <a:spcPct val="50000"/>
              </a:spcBef>
            </a:pPr>
            <a:endParaRPr lang="zh-CN" altLang="en-US" dirty="0">
              <a:latin typeface="宋体" panose="02010600030101010101" pitchFamily="2" charset="-122"/>
            </a:endParaRPr>
          </a:p>
        </p:txBody>
      </p:sp>
      <p:sp>
        <p:nvSpPr>
          <p:cNvPr id="18436" name="Rectangle 5"/>
          <p:cNvSpPr/>
          <p:nvPr/>
        </p:nvSpPr>
        <p:spPr>
          <a:xfrm>
            <a:off x="1676400" y="3338513"/>
            <a:ext cx="76200" cy="639762"/>
          </a:xfrm>
          <a:prstGeom prst="rect">
            <a:avLst/>
          </a:prstGeom>
          <a:solidFill>
            <a:srgbClr val="FF9900"/>
          </a:solidFill>
          <a:ln w="9525">
            <a:noFill/>
          </a:ln>
        </p:spPr>
        <p:txBody>
          <a:bodyPr/>
          <a:p>
            <a:pPr eaLnBrk="1" hangingPunct="1">
              <a:lnSpc>
                <a:spcPct val="90000"/>
              </a:lnSpc>
              <a:spcBef>
                <a:spcPct val="50000"/>
              </a:spcBef>
            </a:pPr>
            <a:endParaRPr lang="zh-CN" altLang="en-US" dirty="0">
              <a:latin typeface="宋体" panose="02010600030101010101" pitchFamily="2" charset="-122"/>
            </a:endParaRPr>
          </a:p>
        </p:txBody>
      </p:sp>
      <p:sp>
        <p:nvSpPr>
          <p:cNvPr id="18437" name="Rectangle 6"/>
          <p:cNvSpPr/>
          <p:nvPr/>
        </p:nvSpPr>
        <p:spPr>
          <a:xfrm>
            <a:off x="7086600" y="3338513"/>
            <a:ext cx="76200" cy="639762"/>
          </a:xfrm>
          <a:prstGeom prst="rect">
            <a:avLst/>
          </a:prstGeom>
          <a:solidFill>
            <a:srgbClr val="FF9900"/>
          </a:solidFill>
          <a:ln w="9525">
            <a:noFill/>
          </a:ln>
        </p:spPr>
        <p:txBody>
          <a:bodyPr/>
          <a:p>
            <a:pPr eaLnBrk="1" hangingPunct="1">
              <a:lnSpc>
                <a:spcPct val="90000"/>
              </a:lnSpc>
              <a:spcBef>
                <a:spcPct val="50000"/>
              </a:spcBef>
            </a:pPr>
            <a:endParaRPr lang="zh-CN" altLang="en-US" dirty="0">
              <a:latin typeface="宋体" panose="02010600030101010101" pitchFamily="2" charset="-122"/>
            </a:endParaRPr>
          </a:p>
        </p:txBody>
      </p:sp>
      <p:sp>
        <p:nvSpPr>
          <p:cNvPr id="18438" name="Rectangle 7"/>
          <p:cNvSpPr/>
          <p:nvPr/>
        </p:nvSpPr>
        <p:spPr>
          <a:xfrm>
            <a:off x="6832600" y="4994275"/>
            <a:ext cx="1357313" cy="455613"/>
          </a:xfrm>
          <a:prstGeom prst="rect">
            <a:avLst/>
          </a:prstGeom>
          <a:noFill/>
          <a:ln w="9525">
            <a:noFill/>
          </a:ln>
        </p:spPr>
        <p:txBody>
          <a:bodyPr/>
          <a:p>
            <a:pPr eaLnBrk="1" hangingPunct="1">
              <a:lnSpc>
                <a:spcPct val="90000"/>
              </a:lnSpc>
              <a:spcBef>
                <a:spcPct val="50000"/>
              </a:spcBef>
            </a:pPr>
            <a:endParaRPr lang="zh-CN" altLang="en-US" dirty="0">
              <a:latin typeface="宋体" panose="02010600030101010101" pitchFamily="2" charset="-122"/>
            </a:endParaRPr>
          </a:p>
        </p:txBody>
      </p:sp>
      <p:sp>
        <p:nvSpPr>
          <p:cNvPr id="18439" name="Rectangle 8"/>
          <p:cNvSpPr/>
          <p:nvPr/>
        </p:nvSpPr>
        <p:spPr>
          <a:xfrm>
            <a:off x="3684588" y="5280025"/>
            <a:ext cx="1531937" cy="457200"/>
          </a:xfrm>
          <a:prstGeom prst="rect">
            <a:avLst/>
          </a:prstGeom>
          <a:noFill/>
          <a:ln w="9525">
            <a:noFill/>
          </a:ln>
        </p:spPr>
        <p:txBody>
          <a:bodyPr/>
          <a:p>
            <a:pPr eaLnBrk="1" hangingPunct="1">
              <a:lnSpc>
                <a:spcPct val="90000"/>
              </a:lnSpc>
              <a:spcBef>
                <a:spcPct val="50000"/>
              </a:spcBef>
            </a:pPr>
            <a:endParaRPr lang="zh-CN" altLang="en-US" dirty="0">
              <a:latin typeface="宋体" panose="02010600030101010101" pitchFamily="2" charset="-122"/>
            </a:endParaRPr>
          </a:p>
        </p:txBody>
      </p:sp>
      <p:sp>
        <p:nvSpPr>
          <p:cNvPr id="18440" name="Rectangle 9"/>
          <p:cNvSpPr/>
          <p:nvPr/>
        </p:nvSpPr>
        <p:spPr>
          <a:xfrm>
            <a:off x="3121025" y="3344863"/>
            <a:ext cx="79375" cy="709612"/>
          </a:xfrm>
          <a:prstGeom prst="rect">
            <a:avLst/>
          </a:prstGeom>
          <a:solidFill>
            <a:srgbClr val="FF9900"/>
          </a:solidFill>
          <a:ln w="9525">
            <a:noFill/>
          </a:ln>
        </p:spPr>
        <p:txBody>
          <a:bodyPr/>
          <a:p>
            <a:pPr eaLnBrk="1" hangingPunct="1">
              <a:lnSpc>
                <a:spcPct val="90000"/>
              </a:lnSpc>
              <a:spcBef>
                <a:spcPct val="50000"/>
              </a:spcBef>
            </a:pPr>
            <a:endParaRPr lang="zh-CN" altLang="en-US" dirty="0">
              <a:latin typeface="宋体" panose="02010600030101010101" pitchFamily="2" charset="-122"/>
            </a:endParaRPr>
          </a:p>
        </p:txBody>
      </p:sp>
      <p:sp>
        <p:nvSpPr>
          <p:cNvPr id="18441" name="Rectangle 10"/>
          <p:cNvSpPr/>
          <p:nvPr/>
        </p:nvSpPr>
        <p:spPr>
          <a:xfrm>
            <a:off x="5788025" y="3344863"/>
            <a:ext cx="79375" cy="633412"/>
          </a:xfrm>
          <a:prstGeom prst="rect">
            <a:avLst/>
          </a:prstGeom>
          <a:solidFill>
            <a:srgbClr val="FF9900"/>
          </a:solidFill>
          <a:ln w="9525">
            <a:noFill/>
          </a:ln>
        </p:spPr>
        <p:txBody>
          <a:bodyPr/>
          <a:p>
            <a:pPr eaLnBrk="1" hangingPunct="1">
              <a:lnSpc>
                <a:spcPct val="90000"/>
              </a:lnSpc>
              <a:spcBef>
                <a:spcPct val="50000"/>
              </a:spcBef>
            </a:pPr>
            <a:endParaRPr lang="zh-CN" altLang="en-US" dirty="0">
              <a:latin typeface="宋体" panose="02010600030101010101" pitchFamily="2" charset="-122"/>
            </a:endParaRPr>
          </a:p>
        </p:txBody>
      </p:sp>
      <p:sp>
        <p:nvSpPr>
          <p:cNvPr id="18442" name="Rectangle 17"/>
          <p:cNvSpPr>
            <a:spLocks noGrp="1"/>
          </p:cNvSpPr>
          <p:nvPr>
            <p:ph type="title" idx="4294967295"/>
          </p:nvPr>
        </p:nvSpPr>
        <p:spPr>
          <a:ln/>
        </p:spPr>
        <p:txBody>
          <a:bodyPr vert="horz" wrap="square" lIns="91440" tIns="45720" rIns="91440" bIns="45720" anchor="ctr" anchorCtr="0"/>
          <a:p>
            <a:pPr eaLnBrk="1" hangingPunct="1"/>
            <a:r>
              <a:rPr lang="zh-CN" altLang="en-US" dirty="0"/>
              <a:t>广播域（ </a:t>
            </a:r>
            <a:r>
              <a:rPr lang="en-US" altLang="zh-CN" dirty="0"/>
              <a:t>Broadcast Domain</a:t>
            </a:r>
            <a:r>
              <a:rPr lang="zh-CN" altLang="en-US" dirty="0"/>
              <a:t>）</a:t>
            </a:r>
            <a:r>
              <a:rPr lang="zh-CN" altLang="en-US" dirty="0">
                <a:latin typeface="黑体" panose="02010609060101010101" pitchFamily="49" charset="-122"/>
              </a:rPr>
              <a:t> </a:t>
            </a:r>
            <a:endParaRPr lang="zh-CN" altLang="en-US" dirty="0">
              <a:latin typeface="黑体" panose="02010609060101010101" pitchFamily="49" charset="-122"/>
            </a:endParaRPr>
          </a:p>
        </p:txBody>
      </p:sp>
      <p:sp>
        <p:nvSpPr>
          <p:cNvPr id="18443" name="Rectangle 5"/>
          <p:cNvSpPr>
            <a:spLocks noGrp="1"/>
          </p:cNvSpPr>
          <p:nvPr>
            <p:ph type="body" idx="4294967295"/>
          </p:nvPr>
        </p:nvSpPr>
        <p:spPr>
          <a:xfrm>
            <a:off x="566738" y="5297488"/>
            <a:ext cx="8001000" cy="722312"/>
          </a:xfrm>
          <a:ln/>
        </p:spPr>
        <p:txBody>
          <a:bodyPr vert="horz" wrap="square" lIns="91440" tIns="45720" rIns="91440" bIns="45720" anchor="t" anchorCtr="0"/>
          <a:p>
            <a:pPr eaLnBrk="1" hangingPunct="1"/>
            <a:r>
              <a:rPr lang="zh-CN" altLang="en-US" dirty="0"/>
              <a:t>在共享式的以太网上，每个设备都处于一个广播域中。</a:t>
            </a:r>
            <a:endParaRPr lang="zh-CN" altLang="en-US" dirty="0"/>
          </a:p>
        </p:txBody>
      </p:sp>
      <p:pic>
        <p:nvPicPr>
          <p:cNvPr id="18444" name="Picture 0" descr="003"/>
          <p:cNvPicPr>
            <a:picLocks noChangeAspect="1"/>
          </p:cNvPicPr>
          <p:nvPr/>
        </p:nvPicPr>
        <p:blipFill>
          <a:blip r:embed="rId1"/>
          <a:stretch>
            <a:fillRect/>
          </a:stretch>
        </p:blipFill>
        <p:spPr>
          <a:xfrm>
            <a:off x="6732588" y="3571875"/>
            <a:ext cx="739775" cy="936625"/>
          </a:xfrm>
          <a:prstGeom prst="rect">
            <a:avLst/>
          </a:prstGeom>
          <a:noFill/>
          <a:ln w="9525">
            <a:noFill/>
          </a:ln>
        </p:spPr>
      </p:pic>
      <p:pic>
        <p:nvPicPr>
          <p:cNvPr id="18445" name="Picture 1" descr="003"/>
          <p:cNvPicPr>
            <a:picLocks noChangeAspect="1"/>
          </p:cNvPicPr>
          <p:nvPr/>
        </p:nvPicPr>
        <p:blipFill>
          <a:blip r:embed="rId1"/>
          <a:stretch>
            <a:fillRect/>
          </a:stretch>
        </p:blipFill>
        <p:spPr>
          <a:xfrm>
            <a:off x="5435600" y="3571875"/>
            <a:ext cx="739775" cy="936625"/>
          </a:xfrm>
          <a:prstGeom prst="rect">
            <a:avLst/>
          </a:prstGeom>
          <a:noFill/>
          <a:ln w="9525">
            <a:noFill/>
          </a:ln>
        </p:spPr>
      </p:pic>
      <p:pic>
        <p:nvPicPr>
          <p:cNvPr id="18446" name="Picture 2" descr="003"/>
          <p:cNvPicPr>
            <a:picLocks noChangeAspect="1"/>
          </p:cNvPicPr>
          <p:nvPr/>
        </p:nvPicPr>
        <p:blipFill>
          <a:blip r:embed="rId1"/>
          <a:stretch>
            <a:fillRect/>
          </a:stretch>
        </p:blipFill>
        <p:spPr>
          <a:xfrm>
            <a:off x="2771775" y="3571875"/>
            <a:ext cx="739775" cy="936625"/>
          </a:xfrm>
          <a:prstGeom prst="rect">
            <a:avLst/>
          </a:prstGeom>
          <a:noFill/>
          <a:ln w="9525">
            <a:noFill/>
          </a:ln>
        </p:spPr>
      </p:pic>
      <p:pic>
        <p:nvPicPr>
          <p:cNvPr id="18447" name="Picture 3" descr="003"/>
          <p:cNvPicPr>
            <a:picLocks noChangeAspect="1"/>
          </p:cNvPicPr>
          <p:nvPr/>
        </p:nvPicPr>
        <p:blipFill>
          <a:blip r:embed="rId1"/>
          <a:stretch>
            <a:fillRect/>
          </a:stretch>
        </p:blipFill>
        <p:spPr>
          <a:xfrm>
            <a:off x="1331913" y="3571875"/>
            <a:ext cx="739775" cy="936625"/>
          </a:xfrm>
          <a:prstGeom prst="rect">
            <a:avLst/>
          </a:prstGeom>
          <a:noFill/>
          <a:ln w="9525">
            <a:noFill/>
          </a:ln>
        </p:spPr>
      </p:pic>
      <p:pic>
        <p:nvPicPr>
          <p:cNvPr id="18448" name="Picture 4"/>
          <p:cNvPicPr>
            <a:picLocks noChangeAspect="1"/>
          </p:cNvPicPr>
          <p:nvPr/>
        </p:nvPicPr>
        <p:blipFill>
          <a:blip r:embed="rId2"/>
          <a:stretch>
            <a:fillRect/>
          </a:stretch>
        </p:blipFill>
        <p:spPr>
          <a:xfrm>
            <a:off x="4284663" y="1843088"/>
            <a:ext cx="652462" cy="925512"/>
          </a:xfrm>
          <a:prstGeom prst="rect">
            <a:avLst/>
          </a:prstGeom>
          <a:noFill/>
          <a:ln w="9525">
            <a:noFill/>
          </a:ln>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14"/>
          <p:cNvSpPr>
            <a:spLocks noGrp="1"/>
          </p:cNvSpPr>
          <p:nvPr>
            <p:ph type="title" idx="4294967295"/>
          </p:nvPr>
        </p:nvSpPr>
        <p:spPr>
          <a:ln/>
        </p:spPr>
        <p:txBody>
          <a:bodyPr vert="horz" wrap="square" lIns="91440" tIns="45720" rIns="91440" bIns="45720" anchor="ctr" anchorCtr="0"/>
          <a:p>
            <a:pPr eaLnBrk="1" hangingPunct="1"/>
            <a:r>
              <a:rPr lang="zh-CN" altLang="en-US" dirty="0"/>
              <a:t>为什么需要分割广播域呢？</a:t>
            </a:r>
            <a:endParaRPr lang="zh-CN" altLang="en-US" dirty="0"/>
          </a:p>
        </p:txBody>
      </p:sp>
      <p:pic>
        <p:nvPicPr>
          <p:cNvPr id="20483" name="Picture 3" descr="image001[1]"/>
          <p:cNvPicPr>
            <a:picLocks noChangeAspect="1"/>
          </p:cNvPicPr>
          <p:nvPr/>
        </p:nvPicPr>
        <p:blipFill>
          <a:blip r:embed="rId1"/>
          <a:stretch>
            <a:fillRect/>
          </a:stretch>
        </p:blipFill>
        <p:spPr>
          <a:xfrm>
            <a:off x="1295400" y="1412875"/>
            <a:ext cx="6858000" cy="5256213"/>
          </a:xfrm>
          <a:prstGeom prst="rect">
            <a:avLst/>
          </a:prstGeom>
          <a:noFill/>
          <a:ln w="9525">
            <a:noFill/>
          </a:ln>
        </p:spPr>
      </p:pic>
      <p:sp>
        <p:nvSpPr>
          <p:cNvPr id="20484" name="Text Box 4"/>
          <p:cNvSpPr txBox="1"/>
          <p:nvPr/>
        </p:nvSpPr>
        <p:spPr>
          <a:xfrm>
            <a:off x="1524000" y="1676400"/>
            <a:ext cx="457200" cy="457200"/>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ea typeface="宋体" panose="02010600030101010101" pitchFamily="2" charset="-122"/>
              </a:rPr>
              <a:t>A</a:t>
            </a:r>
            <a:endParaRPr lang="en-US" altLang="zh-CN" sz="2400" b="1" dirty="0">
              <a:latin typeface="Times New Roman" panose="02020603050405020304" pitchFamily="18" charset="0"/>
              <a:ea typeface="宋体" panose="02010600030101010101" pitchFamily="2" charset="-122"/>
            </a:endParaRPr>
          </a:p>
        </p:txBody>
      </p:sp>
      <p:sp>
        <p:nvSpPr>
          <p:cNvPr id="20485" name="Text Box 5"/>
          <p:cNvSpPr txBox="1"/>
          <p:nvPr/>
        </p:nvSpPr>
        <p:spPr>
          <a:xfrm>
            <a:off x="3581400" y="1676400"/>
            <a:ext cx="457200" cy="457200"/>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ea typeface="宋体" panose="02010600030101010101" pitchFamily="2" charset="-122"/>
              </a:rPr>
              <a:t>B</a:t>
            </a:r>
            <a:endParaRPr lang="en-US" altLang="zh-CN" sz="2400" b="1" dirty="0">
              <a:latin typeface="Times New Roman" panose="02020603050405020304" pitchFamily="18" charset="0"/>
              <a:ea typeface="宋体" panose="02010600030101010101" pitchFamily="2" charset="-122"/>
            </a:endParaRPr>
          </a:p>
        </p:txBody>
      </p:sp>
      <p:pic>
        <p:nvPicPr>
          <p:cNvPr id="20486" name="Picture 7" descr="9"/>
          <p:cNvPicPr>
            <a:picLocks noChangeAspect="1"/>
          </p:cNvPicPr>
          <p:nvPr/>
        </p:nvPicPr>
        <p:blipFill>
          <a:blip r:embed="rId2"/>
          <a:stretch>
            <a:fillRect/>
          </a:stretch>
        </p:blipFill>
        <p:spPr>
          <a:xfrm>
            <a:off x="2771775" y="2773363"/>
            <a:ext cx="935038" cy="439737"/>
          </a:xfrm>
          <a:prstGeom prst="rect">
            <a:avLst/>
          </a:prstGeom>
          <a:noFill/>
          <a:ln w="9525">
            <a:noFill/>
          </a:ln>
        </p:spPr>
      </p:pic>
      <p:pic>
        <p:nvPicPr>
          <p:cNvPr id="20487" name="Picture 8" descr="9"/>
          <p:cNvPicPr>
            <a:picLocks noChangeAspect="1"/>
          </p:cNvPicPr>
          <p:nvPr/>
        </p:nvPicPr>
        <p:blipFill>
          <a:blip r:embed="rId2"/>
          <a:stretch>
            <a:fillRect/>
          </a:stretch>
        </p:blipFill>
        <p:spPr>
          <a:xfrm>
            <a:off x="4859338" y="2773363"/>
            <a:ext cx="935037" cy="439737"/>
          </a:xfrm>
          <a:prstGeom prst="rect">
            <a:avLst/>
          </a:prstGeom>
          <a:noFill/>
          <a:ln w="9525">
            <a:noFill/>
          </a:ln>
        </p:spPr>
      </p:pic>
      <p:pic>
        <p:nvPicPr>
          <p:cNvPr id="20488" name="Picture 11" descr="9"/>
          <p:cNvPicPr>
            <a:picLocks noChangeAspect="1"/>
          </p:cNvPicPr>
          <p:nvPr/>
        </p:nvPicPr>
        <p:blipFill>
          <a:blip r:embed="rId2"/>
          <a:stretch>
            <a:fillRect/>
          </a:stretch>
        </p:blipFill>
        <p:spPr>
          <a:xfrm>
            <a:off x="3779838" y="3781425"/>
            <a:ext cx="935037" cy="439738"/>
          </a:xfrm>
          <a:prstGeom prst="rect">
            <a:avLst/>
          </a:prstGeom>
          <a:noFill/>
          <a:ln w="9525">
            <a:noFill/>
          </a:ln>
        </p:spPr>
      </p:pic>
      <p:pic>
        <p:nvPicPr>
          <p:cNvPr id="20489" name="Picture 12" descr="9"/>
          <p:cNvPicPr>
            <a:picLocks noChangeAspect="1"/>
          </p:cNvPicPr>
          <p:nvPr/>
        </p:nvPicPr>
        <p:blipFill>
          <a:blip r:embed="rId2"/>
          <a:stretch>
            <a:fillRect/>
          </a:stretch>
        </p:blipFill>
        <p:spPr>
          <a:xfrm>
            <a:off x="2771775" y="5005388"/>
            <a:ext cx="935038" cy="439737"/>
          </a:xfrm>
          <a:prstGeom prst="rect">
            <a:avLst/>
          </a:prstGeom>
          <a:noFill/>
          <a:ln w="9525">
            <a:noFill/>
          </a:ln>
        </p:spPr>
      </p:pic>
      <p:pic>
        <p:nvPicPr>
          <p:cNvPr id="20490" name="Picture 13" descr="9"/>
          <p:cNvPicPr>
            <a:picLocks noChangeAspect="1"/>
          </p:cNvPicPr>
          <p:nvPr/>
        </p:nvPicPr>
        <p:blipFill>
          <a:blip r:embed="rId2"/>
          <a:stretch>
            <a:fillRect/>
          </a:stretch>
        </p:blipFill>
        <p:spPr>
          <a:xfrm>
            <a:off x="5003800" y="4933950"/>
            <a:ext cx="935038" cy="439738"/>
          </a:xfrm>
          <a:prstGeom prst="rect">
            <a:avLst/>
          </a:prstGeom>
          <a:noFill/>
          <a:ln w="9525">
            <a:noFill/>
          </a:ln>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506" name="Picture 2" descr="image002[1]"/>
          <p:cNvPicPr>
            <a:picLocks noChangeAspect="1"/>
          </p:cNvPicPr>
          <p:nvPr/>
        </p:nvPicPr>
        <p:blipFill>
          <a:blip r:embed="rId1"/>
          <a:stretch>
            <a:fillRect/>
          </a:stretch>
        </p:blipFill>
        <p:spPr>
          <a:xfrm>
            <a:off x="1219200" y="1412875"/>
            <a:ext cx="6781800" cy="5256213"/>
          </a:xfrm>
          <a:prstGeom prst="rect">
            <a:avLst/>
          </a:prstGeom>
          <a:noFill/>
          <a:ln w="9525">
            <a:noFill/>
          </a:ln>
        </p:spPr>
      </p:pic>
      <p:sp>
        <p:nvSpPr>
          <p:cNvPr id="21507" name="Text Box 3"/>
          <p:cNvSpPr txBox="1"/>
          <p:nvPr/>
        </p:nvSpPr>
        <p:spPr>
          <a:xfrm>
            <a:off x="1371600" y="1676400"/>
            <a:ext cx="457200" cy="457200"/>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ea typeface="宋体" panose="02010600030101010101" pitchFamily="2" charset="-122"/>
              </a:rPr>
              <a:t>A</a:t>
            </a:r>
            <a:endParaRPr lang="en-US" altLang="zh-CN" sz="2400" b="1" dirty="0">
              <a:latin typeface="Times New Roman" panose="02020603050405020304" pitchFamily="18" charset="0"/>
              <a:ea typeface="宋体" panose="02010600030101010101" pitchFamily="2" charset="-122"/>
            </a:endParaRPr>
          </a:p>
        </p:txBody>
      </p:sp>
      <p:sp>
        <p:nvSpPr>
          <p:cNvPr id="21508" name="Text Box 4"/>
          <p:cNvSpPr txBox="1"/>
          <p:nvPr/>
        </p:nvSpPr>
        <p:spPr>
          <a:xfrm>
            <a:off x="3429000" y="1676400"/>
            <a:ext cx="457200" cy="457200"/>
          </a:xfrm>
          <a:prstGeom prst="rect">
            <a:avLst/>
          </a:prstGeom>
          <a:noFill/>
          <a:ln w="9525">
            <a:noFill/>
          </a:ln>
        </p:spPr>
        <p:txBody>
          <a:bodyPr>
            <a:spAutoFit/>
          </a:bodyPr>
          <a:p>
            <a:pPr eaLnBrk="1" hangingPunct="1">
              <a:spcBef>
                <a:spcPct val="50000"/>
              </a:spcBef>
            </a:pPr>
            <a:r>
              <a:rPr lang="en-US" altLang="zh-CN" sz="2400" b="1" dirty="0">
                <a:latin typeface="Times New Roman" panose="02020603050405020304" pitchFamily="18" charset="0"/>
                <a:ea typeface="宋体" panose="02010600030101010101" pitchFamily="2" charset="-122"/>
              </a:rPr>
              <a:t>B</a:t>
            </a:r>
            <a:endParaRPr lang="en-US" altLang="zh-CN" sz="2400" b="1" dirty="0">
              <a:latin typeface="Times New Roman" panose="02020603050405020304" pitchFamily="18" charset="0"/>
              <a:ea typeface="宋体" panose="02010600030101010101" pitchFamily="2" charset="-122"/>
            </a:endParaRPr>
          </a:p>
        </p:txBody>
      </p:sp>
      <p:sp>
        <p:nvSpPr>
          <p:cNvPr id="21509" name="Rectangle 14"/>
          <p:cNvSpPr>
            <a:spLocks noGrp="1"/>
          </p:cNvSpPr>
          <p:nvPr>
            <p:ph type="title" idx="4294967295"/>
          </p:nvPr>
        </p:nvSpPr>
        <p:spPr>
          <a:ln/>
        </p:spPr>
        <p:txBody>
          <a:bodyPr vert="horz" wrap="square" lIns="91440" tIns="45720" rIns="91440" bIns="45720" anchor="ctr" anchorCtr="0"/>
          <a:p>
            <a:pPr eaLnBrk="1" hangingPunct="1"/>
            <a:r>
              <a:rPr lang="zh-CN" altLang="en-US" dirty="0"/>
              <a:t>广播的影响 </a:t>
            </a:r>
            <a:endParaRPr lang="zh-CN" altLang="en-US" dirty="0"/>
          </a:p>
        </p:txBody>
      </p:sp>
      <p:pic>
        <p:nvPicPr>
          <p:cNvPr id="21510" name="Picture 9" descr="9"/>
          <p:cNvPicPr>
            <a:picLocks noChangeAspect="1"/>
          </p:cNvPicPr>
          <p:nvPr/>
        </p:nvPicPr>
        <p:blipFill>
          <a:blip r:embed="rId2"/>
          <a:stretch>
            <a:fillRect/>
          </a:stretch>
        </p:blipFill>
        <p:spPr>
          <a:xfrm>
            <a:off x="2627313" y="2773363"/>
            <a:ext cx="935037" cy="439737"/>
          </a:xfrm>
          <a:prstGeom prst="rect">
            <a:avLst/>
          </a:prstGeom>
          <a:noFill/>
          <a:ln w="9525">
            <a:noFill/>
          </a:ln>
        </p:spPr>
      </p:pic>
      <p:pic>
        <p:nvPicPr>
          <p:cNvPr id="21511" name="Picture 10" descr="9"/>
          <p:cNvPicPr>
            <a:picLocks noChangeAspect="1"/>
          </p:cNvPicPr>
          <p:nvPr/>
        </p:nvPicPr>
        <p:blipFill>
          <a:blip r:embed="rId2"/>
          <a:stretch>
            <a:fillRect/>
          </a:stretch>
        </p:blipFill>
        <p:spPr>
          <a:xfrm>
            <a:off x="4714875" y="2773363"/>
            <a:ext cx="935038" cy="439737"/>
          </a:xfrm>
          <a:prstGeom prst="rect">
            <a:avLst/>
          </a:prstGeom>
          <a:noFill/>
          <a:ln w="9525">
            <a:noFill/>
          </a:ln>
        </p:spPr>
      </p:pic>
      <p:pic>
        <p:nvPicPr>
          <p:cNvPr id="21512" name="Picture 11" descr="9"/>
          <p:cNvPicPr>
            <a:picLocks noChangeAspect="1"/>
          </p:cNvPicPr>
          <p:nvPr/>
        </p:nvPicPr>
        <p:blipFill>
          <a:blip r:embed="rId2"/>
          <a:stretch>
            <a:fillRect/>
          </a:stretch>
        </p:blipFill>
        <p:spPr>
          <a:xfrm>
            <a:off x="3635375" y="3781425"/>
            <a:ext cx="935038" cy="439738"/>
          </a:xfrm>
          <a:prstGeom prst="rect">
            <a:avLst/>
          </a:prstGeom>
          <a:noFill/>
          <a:ln w="9525">
            <a:noFill/>
          </a:ln>
        </p:spPr>
      </p:pic>
      <p:pic>
        <p:nvPicPr>
          <p:cNvPr id="21513" name="Picture 12" descr="9"/>
          <p:cNvPicPr>
            <a:picLocks noChangeAspect="1"/>
          </p:cNvPicPr>
          <p:nvPr/>
        </p:nvPicPr>
        <p:blipFill>
          <a:blip r:embed="rId2"/>
          <a:stretch>
            <a:fillRect/>
          </a:stretch>
        </p:blipFill>
        <p:spPr>
          <a:xfrm>
            <a:off x="2627313" y="4941888"/>
            <a:ext cx="935037" cy="439737"/>
          </a:xfrm>
          <a:prstGeom prst="rect">
            <a:avLst/>
          </a:prstGeom>
          <a:noFill/>
          <a:ln w="9525">
            <a:noFill/>
          </a:ln>
        </p:spPr>
      </p:pic>
      <p:pic>
        <p:nvPicPr>
          <p:cNvPr id="21514" name="Picture 13" descr="9"/>
          <p:cNvPicPr>
            <a:picLocks noChangeAspect="1"/>
          </p:cNvPicPr>
          <p:nvPr/>
        </p:nvPicPr>
        <p:blipFill>
          <a:blip r:embed="rId2"/>
          <a:stretch>
            <a:fillRect/>
          </a:stretch>
        </p:blipFill>
        <p:spPr>
          <a:xfrm>
            <a:off x="4859338" y="4949825"/>
            <a:ext cx="935037" cy="439738"/>
          </a:xfrm>
          <a:prstGeom prst="rect">
            <a:avLst/>
          </a:prstGeom>
          <a:noFill/>
          <a:ln w="9525">
            <a:noFill/>
          </a:ln>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4"/>
          <p:cNvSpPr>
            <a:spLocks noGrp="1"/>
          </p:cNvSpPr>
          <p:nvPr>
            <p:ph type="title" idx="4294967295"/>
          </p:nvPr>
        </p:nvSpPr>
        <p:spPr>
          <a:ln/>
        </p:spPr>
        <p:txBody>
          <a:bodyPr vert="horz" wrap="square" lIns="91440" tIns="45720" rIns="91440" bIns="45720" anchor="ctr" anchorCtr="0"/>
          <a:p>
            <a:pPr eaLnBrk="1" hangingPunct="1"/>
            <a:r>
              <a:rPr lang="zh-CN" altLang="en-US" dirty="0"/>
              <a:t>广播信息真是那么频繁出现的吗</a:t>
            </a:r>
            <a:r>
              <a:rPr lang="en-US" altLang="zh-CN" dirty="0"/>
              <a:t>?</a:t>
            </a:r>
            <a:endParaRPr lang="en-US" altLang="zh-CN" dirty="0"/>
          </a:p>
        </p:txBody>
      </p:sp>
      <p:sp>
        <p:nvSpPr>
          <p:cNvPr id="22531" name="Rectangle 5"/>
          <p:cNvSpPr>
            <a:spLocks noGrp="1"/>
          </p:cNvSpPr>
          <p:nvPr>
            <p:ph type="body" idx="4294967295"/>
          </p:nvPr>
        </p:nvSpPr>
        <p:spPr>
          <a:ln/>
        </p:spPr>
        <p:txBody>
          <a:bodyPr vert="horz" wrap="square" lIns="91440" tIns="45720" rIns="91440" bIns="45720" anchor="t" anchorCtr="0"/>
          <a:p>
            <a:pPr eaLnBrk="1" hangingPunct="1"/>
            <a:r>
              <a:rPr lang="en-US" altLang="zh-CN" sz="2100" dirty="0"/>
              <a:t>ARP</a:t>
            </a:r>
            <a:r>
              <a:rPr lang="zh-CN" altLang="en-US" sz="2100" dirty="0"/>
              <a:t>请求：建立</a:t>
            </a:r>
            <a:r>
              <a:rPr lang="en-US" altLang="zh-CN" sz="2100" dirty="0"/>
              <a:t>IP</a:t>
            </a:r>
            <a:r>
              <a:rPr lang="zh-CN" altLang="en-US" sz="2100" dirty="0"/>
              <a:t>地址和</a:t>
            </a:r>
            <a:r>
              <a:rPr lang="en-US" altLang="zh-CN" sz="2100" dirty="0"/>
              <a:t>MAC</a:t>
            </a:r>
            <a:r>
              <a:rPr lang="zh-CN" altLang="en-US" sz="2100" dirty="0"/>
              <a:t>地址的映射关系。</a:t>
            </a:r>
            <a:endParaRPr lang="zh-CN" altLang="en-US" sz="2100" dirty="0"/>
          </a:p>
          <a:p>
            <a:pPr eaLnBrk="1" hangingPunct="1"/>
            <a:r>
              <a:rPr lang="en-US" altLang="zh-CN" sz="2100" dirty="0"/>
              <a:t>RIP</a:t>
            </a:r>
            <a:r>
              <a:rPr lang="zh-CN" altLang="en-US" sz="2100" dirty="0"/>
              <a:t>：一种路由协议。</a:t>
            </a:r>
            <a:endParaRPr lang="zh-CN" altLang="en-US" sz="2100" dirty="0"/>
          </a:p>
          <a:p>
            <a:pPr eaLnBrk="1" hangingPunct="1"/>
            <a:r>
              <a:rPr lang="en-US" altLang="zh-CN" sz="2100" dirty="0"/>
              <a:t>DHCP</a:t>
            </a:r>
            <a:r>
              <a:rPr lang="zh-CN" altLang="en-US" sz="2100" dirty="0"/>
              <a:t>：用于自动设定</a:t>
            </a:r>
            <a:r>
              <a:rPr lang="en-US" altLang="zh-CN" sz="2100" dirty="0"/>
              <a:t>IP</a:t>
            </a:r>
            <a:r>
              <a:rPr lang="zh-CN" altLang="en-US" sz="2100" dirty="0"/>
              <a:t>地址的协议。</a:t>
            </a:r>
            <a:endParaRPr lang="zh-CN" altLang="en-US" sz="2100" dirty="0"/>
          </a:p>
          <a:p>
            <a:pPr eaLnBrk="1" hangingPunct="1"/>
            <a:r>
              <a:rPr lang="en-US" altLang="zh-CN" sz="2100" dirty="0"/>
              <a:t>NetBEUI</a:t>
            </a:r>
            <a:r>
              <a:rPr lang="zh-CN" altLang="en-US" sz="2100" dirty="0"/>
              <a:t>：</a:t>
            </a:r>
            <a:r>
              <a:rPr lang="en-US" altLang="zh-CN" sz="2100" dirty="0"/>
              <a:t>Windows</a:t>
            </a:r>
            <a:r>
              <a:rPr lang="zh-CN" altLang="en-US" sz="2100" dirty="0"/>
              <a:t>下使用的网络协议。</a:t>
            </a:r>
            <a:endParaRPr lang="zh-CN" altLang="en-US" sz="2100" dirty="0"/>
          </a:p>
          <a:p>
            <a:pPr eaLnBrk="1" hangingPunct="1"/>
            <a:r>
              <a:rPr lang="en-US" altLang="zh-CN" sz="2100" dirty="0"/>
              <a:t>IPX</a:t>
            </a:r>
            <a:r>
              <a:rPr lang="zh-CN" altLang="en-US" sz="2100" dirty="0"/>
              <a:t>：</a:t>
            </a:r>
            <a:r>
              <a:rPr lang="en-US" altLang="zh-CN" sz="2100" dirty="0"/>
              <a:t>Novell Netware</a:t>
            </a:r>
            <a:r>
              <a:rPr lang="zh-CN" altLang="en-US" sz="2100" dirty="0"/>
              <a:t>使用的网络协议。</a:t>
            </a:r>
            <a:endParaRPr lang="zh-CN" altLang="en-US" sz="2100" dirty="0"/>
          </a:p>
          <a:p>
            <a:pPr eaLnBrk="1" hangingPunct="1"/>
            <a:endParaRPr lang="zh-CN" altLang="en-US" sz="2100" dirty="0"/>
          </a:p>
          <a:p>
            <a:pPr eaLnBrk="1" hangingPunct="1"/>
            <a:r>
              <a:rPr lang="zh-CN" altLang="en-US" sz="2100" dirty="0"/>
              <a:t>    如果整个网络只有一个广播域，那么一旦发出广播信息，就会传遍整个网络，并且对网络中的主机带来额外的负担。因此，在设计</a:t>
            </a:r>
            <a:r>
              <a:rPr lang="en-US" altLang="zh-CN" sz="2100" dirty="0"/>
              <a:t>LAN</a:t>
            </a:r>
            <a:r>
              <a:rPr lang="zh-CN" altLang="en-US" sz="2100" dirty="0"/>
              <a:t>时，需要注意如何才能有效地分割广播域。</a:t>
            </a:r>
            <a:endParaRPr lang="zh-CN" altLang="en-US" sz="2100"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4"/>
          <p:cNvSpPr/>
          <p:nvPr/>
        </p:nvSpPr>
        <p:spPr>
          <a:xfrm>
            <a:off x="2555875" y="1844675"/>
            <a:ext cx="4897438" cy="2305050"/>
          </a:xfrm>
          <a:prstGeom prst="rect">
            <a:avLst/>
          </a:prstGeom>
          <a:noFill/>
          <a:ln w="9525">
            <a:noFill/>
          </a:ln>
        </p:spPr>
        <p:txBody>
          <a:bodyPr/>
          <a:p>
            <a:pPr marL="342900" indent="-342900" eaLnBrk="1" hangingPunct="1">
              <a:spcBef>
                <a:spcPct val="50000"/>
              </a:spcBef>
              <a:buClr>
                <a:schemeClr val="tx2"/>
              </a:buClr>
              <a:buSzPct val="105000"/>
              <a:buFont typeface="Wingdings" panose="05000000000000000000" pitchFamily="2" charset="2"/>
            </a:pPr>
            <a:r>
              <a:rPr lang="zh-CN" altLang="en-US" sz="3200" dirty="0">
                <a:latin typeface="Arial" panose="020B0604020202020204" pitchFamily="34" charset="0"/>
                <a:ea typeface="宋体" panose="02010600030101010101" pitchFamily="2" charset="-122"/>
              </a:rPr>
              <a:t>路由器</a:t>
            </a:r>
            <a:endParaRPr lang="zh-CN" altLang="en-US" sz="3200" dirty="0">
              <a:latin typeface="Arial" panose="020B0604020202020204" pitchFamily="34" charset="0"/>
              <a:ea typeface="宋体" panose="02010600030101010101" pitchFamily="2" charset="-122"/>
            </a:endParaRPr>
          </a:p>
          <a:p>
            <a:pPr marL="342900" indent="-342900" eaLnBrk="1" hangingPunct="1">
              <a:spcBef>
                <a:spcPct val="50000"/>
              </a:spcBef>
              <a:buClr>
                <a:schemeClr val="tx2"/>
              </a:buClr>
              <a:buSzPct val="105000"/>
              <a:buFont typeface="Wingdings" panose="05000000000000000000" pitchFamily="2" charset="2"/>
            </a:pPr>
            <a:r>
              <a:rPr lang="en-US" altLang="zh-CN" sz="3200" dirty="0">
                <a:latin typeface="Arial" panose="020B0604020202020204" pitchFamily="34" charset="0"/>
                <a:ea typeface="宋体" panose="02010600030101010101" pitchFamily="2" charset="-122"/>
              </a:rPr>
              <a:t>vlan</a:t>
            </a:r>
            <a:endParaRPr lang="en-US" altLang="zh-CN" sz="3200" dirty="0">
              <a:latin typeface="Arial" panose="020B0604020202020204" pitchFamily="34" charset="0"/>
              <a:ea typeface="宋体" panose="02010600030101010101" pitchFamily="2" charset="-122"/>
            </a:endParaRPr>
          </a:p>
          <a:p>
            <a:pPr marL="342900" indent="-342900" eaLnBrk="1" hangingPunct="1">
              <a:spcBef>
                <a:spcPct val="50000"/>
              </a:spcBef>
              <a:buClr>
                <a:schemeClr val="tx2"/>
              </a:buClr>
              <a:buSzPct val="105000"/>
              <a:buFont typeface="Wingdings" panose="05000000000000000000" pitchFamily="2" charset="2"/>
            </a:pPr>
            <a:r>
              <a:rPr lang="en-US" altLang="zh-CN" sz="3600" b="1" dirty="0">
                <a:solidFill>
                  <a:srgbClr val="FF0000"/>
                </a:solidFill>
                <a:latin typeface="Arial" panose="020B0604020202020204" pitchFamily="34" charset="0"/>
                <a:ea typeface="宋体" panose="02010600030101010101" pitchFamily="2" charset="-122"/>
              </a:rPr>
              <a:t>  </a:t>
            </a:r>
            <a:endParaRPr lang="en-US" altLang="zh-CN" sz="3600" b="1" dirty="0">
              <a:solidFill>
                <a:srgbClr val="FF0000"/>
              </a:solidFill>
              <a:latin typeface="Arial" panose="020B0604020202020204" pitchFamily="34" charset="0"/>
              <a:ea typeface="宋体" panose="02010600030101010101" pitchFamily="2" charset="-122"/>
            </a:endParaRPr>
          </a:p>
        </p:txBody>
      </p:sp>
      <p:sp>
        <p:nvSpPr>
          <p:cNvPr id="23555" name="Rectangle 7"/>
          <p:cNvSpPr>
            <a:spLocks noGrp="1"/>
          </p:cNvSpPr>
          <p:nvPr>
            <p:ph type="title" idx="4294967295"/>
          </p:nvPr>
        </p:nvSpPr>
        <p:spPr>
          <a:ln/>
        </p:spPr>
        <p:txBody>
          <a:bodyPr vert="horz" wrap="square" lIns="91440" tIns="45720" rIns="91440" bIns="45720" anchor="ctr" anchorCtr="0"/>
          <a:p>
            <a:pPr eaLnBrk="1" hangingPunct="1"/>
            <a:r>
              <a:rPr lang="zh-CN" altLang="en-US" dirty="0"/>
              <a:t>如何分割广播域？？</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554">
                                            <p:txEl>
                                              <p:charRg st="0" end="4"/>
                                            </p:txEl>
                                          </p:spTgt>
                                        </p:tgtEl>
                                        <p:attrNameLst>
                                          <p:attrName>style.visibility</p:attrName>
                                        </p:attrNameLst>
                                      </p:cBhvr>
                                      <p:to>
                                        <p:strVal val="visible"/>
                                      </p:to>
                                    </p:set>
                                    <p:anim calcmode="lin" valueType="num">
                                      <p:cBhvr additive="base">
                                        <p:cTn id="7" dur="500" fill="hold"/>
                                        <p:tgtEl>
                                          <p:spTgt spid="23554">
                                            <p:txEl>
                                              <p:charRg st="0"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4">
                                            <p:txEl>
                                              <p:charRg st="0"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3554">
                                            <p:txEl>
                                              <p:charRg st="4" end="9"/>
                                            </p:txEl>
                                          </p:spTgt>
                                        </p:tgtEl>
                                        <p:attrNameLst>
                                          <p:attrName>style.visibility</p:attrName>
                                        </p:attrNameLst>
                                      </p:cBhvr>
                                      <p:to>
                                        <p:strVal val="visible"/>
                                      </p:to>
                                    </p:set>
                                    <p:anim calcmode="lin" valueType="num">
                                      <p:cBhvr additive="base">
                                        <p:cTn id="13" dur="500" fill="hold"/>
                                        <p:tgtEl>
                                          <p:spTgt spid="23554">
                                            <p:txEl>
                                              <p:charRg st="4" end="9"/>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3554">
                                            <p:txEl>
                                              <p:charRg st="4" end="9"/>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3554">
                                            <p:txEl>
                                              <p:charRg st="9" end="12"/>
                                            </p:txEl>
                                          </p:spTgt>
                                        </p:tgtEl>
                                        <p:attrNameLst>
                                          <p:attrName>style.visibility</p:attrName>
                                        </p:attrNameLst>
                                      </p:cBhvr>
                                      <p:to>
                                        <p:strVal val="visible"/>
                                      </p:to>
                                    </p:set>
                                    <p:anim calcmode="lin" valueType="num">
                                      <p:cBhvr additive="base">
                                        <p:cTn id="19" dur="500" fill="hold"/>
                                        <p:tgtEl>
                                          <p:spTgt spid="23554">
                                            <p:txEl>
                                              <p:charRg st="9" end="1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3554">
                                            <p:txEl>
                                              <p:charRg st="9"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58"/>
          <p:cNvSpPr>
            <a:spLocks noGrp="1"/>
          </p:cNvSpPr>
          <p:nvPr>
            <p:ph type="title" idx="4294967295"/>
          </p:nvPr>
        </p:nvSpPr>
        <p:spPr>
          <a:ln/>
        </p:spPr>
        <p:txBody>
          <a:bodyPr vert="horz" wrap="square" lIns="91440" tIns="45720" rIns="91440" bIns="45720" anchor="ctr" anchorCtr="0"/>
          <a:p>
            <a:pPr eaLnBrk="1" hangingPunct="1"/>
            <a:r>
              <a:rPr lang="zh-CN" altLang="en-US" dirty="0"/>
              <a:t>目录</a:t>
            </a:r>
            <a:endParaRPr lang="zh-CN" altLang="en-US" dirty="0"/>
          </a:p>
        </p:txBody>
      </p:sp>
      <p:sp>
        <p:nvSpPr>
          <p:cNvPr id="24579" name="Rectangle 59"/>
          <p:cNvSpPr>
            <a:spLocks noGrp="1"/>
          </p:cNvSpPr>
          <p:nvPr>
            <p:ph type="body" idx="4294967295"/>
          </p:nvPr>
        </p:nvSpPr>
        <p:spPr>
          <a:ln/>
        </p:spPr>
        <p:txBody>
          <a:bodyPr vert="horz" wrap="square" lIns="91440" tIns="45720" rIns="91440" bIns="45720" anchor="t" anchorCtr="0"/>
          <a:p>
            <a:pPr eaLnBrk="1" hangingPunct="1"/>
            <a:r>
              <a:rPr lang="en-US" altLang="zh-CN" dirty="0">
                <a:solidFill>
                  <a:schemeClr val="bg2"/>
                </a:solidFill>
              </a:rPr>
              <a:t>Vlan</a:t>
            </a:r>
            <a:r>
              <a:rPr lang="zh-CN" altLang="en-US" dirty="0">
                <a:solidFill>
                  <a:schemeClr val="bg2"/>
                </a:solidFill>
              </a:rPr>
              <a:t>概述</a:t>
            </a:r>
            <a:endParaRPr lang="zh-CN" altLang="en-US" dirty="0">
              <a:solidFill>
                <a:schemeClr val="bg2"/>
              </a:solidFill>
            </a:endParaRPr>
          </a:p>
          <a:p>
            <a:pPr eaLnBrk="1" hangingPunct="1"/>
            <a:r>
              <a:rPr lang="en-US" altLang="zh-CN" dirty="0"/>
              <a:t>Vlan</a:t>
            </a:r>
            <a:r>
              <a:rPr lang="zh-CN" altLang="en-US" dirty="0"/>
              <a:t>的工作原理</a:t>
            </a:r>
            <a:endParaRPr lang="zh-CN" altLang="en-US" dirty="0"/>
          </a:p>
          <a:p>
            <a:pPr eaLnBrk="1" hangingPunct="1"/>
            <a:r>
              <a:rPr lang="en-US" altLang="zh-CN" dirty="0">
                <a:solidFill>
                  <a:schemeClr val="bg2"/>
                </a:solidFill>
              </a:rPr>
              <a:t>Vlan</a:t>
            </a:r>
            <a:r>
              <a:rPr lang="zh-CN" altLang="en-US" dirty="0">
                <a:solidFill>
                  <a:schemeClr val="bg2"/>
                </a:solidFill>
              </a:rPr>
              <a:t>的标准</a:t>
            </a:r>
            <a:endParaRPr lang="zh-CN" altLang="en-US" dirty="0">
              <a:solidFill>
                <a:schemeClr val="bg2"/>
              </a:solidFill>
            </a:endParaRPr>
          </a:p>
          <a:p>
            <a:pPr eaLnBrk="1" hangingPunct="1"/>
            <a:r>
              <a:rPr lang="en-US" altLang="zh-CN" dirty="0">
                <a:solidFill>
                  <a:schemeClr val="bg2"/>
                </a:solidFill>
              </a:rPr>
              <a:t>Vlan</a:t>
            </a:r>
            <a:r>
              <a:rPr lang="zh-CN" altLang="en-US" dirty="0">
                <a:solidFill>
                  <a:schemeClr val="bg2"/>
                </a:solidFill>
              </a:rPr>
              <a:t>的应用</a:t>
            </a:r>
            <a:endParaRPr lang="zh-CN" altLang="en-US" dirty="0">
              <a:solidFill>
                <a:schemeClr val="bg2"/>
              </a:solidFill>
            </a:endParaRPr>
          </a:p>
          <a:p>
            <a:pPr eaLnBrk="1" hangingPunct="1"/>
            <a:endParaRPr lang="en-US" altLang="zh-CN" dirty="0">
              <a:solidFill>
                <a:schemeClr val="bg2"/>
              </a:solidFill>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p:cNvSpPr>
          <p:nvPr>
            <p:ph type="title" idx="4294967295"/>
          </p:nvPr>
        </p:nvSpPr>
        <p:spPr>
          <a:ln/>
        </p:spPr>
        <p:txBody>
          <a:bodyPr vert="horz" wrap="square" lIns="91440" tIns="45720" rIns="91440" bIns="45720" anchor="ctr" anchorCtr="0"/>
          <a:p>
            <a:pPr eaLnBrk="1" hangingPunct="1"/>
            <a:r>
              <a:rPr lang="zh-CN" altLang="en-US" dirty="0"/>
              <a:t>单机</a:t>
            </a:r>
            <a:r>
              <a:rPr lang="en-US" altLang="zh-CN" dirty="0"/>
              <a:t>VLAN</a:t>
            </a:r>
            <a:r>
              <a:rPr lang="zh-CN" altLang="en-US" dirty="0"/>
              <a:t>的工作</a:t>
            </a:r>
            <a:endParaRPr lang="zh-CN" altLang="en-US" dirty="0"/>
          </a:p>
        </p:txBody>
      </p:sp>
      <p:sp>
        <p:nvSpPr>
          <p:cNvPr id="25603" name="Rectangle 6"/>
          <p:cNvSpPr/>
          <p:nvPr/>
        </p:nvSpPr>
        <p:spPr>
          <a:xfrm>
            <a:off x="2411413" y="1506538"/>
            <a:ext cx="3959225" cy="936625"/>
          </a:xfrm>
          <a:prstGeom prst="rect">
            <a:avLst/>
          </a:prstGeom>
          <a:solidFill>
            <a:schemeClr val="bg1"/>
          </a:solidFill>
          <a:ln w="28575" cap="flat" cmpd="sng">
            <a:solidFill>
              <a:schemeClr val="tx1"/>
            </a:solidFill>
            <a:prstDash val="solid"/>
            <a:miter/>
            <a:headEnd type="none" w="med" len="med"/>
            <a:tailEnd type="none" w="med" len="med"/>
          </a:ln>
        </p:spPr>
        <p:txBody>
          <a:bodyPr wrap="none" lIns="82124" tIns="41061" rIns="82124" bIns="41061" anchor="ctr" anchorCtr="0"/>
          <a:p>
            <a:pPr eaLnBrk="1" hangingPunct="1">
              <a:lnSpc>
                <a:spcPct val="90000"/>
              </a:lnSpc>
              <a:spcBef>
                <a:spcPct val="50000"/>
              </a:spcBef>
            </a:pPr>
            <a:endParaRPr lang="zh-CN" altLang="en-US" dirty="0">
              <a:latin typeface="宋体" panose="02010600030101010101" pitchFamily="2" charset="-122"/>
            </a:endParaRPr>
          </a:p>
        </p:txBody>
      </p:sp>
      <p:sp>
        <p:nvSpPr>
          <p:cNvPr id="25604" name="Text Box 13"/>
          <p:cNvSpPr txBox="1"/>
          <p:nvPr/>
        </p:nvSpPr>
        <p:spPr>
          <a:xfrm>
            <a:off x="2987675" y="1506538"/>
            <a:ext cx="288925" cy="357187"/>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1</a:t>
            </a:r>
            <a:endParaRPr lang="en-US" altLang="zh-CN" dirty="0">
              <a:latin typeface="宋体" panose="02010600030101010101" pitchFamily="2" charset="-122"/>
            </a:endParaRPr>
          </a:p>
        </p:txBody>
      </p:sp>
      <p:sp>
        <p:nvSpPr>
          <p:cNvPr id="25605" name="Text Box 14"/>
          <p:cNvSpPr txBox="1"/>
          <p:nvPr/>
        </p:nvSpPr>
        <p:spPr>
          <a:xfrm>
            <a:off x="3779838" y="1506538"/>
            <a:ext cx="288925" cy="357187"/>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2</a:t>
            </a:r>
            <a:endParaRPr lang="en-US" altLang="zh-CN" dirty="0">
              <a:latin typeface="宋体" panose="02010600030101010101" pitchFamily="2" charset="-122"/>
            </a:endParaRPr>
          </a:p>
        </p:txBody>
      </p:sp>
      <p:sp>
        <p:nvSpPr>
          <p:cNvPr id="25606" name="Text Box 15"/>
          <p:cNvSpPr txBox="1"/>
          <p:nvPr/>
        </p:nvSpPr>
        <p:spPr>
          <a:xfrm>
            <a:off x="4572000" y="1506538"/>
            <a:ext cx="288925" cy="357187"/>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3</a:t>
            </a:r>
            <a:endParaRPr lang="en-US" altLang="zh-CN" dirty="0">
              <a:latin typeface="宋体" panose="02010600030101010101" pitchFamily="2" charset="-122"/>
            </a:endParaRPr>
          </a:p>
        </p:txBody>
      </p:sp>
      <p:sp>
        <p:nvSpPr>
          <p:cNvPr id="25607" name="Text Box 16"/>
          <p:cNvSpPr txBox="1"/>
          <p:nvPr/>
        </p:nvSpPr>
        <p:spPr>
          <a:xfrm>
            <a:off x="5364163" y="1506538"/>
            <a:ext cx="288925" cy="357187"/>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4</a:t>
            </a:r>
            <a:endParaRPr lang="en-US" altLang="zh-CN" dirty="0">
              <a:latin typeface="宋体" panose="02010600030101010101" pitchFamily="2" charset="-122"/>
            </a:endParaRPr>
          </a:p>
        </p:txBody>
      </p:sp>
      <p:sp>
        <p:nvSpPr>
          <p:cNvPr id="25608" name="Text Box 30"/>
          <p:cNvSpPr txBox="1"/>
          <p:nvPr/>
        </p:nvSpPr>
        <p:spPr>
          <a:xfrm>
            <a:off x="1979613" y="5754688"/>
            <a:ext cx="1657350" cy="411162"/>
          </a:xfrm>
          <a:prstGeom prst="rect">
            <a:avLst/>
          </a:prstGeom>
          <a:noFill/>
          <a:ln w="9525">
            <a:noFill/>
          </a:ln>
        </p:spPr>
        <p:txBody>
          <a:bodyPr lIns="82124" tIns="41061" rIns="82124" bIns="41061">
            <a:spAutoFit/>
          </a:bodyPr>
          <a:p>
            <a:pPr eaLnBrk="1" hangingPunct="1">
              <a:lnSpc>
                <a:spcPct val="90000"/>
              </a:lnSpc>
              <a:spcBef>
                <a:spcPct val="50000"/>
              </a:spcBef>
            </a:pPr>
            <a:r>
              <a:rPr lang="zh-CN" altLang="en-US" sz="2400" b="1" dirty="0">
                <a:solidFill>
                  <a:srgbClr val="3333FF"/>
                </a:solidFill>
                <a:latin typeface="宋体" panose="02010600030101010101" pitchFamily="2" charset="-122"/>
              </a:rPr>
              <a:t>市场部</a:t>
            </a:r>
            <a:endParaRPr lang="zh-CN" altLang="en-US" sz="2400" b="1" dirty="0">
              <a:solidFill>
                <a:srgbClr val="3333FF"/>
              </a:solidFill>
              <a:latin typeface="宋体" panose="02010600030101010101" pitchFamily="2" charset="-122"/>
            </a:endParaRPr>
          </a:p>
        </p:txBody>
      </p:sp>
      <p:sp>
        <p:nvSpPr>
          <p:cNvPr id="25609" name="Text Box 31"/>
          <p:cNvSpPr txBox="1"/>
          <p:nvPr/>
        </p:nvSpPr>
        <p:spPr>
          <a:xfrm>
            <a:off x="5867400" y="5754688"/>
            <a:ext cx="1657350" cy="411162"/>
          </a:xfrm>
          <a:prstGeom prst="rect">
            <a:avLst/>
          </a:prstGeom>
          <a:noFill/>
          <a:ln w="9525">
            <a:noFill/>
          </a:ln>
        </p:spPr>
        <p:txBody>
          <a:bodyPr lIns="82124" tIns="41061" rIns="82124" bIns="41061">
            <a:spAutoFit/>
          </a:bodyPr>
          <a:p>
            <a:pPr eaLnBrk="1" hangingPunct="1">
              <a:lnSpc>
                <a:spcPct val="90000"/>
              </a:lnSpc>
              <a:spcBef>
                <a:spcPct val="50000"/>
              </a:spcBef>
            </a:pPr>
            <a:r>
              <a:rPr lang="zh-CN" altLang="en-US" sz="2400" b="1" dirty="0">
                <a:solidFill>
                  <a:srgbClr val="3333FF"/>
                </a:solidFill>
                <a:latin typeface="宋体" panose="02010600030101010101" pitchFamily="2" charset="-122"/>
              </a:rPr>
              <a:t>财务部</a:t>
            </a:r>
            <a:endParaRPr lang="zh-CN" altLang="en-US" sz="2400" b="1" dirty="0">
              <a:solidFill>
                <a:srgbClr val="3333FF"/>
              </a:solidFill>
              <a:latin typeface="宋体" panose="02010600030101010101" pitchFamily="2" charset="-122"/>
            </a:endParaRPr>
          </a:p>
        </p:txBody>
      </p:sp>
      <p:sp>
        <p:nvSpPr>
          <p:cNvPr id="25610" name="Text Box 32"/>
          <p:cNvSpPr txBox="1"/>
          <p:nvPr/>
        </p:nvSpPr>
        <p:spPr>
          <a:xfrm>
            <a:off x="900113" y="1722438"/>
            <a:ext cx="1511300" cy="357187"/>
          </a:xfrm>
          <a:prstGeom prst="rect">
            <a:avLst/>
          </a:prstGeom>
          <a:noFill/>
          <a:ln w="9525">
            <a:noFill/>
          </a:ln>
        </p:spPr>
        <p:txBody>
          <a:bodyPr lIns="82124" tIns="41061" rIns="82124" bIns="41061">
            <a:spAutoFit/>
          </a:bodyPr>
          <a:p>
            <a:pPr eaLnBrk="1" hangingPunct="1">
              <a:lnSpc>
                <a:spcPct val="90000"/>
              </a:lnSpc>
              <a:spcBef>
                <a:spcPct val="50000"/>
              </a:spcBef>
            </a:pPr>
            <a:r>
              <a:rPr lang="zh-CN" altLang="en-US" b="1" dirty="0">
                <a:solidFill>
                  <a:srgbClr val="3333FF"/>
                </a:solidFill>
                <a:latin typeface="宋体" panose="02010600030101010101" pitchFamily="2" charset="-122"/>
              </a:rPr>
              <a:t>交换机</a:t>
            </a:r>
            <a:endParaRPr lang="zh-CN" altLang="en-US" b="1" dirty="0">
              <a:solidFill>
                <a:srgbClr val="3333FF"/>
              </a:solidFill>
              <a:latin typeface="宋体" panose="02010600030101010101" pitchFamily="2" charset="-122"/>
            </a:endParaRPr>
          </a:p>
        </p:txBody>
      </p:sp>
      <p:grpSp>
        <p:nvGrpSpPr>
          <p:cNvPr id="25611" name="组合 25610"/>
          <p:cNvGrpSpPr/>
          <p:nvPr/>
        </p:nvGrpSpPr>
        <p:grpSpPr>
          <a:xfrm>
            <a:off x="1187450" y="1866900"/>
            <a:ext cx="2879725" cy="3600450"/>
            <a:chOff x="0" y="0"/>
            <a:chExt cx="1814" cy="2268"/>
          </a:xfrm>
        </p:grpSpPr>
        <p:sp>
          <p:nvSpPr>
            <p:cNvPr id="25632" name="Rectangle 8"/>
            <p:cNvSpPr/>
            <p:nvPr/>
          </p:nvSpPr>
          <p:spPr>
            <a:xfrm>
              <a:off x="1134" y="0"/>
              <a:ext cx="181" cy="182"/>
            </a:xfrm>
            <a:prstGeom prst="rect">
              <a:avLst/>
            </a:prstGeom>
            <a:solidFill>
              <a:srgbClr val="3366FF"/>
            </a:solidFill>
            <a:ln w="9525">
              <a:noFill/>
            </a:ln>
            <a:effectLst>
              <a:outerShdw dist="35921" dir="2699999" algn="ctr" rotWithShape="0">
                <a:schemeClr val="bg2"/>
              </a:outerShdw>
            </a:effectLst>
          </p:spPr>
          <p:txBody>
            <a:bodyPr wrap="none" lIns="82124" tIns="41061" rIns="82124" bIns="41061" anchor="ctr" anchorCtr="0"/>
            <a:p>
              <a:pPr eaLnBrk="1" hangingPunct="1">
                <a:lnSpc>
                  <a:spcPct val="90000"/>
                </a:lnSpc>
                <a:spcBef>
                  <a:spcPct val="50000"/>
                </a:spcBef>
              </a:pPr>
              <a:endParaRPr lang="zh-CN" altLang="en-US" dirty="0">
                <a:latin typeface="宋体" panose="02010600030101010101" pitchFamily="2" charset="-122"/>
              </a:endParaRPr>
            </a:p>
          </p:txBody>
        </p:sp>
        <p:sp>
          <p:nvSpPr>
            <p:cNvPr id="25633" name="Rectangle 9"/>
            <p:cNvSpPr/>
            <p:nvPr/>
          </p:nvSpPr>
          <p:spPr>
            <a:xfrm>
              <a:off x="1633" y="0"/>
              <a:ext cx="181" cy="182"/>
            </a:xfrm>
            <a:prstGeom prst="rect">
              <a:avLst/>
            </a:prstGeom>
            <a:solidFill>
              <a:srgbClr val="3366FF"/>
            </a:solidFill>
            <a:ln w="9525">
              <a:noFill/>
            </a:ln>
            <a:effectLst>
              <a:outerShdw dist="35921" dir="2699999" algn="ctr" rotWithShape="0">
                <a:schemeClr val="bg2"/>
              </a:outerShdw>
            </a:effectLst>
          </p:spPr>
          <p:txBody>
            <a:bodyPr wrap="none" lIns="82124" tIns="41061" rIns="82124" bIns="41061" anchor="ctr" anchorCtr="0"/>
            <a:p>
              <a:pPr eaLnBrk="1" hangingPunct="1">
                <a:lnSpc>
                  <a:spcPct val="90000"/>
                </a:lnSpc>
                <a:spcBef>
                  <a:spcPct val="50000"/>
                </a:spcBef>
              </a:pPr>
              <a:endParaRPr lang="zh-CN" altLang="en-US" dirty="0">
                <a:latin typeface="宋体" panose="02010600030101010101" pitchFamily="2" charset="-122"/>
              </a:endParaRPr>
            </a:p>
          </p:txBody>
        </p:sp>
        <p:pic>
          <p:nvPicPr>
            <p:cNvPr id="25634" name="Picture 18" descr="003"/>
            <p:cNvPicPr>
              <a:picLocks noChangeAspect="1"/>
            </p:cNvPicPr>
            <p:nvPr/>
          </p:nvPicPr>
          <p:blipFill>
            <a:blip r:embed="rId1"/>
            <a:stretch>
              <a:fillRect/>
            </a:stretch>
          </p:blipFill>
          <p:spPr>
            <a:xfrm>
              <a:off x="0" y="1678"/>
              <a:ext cx="466" cy="590"/>
            </a:xfrm>
            <a:prstGeom prst="rect">
              <a:avLst/>
            </a:prstGeom>
            <a:noFill/>
            <a:ln w="9525">
              <a:noFill/>
            </a:ln>
          </p:spPr>
        </p:pic>
        <p:sp>
          <p:nvSpPr>
            <p:cNvPr id="25635" name="Line 25"/>
            <p:cNvSpPr/>
            <p:nvPr/>
          </p:nvSpPr>
          <p:spPr>
            <a:xfrm flipV="1">
              <a:off x="1361" y="181"/>
              <a:ext cx="363" cy="1497"/>
            </a:xfrm>
            <a:prstGeom prst="line">
              <a:avLst/>
            </a:prstGeom>
            <a:ln w="12700" cap="flat" cmpd="sng">
              <a:solidFill>
                <a:schemeClr val="tx1"/>
              </a:solidFill>
              <a:prstDash val="solid"/>
              <a:headEnd type="none" w="med" len="med"/>
              <a:tailEnd type="none" w="med" len="med"/>
            </a:ln>
          </p:spPr>
        </p:sp>
        <p:sp>
          <p:nvSpPr>
            <p:cNvPr id="25636" name="Line 24"/>
            <p:cNvSpPr/>
            <p:nvPr/>
          </p:nvSpPr>
          <p:spPr>
            <a:xfrm flipV="1">
              <a:off x="318" y="181"/>
              <a:ext cx="907" cy="1497"/>
            </a:xfrm>
            <a:prstGeom prst="line">
              <a:avLst/>
            </a:prstGeom>
            <a:ln w="12700" cap="flat" cmpd="sng">
              <a:solidFill>
                <a:schemeClr val="tx1"/>
              </a:solidFill>
              <a:prstDash val="solid"/>
              <a:headEnd type="none" w="med" len="med"/>
              <a:tailEnd type="none" w="med" len="med"/>
            </a:ln>
          </p:spPr>
        </p:sp>
        <p:pic>
          <p:nvPicPr>
            <p:cNvPr id="25637" name="Picture 33" descr="003"/>
            <p:cNvPicPr>
              <a:picLocks noChangeAspect="1"/>
            </p:cNvPicPr>
            <p:nvPr/>
          </p:nvPicPr>
          <p:blipFill>
            <a:blip r:embed="rId1"/>
            <a:stretch>
              <a:fillRect/>
            </a:stretch>
          </p:blipFill>
          <p:spPr>
            <a:xfrm>
              <a:off x="1043" y="1678"/>
              <a:ext cx="466" cy="590"/>
            </a:xfrm>
            <a:prstGeom prst="rect">
              <a:avLst/>
            </a:prstGeom>
            <a:noFill/>
            <a:ln w="9525">
              <a:noFill/>
            </a:ln>
          </p:spPr>
        </p:pic>
      </p:grpSp>
      <p:grpSp>
        <p:nvGrpSpPr>
          <p:cNvPr id="25618" name="组合 25617"/>
          <p:cNvGrpSpPr/>
          <p:nvPr/>
        </p:nvGrpSpPr>
        <p:grpSpPr>
          <a:xfrm>
            <a:off x="4572000" y="1866900"/>
            <a:ext cx="2971800" cy="3600450"/>
            <a:chOff x="0" y="0"/>
            <a:chExt cx="1872" cy="2268"/>
          </a:xfrm>
        </p:grpSpPr>
        <p:sp>
          <p:nvSpPr>
            <p:cNvPr id="25626" name="Rectangle 10"/>
            <p:cNvSpPr/>
            <p:nvPr/>
          </p:nvSpPr>
          <p:spPr>
            <a:xfrm>
              <a:off x="0" y="0"/>
              <a:ext cx="181" cy="182"/>
            </a:xfrm>
            <a:prstGeom prst="rect">
              <a:avLst/>
            </a:prstGeom>
            <a:solidFill>
              <a:srgbClr val="FF0000"/>
            </a:solidFill>
            <a:ln w="9525">
              <a:noFill/>
            </a:ln>
            <a:effectLst>
              <a:outerShdw dist="35921" dir="2699999" algn="ctr" rotWithShape="0">
                <a:schemeClr val="bg2"/>
              </a:outerShdw>
            </a:effectLst>
          </p:spPr>
          <p:txBody>
            <a:bodyPr wrap="none" lIns="82124" tIns="41061" rIns="82124" bIns="41061" anchor="ctr" anchorCtr="0"/>
            <a:p>
              <a:pPr eaLnBrk="1" hangingPunct="1">
                <a:lnSpc>
                  <a:spcPct val="90000"/>
                </a:lnSpc>
                <a:spcBef>
                  <a:spcPct val="50000"/>
                </a:spcBef>
              </a:pPr>
              <a:endParaRPr lang="zh-CN" altLang="en-US" dirty="0">
                <a:latin typeface="宋体" panose="02010600030101010101" pitchFamily="2" charset="-122"/>
              </a:endParaRPr>
            </a:p>
          </p:txBody>
        </p:sp>
        <p:sp>
          <p:nvSpPr>
            <p:cNvPr id="25627" name="Rectangle 11"/>
            <p:cNvSpPr/>
            <p:nvPr/>
          </p:nvSpPr>
          <p:spPr>
            <a:xfrm>
              <a:off x="499" y="0"/>
              <a:ext cx="181" cy="182"/>
            </a:xfrm>
            <a:prstGeom prst="rect">
              <a:avLst/>
            </a:prstGeom>
            <a:solidFill>
              <a:srgbClr val="FF0000"/>
            </a:solidFill>
            <a:ln w="9525">
              <a:noFill/>
            </a:ln>
            <a:effectLst>
              <a:outerShdw dist="35921" dir="2699999" algn="ctr" rotWithShape="0">
                <a:schemeClr val="bg2"/>
              </a:outerShdw>
            </a:effectLst>
          </p:spPr>
          <p:txBody>
            <a:bodyPr wrap="none" lIns="82124" tIns="41061" rIns="82124" bIns="41061" anchor="ctr" anchorCtr="0"/>
            <a:p>
              <a:pPr eaLnBrk="1" hangingPunct="1">
                <a:lnSpc>
                  <a:spcPct val="90000"/>
                </a:lnSpc>
                <a:spcBef>
                  <a:spcPct val="50000"/>
                </a:spcBef>
              </a:pPr>
              <a:endParaRPr lang="zh-CN" altLang="en-US" dirty="0">
                <a:latin typeface="宋体" panose="02010600030101010101" pitchFamily="2" charset="-122"/>
              </a:endParaRPr>
            </a:p>
          </p:txBody>
        </p:sp>
        <p:sp>
          <p:nvSpPr>
            <p:cNvPr id="25628" name="Line 26"/>
            <p:cNvSpPr/>
            <p:nvPr/>
          </p:nvSpPr>
          <p:spPr>
            <a:xfrm flipH="1" flipV="1">
              <a:off x="91" y="181"/>
              <a:ext cx="408" cy="1497"/>
            </a:xfrm>
            <a:prstGeom prst="line">
              <a:avLst/>
            </a:prstGeom>
            <a:ln w="12700" cap="flat" cmpd="sng">
              <a:solidFill>
                <a:schemeClr val="tx1"/>
              </a:solidFill>
              <a:prstDash val="solid"/>
              <a:headEnd type="none" w="med" len="med"/>
              <a:tailEnd type="none" w="med" len="med"/>
            </a:ln>
          </p:spPr>
        </p:sp>
        <p:sp>
          <p:nvSpPr>
            <p:cNvPr id="25629" name="Line 27"/>
            <p:cNvSpPr/>
            <p:nvPr/>
          </p:nvSpPr>
          <p:spPr>
            <a:xfrm>
              <a:off x="635" y="181"/>
              <a:ext cx="953" cy="1497"/>
            </a:xfrm>
            <a:prstGeom prst="line">
              <a:avLst/>
            </a:prstGeom>
            <a:ln w="19050" cap="flat" cmpd="sng">
              <a:solidFill>
                <a:schemeClr val="tx1"/>
              </a:solidFill>
              <a:prstDash val="solid"/>
              <a:headEnd type="none" w="med" len="med"/>
              <a:tailEnd type="none" w="med" len="med"/>
            </a:ln>
          </p:spPr>
        </p:sp>
        <p:pic>
          <p:nvPicPr>
            <p:cNvPr id="25630" name="Picture 34" descr="003"/>
            <p:cNvPicPr>
              <a:picLocks noChangeAspect="1"/>
            </p:cNvPicPr>
            <p:nvPr/>
          </p:nvPicPr>
          <p:blipFill>
            <a:blip r:embed="rId1"/>
            <a:stretch>
              <a:fillRect/>
            </a:stretch>
          </p:blipFill>
          <p:spPr>
            <a:xfrm>
              <a:off x="318" y="1678"/>
              <a:ext cx="466" cy="590"/>
            </a:xfrm>
            <a:prstGeom prst="rect">
              <a:avLst/>
            </a:prstGeom>
            <a:noFill/>
            <a:ln w="9525">
              <a:noFill/>
            </a:ln>
          </p:spPr>
        </p:pic>
        <p:pic>
          <p:nvPicPr>
            <p:cNvPr id="25631" name="Picture 35" descr="003"/>
            <p:cNvPicPr>
              <a:picLocks noChangeAspect="1"/>
            </p:cNvPicPr>
            <p:nvPr/>
          </p:nvPicPr>
          <p:blipFill>
            <a:blip r:embed="rId1"/>
            <a:stretch>
              <a:fillRect/>
            </a:stretch>
          </p:blipFill>
          <p:spPr>
            <a:xfrm>
              <a:off x="1406" y="1633"/>
              <a:ext cx="466" cy="590"/>
            </a:xfrm>
            <a:prstGeom prst="rect">
              <a:avLst/>
            </a:prstGeom>
            <a:noFill/>
            <a:ln w="9525">
              <a:noFill/>
            </a:ln>
          </p:spPr>
        </p:pic>
      </p:grpSp>
      <p:sp>
        <p:nvSpPr>
          <p:cNvPr id="25625" name="Text Box 41"/>
          <p:cNvSpPr txBox="1"/>
          <p:nvPr/>
        </p:nvSpPr>
        <p:spPr>
          <a:xfrm>
            <a:off x="2771775" y="2514600"/>
            <a:ext cx="1150938" cy="35718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vlan10</a:t>
            </a:r>
            <a:endParaRPr lang="en-US" altLang="zh-CN" dirty="0">
              <a:latin typeface="宋体" panose="02010600030101010101" pitchFamily="2" charset="-122"/>
            </a:endParaRPr>
          </a:p>
        </p:txBody>
      </p:sp>
      <p:sp>
        <p:nvSpPr>
          <p:cNvPr id="2" name="Text Box 43"/>
          <p:cNvSpPr txBox="1"/>
          <p:nvPr/>
        </p:nvSpPr>
        <p:spPr>
          <a:xfrm>
            <a:off x="4932363" y="2514600"/>
            <a:ext cx="1008062" cy="35718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vlan20</a:t>
            </a:r>
            <a:endParaRPr lang="en-US" altLang="zh-CN" dirty="0">
              <a:latin typeface="宋体" panose="02010600030101010101" pitchFamily="2" charset="-122"/>
            </a:endParaRPr>
          </a:p>
        </p:txBody>
      </p:sp>
      <p:sp>
        <p:nvSpPr>
          <p:cNvPr id="25615" name="Text Box 85"/>
          <p:cNvSpPr txBox="1"/>
          <p:nvPr/>
        </p:nvSpPr>
        <p:spPr>
          <a:xfrm>
            <a:off x="1331913" y="5394325"/>
            <a:ext cx="792162" cy="35718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aaa</a:t>
            </a:r>
            <a:endParaRPr lang="en-US" altLang="zh-CN" dirty="0">
              <a:latin typeface="宋体" panose="02010600030101010101" pitchFamily="2" charset="-122"/>
            </a:endParaRPr>
          </a:p>
        </p:txBody>
      </p:sp>
      <p:sp>
        <p:nvSpPr>
          <p:cNvPr id="25616" name="Text Box 86"/>
          <p:cNvSpPr txBox="1"/>
          <p:nvPr/>
        </p:nvSpPr>
        <p:spPr>
          <a:xfrm>
            <a:off x="2987675" y="5467350"/>
            <a:ext cx="792163" cy="35718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bbb</a:t>
            </a:r>
            <a:endParaRPr lang="en-US" altLang="zh-CN" dirty="0">
              <a:latin typeface="宋体" panose="02010600030101010101" pitchFamily="2" charset="-122"/>
            </a:endParaRPr>
          </a:p>
        </p:txBody>
      </p:sp>
      <p:sp>
        <p:nvSpPr>
          <p:cNvPr id="25617" name="Text Box 87"/>
          <p:cNvSpPr txBox="1"/>
          <p:nvPr/>
        </p:nvSpPr>
        <p:spPr>
          <a:xfrm>
            <a:off x="5292725" y="5467350"/>
            <a:ext cx="792163" cy="35718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ccc</a:t>
            </a:r>
            <a:endParaRPr lang="en-US" altLang="zh-CN" dirty="0">
              <a:latin typeface="宋体" panose="02010600030101010101" pitchFamily="2" charset="-122"/>
            </a:endParaRPr>
          </a:p>
        </p:txBody>
      </p:sp>
      <p:sp>
        <p:nvSpPr>
          <p:cNvPr id="3" name="Text Box 88"/>
          <p:cNvSpPr txBox="1"/>
          <p:nvPr/>
        </p:nvSpPr>
        <p:spPr>
          <a:xfrm>
            <a:off x="6948488" y="5467350"/>
            <a:ext cx="792162" cy="35718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ddd</a:t>
            </a:r>
            <a:endParaRPr lang="en-US" altLang="zh-CN" dirty="0">
              <a:latin typeface="宋体" panose="02010600030101010101" pitchFamily="2" charset="-122"/>
            </a:endParaRPr>
          </a:p>
        </p:txBody>
      </p:sp>
      <p:grpSp>
        <p:nvGrpSpPr>
          <p:cNvPr id="4" name="组合 25630"/>
          <p:cNvGrpSpPr/>
          <p:nvPr/>
        </p:nvGrpSpPr>
        <p:grpSpPr>
          <a:xfrm>
            <a:off x="827088" y="4098925"/>
            <a:ext cx="863600" cy="360363"/>
            <a:chOff x="0" y="0"/>
            <a:chExt cx="544" cy="227"/>
          </a:xfrm>
        </p:grpSpPr>
        <p:sp>
          <p:nvSpPr>
            <p:cNvPr id="25624" name="Rectangle 89"/>
            <p:cNvSpPr/>
            <p:nvPr/>
          </p:nvSpPr>
          <p:spPr>
            <a:xfrm>
              <a:off x="46" y="0"/>
              <a:ext cx="454" cy="227"/>
            </a:xfrm>
            <a:prstGeom prst="rect">
              <a:avLst/>
            </a:prstGeom>
            <a:solidFill>
              <a:srgbClr val="99CCFF"/>
            </a:solidFill>
            <a:ln w="9525">
              <a:noFill/>
            </a:ln>
          </p:spPr>
          <p:txBody>
            <a:bodyPr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5" name="Text Box 90"/>
            <p:cNvSpPr txBox="1"/>
            <p:nvPr/>
          </p:nvSpPr>
          <p:spPr>
            <a:xfrm>
              <a:off x="0" y="0"/>
              <a:ext cx="544" cy="20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sz="1800" dirty="0">
                  <a:latin typeface="宋体" panose="02010600030101010101" pitchFamily="2" charset="-122"/>
                </a:rPr>
                <a:t>TO bbb</a:t>
              </a:r>
              <a:endParaRPr lang="en-US" altLang="zh-CN" sz="1800" dirty="0">
                <a:latin typeface="宋体" panose="02010600030101010101" pitchFamily="2" charset="-122"/>
              </a:endParaRPr>
            </a:p>
          </p:txBody>
        </p:sp>
      </p:grpSp>
      <p:grpSp>
        <p:nvGrpSpPr>
          <p:cNvPr id="6" name="组合 25633"/>
          <p:cNvGrpSpPr/>
          <p:nvPr/>
        </p:nvGrpSpPr>
        <p:grpSpPr>
          <a:xfrm>
            <a:off x="6877050" y="1506538"/>
            <a:ext cx="2016125" cy="863600"/>
            <a:chOff x="0" y="0"/>
            <a:chExt cx="1270" cy="635"/>
          </a:xfrm>
        </p:grpSpPr>
        <p:sp>
          <p:nvSpPr>
            <p:cNvPr id="25621" name="Rectangle 93"/>
            <p:cNvSpPr/>
            <p:nvPr/>
          </p:nvSpPr>
          <p:spPr>
            <a:xfrm>
              <a:off x="0" y="0"/>
              <a:ext cx="1224" cy="635"/>
            </a:xfrm>
            <a:prstGeom prst="rect">
              <a:avLst/>
            </a:prstGeom>
            <a:noFill/>
            <a:ln w="12700" cap="flat" cmpd="sng">
              <a:solidFill>
                <a:schemeClr val="tx1"/>
              </a:solidFill>
              <a:prstDash val="solid"/>
              <a:miter/>
              <a:headEnd type="none" w="med" len="med"/>
              <a:tailEnd type="none" w="med" len="med"/>
            </a:ln>
          </p:spPr>
          <p:txBody>
            <a:bodyPr wrap="none"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5622" name="Text Box 94"/>
            <p:cNvSpPr txBox="1"/>
            <p:nvPr/>
          </p:nvSpPr>
          <p:spPr>
            <a:xfrm>
              <a:off x="45" y="91"/>
              <a:ext cx="1225" cy="243"/>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sz="1800" dirty="0">
                  <a:latin typeface="宋体" panose="02010600030101010101" pitchFamily="2" charset="-122"/>
                </a:rPr>
                <a:t>Vlan10  p1 p2</a:t>
              </a:r>
              <a:endParaRPr lang="en-US" altLang="zh-CN" sz="1800" dirty="0">
                <a:latin typeface="宋体" panose="02010600030101010101" pitchFamily="2" charset="-122"/>
              </a:endParaRPr>
            </a:p>
          </p:txBody>
        </p:sp>
        <p:sp>
          <p:nvSpPr>
            <p:cNvPr id="25623" name="Text Box 95"/>
            <p:cNvSpPr txBox="1"/>
            <p:nvPr/>
          </p:nvSpPr>
          <p:spPr>
            <a:xfrm>
              <a:off x="45" y="318"/>
              <a:ext cx="1225" cy="242"/>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sz="1800" dirty="0">
                  <a:latin typeface="宋体" panose="02010600030101010101" pitchFamily="2" charset="-122"/>
                </a:rPr>
                <a:t>Vlan20  p3 p4</a:t>
              </a:r>
              <a:endParaRPr lang="en-US" altLang="zh-CN" sz="1800" dirty="0">
                <a:latin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fill="hold" nodeType="clickEffect">
                                  <p:stCondLst>
                                    <p:cond delay="0"/>
                                  </p:stCondLst>
                                  <p:childTnLst>
                                    <p:anim calcmode="discrete" valueType="str">
                                      <p:cBhvr>
                                        <p:cTn id="6" dur="1000" fill="hold"/>
                                        <p:tgtEl>
                                          <p:spTgt spid="25611"/>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6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5" presetClass="emph" presetSubtype="0" fill="hold" nodeType="clickEffect">
                                  <p:stCondLst>
                                    <p:cond delay="0"/>
                                  </p:stCondLst>
                                  <p:childTnLst>
                                    <p:anim calcmode="discrete" valueType="str">
                                      <p:cBhvr>
                                        <p:cTn id="14" dur="1000" fill="hold"/>
                                        <p:tgtEl>
                                          <p:spTgt spid="25618"/>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0" presetClass="path" presetSubtype="0" accel="50000" decel="50000" fill="hold" nodeType="clickEffect">
                                  <p:stCondLst>
                                    <p:cond delay="0"/>
                                  </p:stCondLst>
                                  <p:childTnLst>
                                    <p:animMotion origin="layout" path="M 0.02379 -0.03653 L 0.15764 -0.31977 " pathEditMode="relative" ptsTypes="AA">
                                      <p:cBhvr>
                                        <p:cTn id="26" dur="2000" fill="hold"/>
                                        <p:tgtEl>
                                          <p:spTgt spid="4"/>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0" presetClass="path" presetSubtype="0" accel="50000" decel="50000" fill="hold" nodeType="clickEffect">
                                  <p:stCondLst>
                                    <p:cond delay="0"/>
                                  </p:stCondLst>
                                  <p:childTnLst>
                                    <p:animMotion origin="layout" path="M 0.15765 -0.31977 C 0.2073 -0.31977 0.25713 -0.31977 0.30678 -0.31977 C 0.30574 -0.31561 0.30469 -0.31122 0.30365 -0.30706 C 0.30313 -0.30498 0.30209 -0.30081 0.30209 -0.30081 C 0.29792 -0.22289 0.28508 -0.15052 0.26719 -0.07654 C 0.26442 -0.05064 0.26129 -0.02451 0.25921 0.00161 C 0.25799 0.01687 0.25765 0.03028 0.25279 0.04393 " pathEditMode="relative" ptsTypes="ffffffA">
                                      <p:cBhvr>
                                        <p:cTn id="34" dur="2000" fill="hold"/>
                                        <p:tgtEl>
                                          <p:spTgt spid="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25" grpId="0"/>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a:spLocks noGrp="1"/>
          </p:cNvSpPr>
          <p:nvPr>
            <p:ph type="title" idx="4294967295"/>
          </p:nvPr>
        </p:nvSpPr>
        <p:spPr>
          <a:ln/>
        </p:spPr>
        <p:txBody>
          <a:bodyPr vert="horz" wrap="square" lIns="91440" tIns="45720" rIns="91440" bIns="45720" anchor="ctr" anchorCtr="0"/>
          <a:p>
            <a:pPr eaLnBrk="1" hangingPunct="1"/>
            <a:r>
              <a:rPr lang="zh-CN" altLang="en-US" dirty="0"/>
              <a:t>跨交换机</a:t>
            </a:r>
            <a:r>
              <a:rPr lang="en-US" altLang="zh-CN" dirty="0"/>
              <a:t>VLAN</a:t>
            </a:r>
            <a:r>
              <a:rPr lang="zh-CN" altLang="en-US" dirty="0"/>
              <a:t>的工作</a:t>
            </a:r>
            <a:endParaRPr lang="zh-CN" altLang="en-US" dirty="0"/>
          </a:p>
        </p:txBody>
      </p:sp>
      <p:sp>
        <p:nvSpPr>
          <p:cNvPr id="26627" name="Rectangle 4"/>
          <p:cNvSpPr/>
          <p:nvPr/>
        </p:nvSpPr>
        <p:spPr>
          <a:xfrm>
            <a:off x="898525" y="2133600"/>
            <a:ext cx="2593975" cy="790575"/>
          </a:xfrm>
          <a:prstGeom prst="rect">
            <a:avLst/>
          </a:prstGeom>
          <a:noFill/>
          <a:ln w="28575" cap="flat" cmpd="sng">
            <a:solidFill>
              <a:schemeClr val="tx1"/>
            </a:solidFill>
            <a:prstDash val="solid"/>
            <a:miter/>
            <a:headEnd type="none" w="med" len="med"/>
            <a:tailEnd type="none" w="med" len="med"/>
          </a:ln>
        </p:spPr>
        <p:txBody>
          <a:bodyPr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6628" name="Rectangle 5"/>
          <p:cNvSpPr/>
          <p:nvPr/>
        </p:nvSpPr>
        <p:spPr>
          <a:xfrm>
            <a:off x="1042988" y="2492375"/>
            <a:ext cx="287337" cy="287338"/>
          </a:xfrm>
          <a:prstGeom prst="rect">
            <a:avLst/>
          </a:prstGeom>
          <a:solidFill>
            <a:srgbClr val="99CCFF"/>
          </a:solidFill>
          <a:ln w="9525">
            <a:noFill/>
          </a:ln>
          <a:effectLst>
            <a:outerShdw dist="35921" dir="2699999" algn="ctr" rotWithShape="0">
              <a:schemeClr val="bg2"/>
            </a:outerShdw>
          </a:effectLst>
        </p:spPr>
        <p:txBody>
          <a:bodyPr wrap="none"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6629" name="Rectangle 6"/>
          <p:cNvSpPr/>
          <p:nvPr/>
        </p:nvSpPr>
        <p:spPr>
          <a:xfrm>
            <a:off x="1619250" y="2492375"/>
            <a:ext cx="287338" cy="287338"/>
          </a:xfrm>
          <a:prstGeom prst="rect">
            <a:avLst/>
          </a:prstGeom>
          <a:solidFill>
            <a:srgbClr val="99CCFF"/>
          </a:solidFill>
          <a:ln w="9525">
            <a:noFill/>
          </a:ln>
          <a:effectLst>
            <a:outerShdw dist="35921" dir="2699999" algn="ctr" rotWithShape="0">
              <a:schemeClr val="bg2"/>
            </a:outerShdw>
          </a:effectLst>
        </p:spPr>
        <p:txBody>
          <a:bodyPr wrap="none"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6630" name="Rectangle 7"/>
          <p:cNvSpPr/>
          <p:nvPr/>
        </p:nvSpPr>
        <p:spPr>
          <a:xfrm>
            <a:off x="2195513" y="2492375"/>
            <a:ext cx="287337" cy="287338"/>
          </a:xfrm>
          <a:prstGeom prst="rect">
            <a:avLst/>
          </a:prstGeom>
          <a:solidFill>
            <a:srgbClr val="FF0000"/>
          </a:solidFill>
          <a:ln w="9525">
            <a:noFill/>
          </a:ln>
          <a:effectLst>
            <a:outerShdw dist="35921" dir="2699999" algn="ctr" rotWithShape="0">
              <a:schemeClr val="bg2"/>
            </a:outerShdw>
          </a:effectLst>
        </p:spPr>
        <p:txBody>
          <a:bodyPr wrap="none"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6631" name="Rectangle 8"/>
          <p:cNvSpPr/>
          <p:nvPr/>
        </p:nvSpPr>
        <p:spPr>
          <a:xfrm>
            <a:off x="2771775" y="2492375"/>
            <a:ext cx="287338" cy="287338"/>
          </a:xfrm>
          <a:prstGeom prst="rect">
            <a:avLst/>
          </a:prstGeom>
          <a:solidFill>
            <a:srgbClr val="FF0000"/>
          </a:solidFill>
          <a:ln w="9525">
            <a:noFill/>
          </a:ln>
          <a:effectLst>
            <a:outerShdw dist="35921" dir="2699999" algn="ctr" rotWithShape="0">
              <a:schemeClr val="bg2"/>
            </a:outerShdw>
          </a:effectLst>
        </p:spPr>
        <p:txBody>
          <a:bodyPr wrap="none"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6632" name="Text Box 9"/>
          <p:cNvSpPr txBox="1"/>
          <p:nvPr/>
        </p:nvSpPr>
        <p:spPr>
          <a:xfrm>
            <a:off x="1042988" y="2133600"/>
            <a:ext cx="215900" cy="35718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1</a:t>
            </a:r>
            <a:endParaRPr lang="en-US" altLang="zh-CN" dirty="0">
              <a:latin typeface="宋体" panose="02010600030101010101" pitchFamily="2" charset="-122"/>
            </a:endParaRPr>
          </a:p>
        </p:txBody>
      </p:sp>
      <p:sp>
        <p:nvSpPr>
          <p:cNvPr id="26633" name="Text Box 10"/>
          <p:cNvSpPr txBox="1"/>
          <p:nvPr/>
        </p:nvSpPr>
        <p:spPr>
          <a:xfrm>
            <a:off x="1619250" y="2133600"/>
            <a:ext cx="215900" cy="35718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2</a:t>
            </a:r>
            <a:endParaRPr lang="en-US" altLang="zh-CN" dirty="0">
              <a:latin typeface="宋体" panose="02010600030101010101" pitchFamily="2" charset="-122"/>
            </a:endParaRPr>
          </a:p>
        </p:txBody>
      </p:sp>
      <p:sp>
        <p:nvSpPr>
          <p:cNvPr id="26634" name="Text Box 11"/>
          <p:cNvSpPr txBox="1"/>
          <p:nvPr/>
        </p:nvSpPr>
        <p:spPr>
          <a:xfrm>
            <a:off x="2195513" y="2133600"/>
            <a:ext cx="215900" cy="35718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3</a:t>
            </a:r>
            <a:endParaRPr lang="en-US" altLang="zh-CN" dirty="0">
              <a:latin typeface="宋体" panose="02010600030101010101" pitchFamily="2" charset="-122"/>
            </a:endParaRPr>
          </a:p>
        </p:txBody>
      </p:sp>
      <p:sp>
        <p:nvSpPr>
          <p:cNvPr id="26635" name="Text Box 12"/>
          <p:cNvSpPr txBox="1"/>
          <p:nvPr/>
        </p:nvSpPr>
        <p:spPr>
          <a:xfrm>
            <a:off x="2771775" y="2133600"/>
            <a:ext cx="215900" cy="35718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4</a:t>
            </a:r>
            <a:endParaRPr lang="en-US" altLang="zh-CN" dirty="0">
              <a:latin typeface="宋体" panose="02010600030101010101" pitchFamily="2" charset="-122"/>
            </a:endParaRPr>
          </a:p>
        </p:txBody>
      </p:sp>
      <p:pic>
        <p:nvPicPr>
          <p:cNvPr id="26636" name="Picture 13" descr="003"/>
          <p:cNvPicPr>
            <a:picLocks noChangeAspect="1"/>
          </p:cNvPicPr>
          <p:nvPr/>
        </p:nvPicPr>
        <p:blipFill>
          <a:blip r:embed="rId1"/>
          <a:stretch>
            <a:fillRect/>
          </a:stretch>
        </p:blipFill>
        <p:spPr>
          <a:xfrm>
            <a:off x="466725" y="4437063"/>
            <a:ext cx="511175" cy="647700"/>
          </a:xfrm>
          <a:prstGeom prst="rect">
            <a:avLst/>
          </a:prstGeom>
          <a:noFill/>
          <a:ln w="9525">
            <a:noFill/>
          </a:ln>
        </p:spPr>
      </p:pic>
      <p:pic>
        <p:nvPicPr>
          <p:cNvPr id="26637" name="Picture 15" descr="003"/>
          <p:cNvPicPr>
            <a:picLocks noChangeAspect="1"/>
          </p:cNvPicPr>
          <p:nvPr/>
        </p:nvPicPr>
        <p:blipFill>
          <a:blip r:embed="rId1"/>
          <a:stretch>
            <a:fillRect/>
          </a:stretch>
        </p:blipFill>
        <p:spPr>
          <a:xfrm>
            <a:off x="1330325" y="4437063"/>
            <a:ext cx="511175" cy="647700"/>
          </a:xfrm>
          <a:prstGeom prst="rect">
            <a:avLst/>
          </a:prstGeom>
          <a:noFill/>
          <a:ln w="9525">
            <a:noFill/>
          </a:ln>
        </p:spPr>
      </p:pic>
      <p:pic>
        <p:nvPicPr>
          <p:cNvPr id="26638" name="Picture 16" descr="003"/>
          <p:cNvPicPr>
            <a:picLocks noChangeAspect="1"/>
          </p:cNvPicPr>
          <p:nvPr/>
        </p:nvPicPr>
        <p:blipFill>
          <a:blip r:embed="rId1"/>
          <a:stretch>
            <a:fillRect/>
          </a:stretch>
        </p:blipFill>
        <p:spPr>
          <a:xfrm>
            <a:off x="2411413" y="4437063"/>
            <a:ext cx="511175" cy="647700"/>
          </a:xfrm>
          <a:prstGeom prst="rect">
            <a:avLst/>
          </a:prstGeom>
          <a:noFill/>
          <a:ln w="9525">
            <a:noFill/>
          </a:ln>
        </p:spPr>
      </p:pic>
      <p:pic>
        <p:nvPicPr>
          <p:cNvPr id="26639" name="Picture 17" descr="003"/>
          <p:cNvPicPr>
            <a:picLocks noChangeAspect="1"/>
          </p:cNvPicPr>
          <p:nvPr/>
        </p:nvPicPr>
        <p:blipFill>
          <a:blip r:embed="rId1"/>
          <a:stretch>
            <a:fillRect/>
          </a:stretch>
        </p:blipFill>
        <p:spPr>
          <a:xfrm>
            <a:off x="3275013" y="4437063"/>
            <a:ext cx="511175" cy="647700"/>
          </a:xfrm>
          <a:prstGeom prst="rect">
            <a:avLst/>
          </a:prstGeom>
          <a:noFill/>
          <a:ln w="9525">
            <a:noFill/>
          </a:ln>
        </p:spPr>
      </p:pic>
      <p:sp>
        <p:nvSpPr>
          <p:cNvPr id="26640" name="Line 18"/>
          <p:cNvSpPr/>
          <p:nvPr/>
        </p:nvSpPr>
        <p:spPr>
          <a:xfrm flipV="1">
            <a:off x="755650" y="2781300"/>
            <a:ext cx="431800" cy="1655763"/>
          </a:xfrm>
          <a:prstGeom prst="line">
            <a:avLst/>
          </a:prstGeom>
          <a:ln w="12700" cap="flat" cmpd="sng">
            <a:solidFill>
              <a:schemeClr val="tx1"/>
            </a:solidFill>
            <a:prstDash val="solid"/>
            <a:headEnd type="none" w="med" len="med"/>
            <a:tailEnd type="none" w="med" len="med"/>
          </a:ln>
        </p:spPr>
      </p:sp>
      <p:sp>
        <p:nvSpPr>
          <p:cNvPr id="26641" name="Line 19"/>
          <p:cNvSpPr/>
          <p:nvPr/>
        </p:nvSpPr>
        <p:spPr>
          <a:xfrm flipV="1">
            <a:off x="1619250" y="2781300"/>
            <a:ext cx="144463" cy="1655763"/>
          </a:xfrm>
          <a:prstGeom prst="line">
            <a:avLst/>
          </a:prstGeom>
          <a:ln w="12700" cap="flat" cmpd="sng">
            <a:solidFill>
              <a:schemeClr val="tx1"/>
            </a:solidFill>
            <a:prstDash val="solid"/>
            <a:headEnd type="none" w="med" len="med"/>
            <a:tailEnd type="none" w="med" len="med"/>
          </a:ln>
        </p:spPr>
      </p:sp>
      <p:sp>
        <p:nvSpPr>
          <p:cNvPr id="26642" name="Line 20"/>
          <p:cNvSpPr/>
          <p:nvPr/>
        </p:nvSpPr>
        <p:spPr>
          <a:xfrm flipH="1" flipV="1">
            <a:off x="2411413" y="2781300"/>
            <a:ext cx="215900" cy="1655763"/>
          </a:xfrm>
          <a:prstGeom prst="line">
            <a:avLst/>
          </a:prstGeom>
          <a:ln w="12700" cap="flat" cmpd="sng">
            <a:solidFill>
              <a:schemeClr val="tx1"/>
            </a:solidFill>
            <a:prstDash val="solid"/>
            <a:headEnd type="none" w="med" len="med"/>
            <a:tailEnd type="none" w="med" len="med"/>
          </a:ln>
        </p:spPr>
      </p:sp>
      <p:sp>
        <p:nvSpPr>
          <p:cNvPr id="26643" name="Line 21"/>
          <p:cNvSpPr/>
          <p:nvPr/>
        </p:nvSpPr>
        <p:spPr>
          <a:xfrm flipH="1" flipV="1">
            <a:off x="2914650" y="2781300"/>
            <a:ext cx="576263" cy="1655763"/>
          </a:xfrm>
          <a:prstGeom prst="line">
            <a:avLst/>
          </a:prstGeom>
          <a:ln w="12700" cap="flat" cmpd="sng">
            <a:solidFill>
              <a:schemeClr val="tx1"/>
            </a:solidFill>
            <a:prstDash val="solid"/>
            <a:headEnd type="none" w="med" len="med"/>
            <a:tailEnd type="none" w="med" len="med"/>
          </a:ln>
        </p:spPr>
      </p:sp>
      <p:sp>
        <p:nvSpPr>
          <p:cNvPr id="26644" name="Rectangle 39"/>
          <p:cNvSpPr/>
          <p:nvPr/>
        </p:nvSpPr>
        <p:spPr>
          <a:xfrm>
            <a:off x="5435600" y="2133600"/>
            <a:ext cx="2735263" cy="790575"/>
          </a:xfrm>
          <a:prstGeom prst="rect">
            <a:avLst/>
          </a:prstGeom>
          <a:noFill/>
          <a:ln w="28575" cap="flat" cmpd="sng">
            <a:solidFill>
              <a:schemeClr val="tx1"/>
            </a:solidFill>
            <a:prstDash val="solid"/>
            <a:miter/>
            <a:headEnd type="none" w="med" len="med"/>
            <a:tailEnd type="none" w="med" len="med"/>
          </a:ln>
        </p:spPr>
        <p:txBody>
          <a:bodyPr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6645" name="Rectangle 40"/>
          <p:cNvSpPr/>
          <p:nvPr/>
        </p:nvSpPr>
        <p:spPr>
          <a:xfrm>
            <a:off x="5938838" y="2492375"/>
            <a:ext cx="287337" cy="287338"/>
          </a:xfrm>
          <a:prstGeom prst="rect">
            <a:avLst/>
          </a:prstGeom>
          <a:solidFill>
            <a:srgbClr val="99CCFF"/>
          </a:solidFill>
          <a:ln w="9525">
            <a:noFill/>
          </a:ln>
          <a:effectLst>
            <a:outerShdw dist="35921" dir="2699999" algn="ctr" rotWithShape="0">
              <a:schemeClr val="bg2"/>
            </a:outerShdw>
          </a:effectLst>
        </p:spPr>
        <p:txBody>
          <a:bodyPr wrap="none"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6646" name="Rectangle 41"/>
          <p:cNvSpPr/>
          <p:nvPr/>
        </p:nvSpPr>
        <p:spPr>
          <a:xfrm>
            <a:off x="6515100" y="2492375"/>
            <a:ext cx="287338" cy="287338"/>
          </a:xfrm>
          <a:prstGeom prst="rect">
            <a:avLst/>
          </a:prstGeom>
          <a:solidFill>
            <a:srgbClr val="99CCFF"/>
          </a:solidFill>
          <a:ln w="9525">
            <a:noFill/>
          </a:ln>
          <a:effectLst>
            <a:outerShdw dist="35921" dir="2699999" algn="ctr" rotWithShape="0">
              <a:schemeClr val="bg2"/>
            </a:outerShdw>
          </a:effectLst>
        </p:spPr>
        <p:txBody>
          <a:bodyPr wrap="none"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6647" name="Rectangle 42"/>
          <p:cNvSpPr/>
          <p:nvPr/>
        </p:nvSpPr>
        <p:spPr>
          <a:xfrm>
            <a:off x="7091363" y="2492375"/>
            <a:ext cx="287337" cy="287338"/>
          </a:xfrm>
          <a:prstGeom prst="rect">
            <a:avLst/>
          </a:prstGeom>
          <a:solidFill>
            <a:srgbClr val="FF0000"/>
          </a:solidFill>
          <a:ln w="9525">
            <a:noFill/>
          </a:ln>
          <a:effectLst>
            <a:outerShdw dist="35921" dir="2699999" algn="ctr" rotWithShape="0">
              <a:schemeClr val="bg2"/>
            </a:outerShdw>
          </a:effectLst>
        </p:spPr>
        <p:txBody>
          <a:bodyPr wrap="none"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6648" name="Rectangle 43"/>
          <p:cNvSpPr/>
          <p:nvPr/>
        </p:nvSpPr>
        <p:spPr>
          <a:xfrm>
            <a:off x="7667625" y="2492375"/>
            <a:ext cx="287338" cy="287338"/>
          </a:xfrm>
          <a:prstGeom prst="rect">
            <a:avLst/>
          </a:prstGeom>
          <a:solidFill>
            <a:srgbClr val="FF0000"/>
          </a:solidFill>
          <a:ln w="9525">
            <a:noFill/>
          </a:ln>
          <a:effectLst>
            <a:outerShdw dist="35921" dir="2699999" algn="ctr" rotWithShape="0">
              <a:schemeClr val="bg2"/>
            </a:outerShdw>
          </a:effectLst>
        </p:spPr>
        <p:txBody>
          <a:bodyPr wrap="none"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6649" name="Text Box 44"/>
          <p:cNvSpPr txBox="1"/>
          <p:nvPr/>
        </p:nvSpPr>
        <p:spPr>
          <a:xfrm>
            <a:off x="5938838" y="2133600"/>
            <a:ext cx="215900" cy="35718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1</a:t>
            </a:r>
            <a:endParaRPr lang="en-US" altLang="zh-CN" dirty="0">
              <a:latin typeface="宋体" panose="02010600030101010101" pitchFamily="2" charset="-122"/>
            </a:endParaRPr>
          </a:p>
        </p:txBody>
      </p:sp>
      <p:sp>
        <p:nvSpPr>
          <p:cNvPr id="26650" name="Text Box 45"/>
          <p:cNvSpPr txBox="1"/>
          <p:nvPr/>
        </p:nvSpPr>
        <p:spPr>
          <a:xfrm>
            <a:off x="6515100" y="2133600"/>
            <a:ext cx="215900" cy="35718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2</a:t>
            </a:r>
            <a:endParaRPr lang="en-US" altLang="zh-CN" dirty="0">
              <a:latin typeface="宋体" panose="02010600030101010101" pitchFamily="2" charset="-122"/>
            </a:endParaRPr>
          </a:p>
        </p:txBody>
      </p:sp>
      <p:sp>
        <p:nvSpPr>
          <p:cNvPr id="26651" name="Text Box 46"/>
          <p:cNvSpPr txBox="1"/>
          <p:nvPr/>
        </p:nvSpPr>
        <p:spPr>
          <a:xfrm>
            <a:off x="7091363" y="2133600"/>
            <a:ext cx="215900" cy="35718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3</a:t>
            </a:r>
            <a:endParaRPr lang="en-US" altLang="zh-CN" dirty="0">
              <a:latin typeface="宋体" panose="02010600030101010101" pitchFamily="2" charset="-122"/>
            </a:endParaRPr>
          </a:p>
        </p:txBody>
      </p:sp>
      <p:sp>
        <p:nvSpPr>
          <p:cNvPr id="26652" name="Text Box 47"/>
          <p:cNvSpPr txBox="1"/>
          <p:nvPr/>
        </p:nvSpPr>
        <p:spPr>
          <a:xfrm>
            <a:off x="7667625" y="2133600"/>
            <a:ext cx="215900" cy="35718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4</a:t>
            </a:r>
            <a:endParaRPr lang="en-US" altLang="zh-CN" dirty="0">
              <a:latin typeface="宋体" panose="02010600030101010101" pitchFamily="2" charset="-122"/>
            </a:endParaRPr>
          </a:p>
        </p:txBody>
      </p:sp>
      <p:pic>
        <p:nvPicPr>
          <p:cNvPr id="26653" name="Picture 48" descr="003"/>
          <p:cNvPicPr>
            <a:picLocks noChangeAspect="1"/>
          </p:cNvPicPr>
          <p:nvPr/>
        </p:nvPicPr>
        <p:blipFill>
          <a:blip r:embed="rId1"/>
          <a:stretch>
            <a:fillRect/>
          </a:stretch>
        </p:blipFill>
        <p:spPr>
          <a:xfrm>
            <a:off x="5362575" y="4437063"/>
            <a:ext cx="511175" cy="647700"/>
          </a:xfrm>
          <a:prstGeom prst="rect">
            <a:avLst/>
          </a:prstGeom>
          <a:noFill/>
          <a:ln w="9525">
            <a:noFill/>
          </a:ln>
        </p:spPr>
      </p:pic>
      <p:pic>
        <p:nvPicPr>
          <p:cNvPr id="26654" name="Picture 49" descr="003"/>
          <p:cNvPicPr>
            <a:picLocks noChangeAspect="1"/>
          </p:cNvPicPr>
          <p:nvPr/>
        </p:nvPicPr>
        <p:blipFill>
          <a:blip r:embed="rId1"/>
          <a:stretch>
            <a:fillRect/>
          </a:stretch>
        </p:blipFill>
        <p:spPr>
          <a:xfrm>
            <a:off x="6226175" y="4437063"/>
            <a:ext cx="511175" cy="647700"/>
          </a:xfrm>
          <a:prstGeom prst="rect">
            <a:avLst/>
          </a:prstGeom>
          <a:noFill/>
          <a:ln w="9525">
            <a:noFill/>
          </a:ln>
        </p:spPr>
      </p:pic>
      <p:pic>
        <p:nvPicPr>
          <p:cNvPr id="26655" name="Picture 50" descr="003"/>
          <p:cNvPicPr>
            <a:picLocks noChangeAspect="1"/>
          </p:cNvPicPr>
          <p:nvPr/>
        </p:nvPicPr>
        <p:blipFill>
          <a:blip r:embed="rId1"/>
          <a:stretch>
            <a:fillRect/>
          </a:stretch>
        </p:blipFill>
        <p:spPr>
          <a:xfrm>
            <a:off x="7307263" y="4437063"/>
            <a:ext cx="511175" cy="647700"/>
          </a:xfrm>
          <a:prstGeom prst="rect">
            <a:avLst/>
          </a:prstGeom>
          <a:noFill/>
          <a:ln w="9525">
            <a:noFill/>
          </a:ln>
        </p:spPr>
      </p:pic>
      <p:pic>
        <p:nvPicPr>
          <p:cNvPr id="26656" name="Picture 51" descr="003"/>
          <p:cNvPicPr>
            <a:picLocks noChangeAspect="1"/>
          </p:cNvPicPr>
          <p:nvPr/>
        </p:nvPicPr>
        <p:blipFill>
          <a:blip r:embed="rId1"/>
          <a:stretch>
            <a:fillRect/>
          </a:stretch>
        </p:blipFill>
        <p:spPr>
          <a:xfrm>
            <a:off x="8170863" y="4437063"/>
            <a:ext cx="511175" cy="647700"/>
          </a:xfrm>
          <a:prstGeom prst="rect">
            <a:avLst/>
          </a:prstGeom>
          <a:noFill/>
          <a:ln w="9525">
            <a:noFill/>
          </a:ln>
        </p:spPr>
      </p:pic>
      <p:sp>
        <p:nvSpPr>
          <p:cNvPr id="26657" name="Line 52"/>
          <p:cNvSpPr/>
          <p:nvPr/>
        </p:nvSpPr>
        <p:spPr>
          <a:xfrm flipV="1">
            <a:off x="5651500" y="2781300"/>
            <a:ext cx="431800" cy="1655763"/>
          </a:xfrm>
          <a:prstGeom prst="line">
            <a:avLst/>
          </a:prstGeom>
          <a:ln w="12700" cap="flat" cmpd="sng">
            <a:solidFill>
              <a:schemeClr val="tx1"/>
            </a:solidFill>
            <a:prstDash val="solid"/>
            <a:headEnd type="none" w="med" len="med"/>
            <a:tailEnd type="none" w="med" len="med"/>
          </a:ln>
        </p:spPr>
      </p:sp>
      <p:sp>
        <p:nvSpPr>
          <p:cNvPr id="26658" name="Line 53"/>
          <p:cNvSpPr/>
          <p:nvPr/>
        </p:nvSpPr>
        <p:spPr>
          <a:xfrm flipV="1">
            <a:off x="6515100" y="2781300"/>
            <a:ext cx="144463" cy="1655763"/>
          </a:xfrm>
          <a:prstGeom prst="line">
            <a:avLst/>
          </a:prstGeom>
          <a:ln w="12700" cap="flat" cmpd="sng">
            <a:solidFill>
              <a:schemeClr val="tx1"/>
            </a:solidFill>
            <a:prstDash val="solid"/>
            <a:headEnd type="none" w="med" len="med"/>
            <a:tailEnd type="none" w="med" len="med"/>
          </a:ln>
        </p:spPr>
      </p:sp>
      <p:sp>
        <p:nvSpPr>
          <p:cNvPr id="26659" name="Line 54"/>
          <p:cNvSpPr/>
          <p:nvPr/>
        </p:nvSpPr>
        <p:spPr>
          <a:xfrm flipH="1" flipV="1">
            <a:off x="7307263" y="2781300"/>
            <a:ext cx="215900" cy="1655763"/>
          </a:xfrm>
          <a:prstGeom prst="line">
            <a:avLst/>
          </a:prstGeom>
          <a:ln w="12700" cap="flat" cmpd="sng">
            <a:solidFill>
              <a:schemeClr val="tx1"/>
            </a:solidFill>
            <a:prstDash val="solid"/>
            <a:headEnd type="none" w="med" len="med"/>
            <a:tailEnd type="none" w="med" len="med"/>
          </a:ln>
        </p:spPr>
      </p:sp>
      <p:sp>
        <p:nvSpPr>
          <p:cNvPr id="26660" name="Line 55"/>
          <p:cNvSpPr/>
          <p:nvPr/>
        </p:nvSpPr>
        <p:spPr>
          <a:xfrm flipH="1" flipV="1">
            <a:off x="7810500" y="2781300"/>
            <a:ext cx="576263" cy="1655763"/>
          </a:xfrm>
          <a:prstGeom prst="line">
            <a:avLst/>
          </a:prstGeom>
          <a:ln w="12700" cap="flat" cmpd="sng">
            <a:solidFill>
              <a:schemeClr val="tx1"/>
            </a:solidFill>
            <a:prstDash val="solid"/>
            <a:headEnd type="none" w="med" len="med"/>
            <a:tailEnd type="none" w="med" len="med"/>
          </a:ln>
        </p:spPr>
      </p:sp>
      <p:sp>
        <p:nvSpPr>
          <p:cNvPr id="26661" name="Text Box 56"/>
          <p:cNvSpPr txBox="1"/>
          <p:nvPr/>
        </p:nvSpPr>
        <p:spPr>
          <a:xfrm>
            <a:off x="900113" y="1628775"/>
            <a:ext cx="1511300" cy="357188"/>
          </a:xfrm>
          <a:prstGeom prst="rect">
            <a:avLst/>
          </a:prstGeom>
          <a:noFill/>
          <a:ln w="9525">
            <a:noFill/>
          </a:ln>
        </p:spPr>
        <p:txBody>
          <a:bodyPr lIns="82124" tIns="41061" rIns="82124" bIns="41061">
            <a:spAutoFit/>
          </a:bodyPr>
          <a:p>
            <a:pPr eaLnBrk="1" hangingPunct="1">
              <a:lnSpc>
                <a:spcPct val="90000"/>
              </a:lnSpc>
              <a:spcBef>
                <a:spcPct val="50000"/>
              </a:spcBef>
            </a:pPr>
            <a:r>
              <a:rPr lang="zh-CN" altLang="en-US" b="1" dirty="0">
                <a:solidFill>
                  <a:srgbClr val="3333FF"/>
                </a:solidFill>
                <a:latin typeface="宋体" panose="02010600030101010101" pitchFamily="2" charset="-122"/>
              </a:rPr>
              <a:t>交换机 </a:t>
            </a:r>
            <a:r>
              <a:rPr lang="en-US" altLang="zh-CN" b="1" dirty="0">
                <a:solidFill>
                  <a:srgbClr val="3333FF"/>
                </a:solidFill>
                <a:latin typeface="宋体" panose="02010600030101010101" pitchFamily="2" charset="-122"/>
              </a:rPr>
              <a:t>1</a:t>
            </a:r>
            <a:endParaRPr lang="en-US" altLang="zh-CN" b="1" dirty="0">
              <a:solidFill>
                <a:srgbClr val="3333FF"/>
              </a:solidFill>
              <a:latin typeface="宋体" panose="02010600030101010101" pitchFamily="2" charset="-122"/>
            </a:endParaRPr>
          </a:p>
        </p:txBody>
      </p:sp>
      <p:sp>
        <p:nvSpPr>
          <p:cNvPr id="26662" name="Text Box 57"/>
          <p:cNvSpPr txBox="1"/>
          <p:nvPr/>
        </p:nvSpPr>
        <p:spPr>
          <a:xfrm>
            <a:off x="5795963" y="1628775"/>
            <a:ext cx="1511300" cy="357188"/>
          </a:xfrm>
          <a:prstGeom prst="rect">
            <a:avLst/>
          </a:prstGeom>
          <a:noFill/>
          <a:ln w="9525">
            <a:noFill/>
          </a:ln>
        </p:spPr>
        <p:txBody>
          <a:bodyPr lIns="82124" tIns="41061" rIns="82124" bIns="41061">
            <a:spAutoFit/>
          </a:bodyPr>
          <a:p>
            <a:pPr eaLnBrk="1" hangingPunct="1">
              <a:lnSpc>
                <a:spcPct val="90000"/>
              </a:lnSpc>
              <a:spcBef>
                <a:spcPct val="50000"/>
              </a:spcBef>
            </a:pPr>
            <a:r>
              <a:rPr lang="zh-CN" altLang="en-US" b="1" dirty="0">
                <a:solidFill>
                  <a:srgbClr val="3333FF"/>
                </a:solidFill>
                <a:latin typeface="宋体" panose="02010600030101010101" pitchFamily="2" charset="-122"/>
              </a:rPr>
              <a:t>交换机 </a:t>
            </a:r>
            <a:r>
              <a:rPr lang="en-US" altLang="zh-CN" b="1" dirty="0">
                <a:solidFill>
                  <a:srgbClr val="3333FF"/>
                </a:solidFill>
                <a:latin typeface="宋体" panose="02010600030101010101" pitchFamily="2" charset="-122"/>
              </a:rPr>
              <a:t>2</a:t>
            </a:r>
            <a:endParaRPr lang="en-US" altLang="zh-CN" b="1" dirty="0">
              <a:solidFill>
                <a:srgbClr val="3333FF"/>
              </a:solidFill>
              <a:latin typeface="宋体" panose="02010600030101010101" pitchFamily="2" charset="-122"/>
            </a:endParaRPr>
          </a:p>
        </p:txBody>
      </p:sp>
      <p:sp>
        <p:nvSpPr>
          <p:cNvPr id="26663" name="Text Box 58"/>
          <p:cNvSpPr txBox="1"/>
          <p:nvPr/>
        </p:nvSpPr>
        <p:spPr>
          <a:xfrm>
            <a:off x="611188" y="5300663"/>
            <a:ext cx="1657350" cy="411162"/>
          </a:xfrm>
          <a:prstGeom prst="rect">
            <a:avLst/>
          </a:prstGeom>
          <a:noFill/>
          <a:ln w="9525">
            <a:noFill/>
          </a:ln>
        </p:spPr>
        <p:txBody>
          <a:bodyPr lIns="82124" tIns="41061" rIns="82124" bIns="41061">
            <a:spAutoFit/>
          </a:bodyPr>
          <a:p>
            <a:pPr eaLnBrk="1" hangingPunct="1">
              <a:lnSpc>
                <a:spcPct val="90000"/>
              </a:lnSpc>
              <a:spcBef>
                <a:spcPct val="50000"/>
              </a:spcBef>
            </a:pPr>
            <a:r>
              <a:rPr lang="zh-CN" altLang="en-US" sz="2400" b="1" dirty="0">
                <a:solidFill>
                  <a:srgbClr val="3333FF"/>
                </a:solidFill>
                <a:latin typeface="宋体" panose="02010600030101010101" pitchFamily="2" charset="-122"/>
              </a:rPr>
              <a:t>市场部</a:t>
            </a:r>
            <a:endParaRPr lang="zh-CN" altLang="en-US" sz="2400" b="1" dirty="0">
              <a:solidFill>
                <a:srgbClr val="3333FF"/>
              </a:solidFill>
              <a:latin typeface="宋体" panose="02010600030101010101" pitchFamily="2" charset="-122"/>
            </a:endParaRPr>
          </a:p>
        </p:txBody>
      </p:sp>
      <p:sp>
        <p:nvSpPr>
          <p:cNvPr id="26664" name="Text Box 59"/>
          <p:cNvSpPr txBox="1"/>
          <p:nvPr/>
        </p:nvSpPr>
        <p:spPr>
          <a:xfrm>
            <a:off x="5508625" y="5300663"/>
            <a:ext cx="1657350" cy="411162"/>
          </a:xfrm>
          <a:prstGeom prst="rect">
            <a:avLst/>
          </a:prstGeom>
          <a:noFill/>
          <a:ln w="9525">
            <a:noFill/>
          </a:ln>
        </p:spPr>
        <p:txBody>
          <a:bodyPr lIns="82124" tIns="41061" rIns="82124" bIns="41061">
            <a:spAutoFit/>
          </a:bodyPr>
          <a:p>
            <a:pPr eaLnBrk="1" hangingPunct="1">
              <a:lnSpc>
                <a:spcPct val="90000"/>
              </a:lnSpc>
              <a:spcBef>
                <a:spcPct val="50000"/>
              </a:spcBef>
            </a:pPr>
            <a:r>
              <a:rPr lang="zh-CN" altLang="en-US" sz="2400" b="1" dirty="0">
                <a:solidFill>
                  <a:srgbClr val="3333FF"/>
                </a:solidFill>
                <a:latin typeface="宋体" panose="02010600030101010101" pitchFamily="2" charset="-122"/>
              </a:rPr>
              <a:t>市场部</a:t>
            </a:r>
            <a:endParaRPr lang="zh-CN" altLang="en-US" sz="2400" b="1" dirty="0">
              <a:solidFill>
                <a:srgbClr val="3333FF"/>
              </a:solidFill>
              <a:latin typeface="宋体" panose="02010600030101010101" pitchFamily="2" charset="-122"/>
            </a:endParaRPr>
          </a:p>
        </p:txBody>
      </p:sp>
      <p:sp>
        <p:nvSpPr>
          <p:cNvPr id="26665" name="Text Box 60"/>
          <p:cNvSpPr txBox="1"/>
          <p:nvPr/>
        </p:nvSpPr>
        <p:spPr>
          <a:xfrm>
            <a:off x="2555875" y="5300663"/>
            <a:ext cx="1657350" cy="411162"/>
          </a:xfrm>
          <a:prstGeom prst="rect">
            <a:avLst/>
          </a:prstGeom>
          <a:noFill/>
          <a:ln w="9525">
            <a:noFill/>
          </a:ln>
        </p:spPr>
        <p:txBody>
          <a:bodyPr lIns="82124" tIns="41061" rIns="82124" bIns="41061">
            <a:spAutoFit/>
          </a:bodyPr>
          <a:p>
            <a:pPr eaLnBrk="1" hangingPunct="1">
              <a:lnSpc>
                <a:spcPct val="90000"/>
              </a:lnSpc>
              <a:spcBef>
                <a:spcPct val="50000"/>
              </a:spcBef>
            </a:pPr>
            <a:r>
              <a:rPr lang="zh-CN" altLang="en-US" sz="2400" b="1" dirty="0">
                <a:solidFill>
                  <a:srgbClr val="3333FF"/>
                </a:solidFill>
                <a:latin typeface="宋体" panose="02010600030101010101" pitchFamily="2" charset="-122"/>
              </a:rPr>
              <a:t>财务部</a:t>
            </a:r>
            <a:endParaRPr lang="zh-CN" altLang="en-US" sz="2400" b="1" dirty="0">
              <a:solidFill>
                <a:srgbClr val="3333FF"/>
              </a:solidFill>
              <a:latin typeface="宋体" panose="02010600030101010101" pitchFamily="2" charset="-122"/>
            </a:endParaRPr>
          </a:p>
        </p:txBody>
      </p:sp>
      <p:sp>
        <p:nvSpPr>
          <p:cNvPr id="26666" name="Text Box 61"/>
          <p:cNvSpPr txBox="1"/>
          <p:nvPr/>
        </p:nvSpPr>
        <p:spPr>
          <a:xfrm>
            <a:off x="7486650" y="5300663"/>
            <a:ext cx="1657350" cy="411162"/>
          </a:xfrm>
          <a:prstGeom prst="rect">
            <a:avLst/>
          </a:prstGeom>
          <a:noFill/>
          <a:ln w="9525">
            <a:noFill/>
          </a:ln>
        </p:spPr>
        <p:txBody>
          <a:bodyPr lIns="82124" tIns="41061" rIns="82124" bIns="41061">
            <a:spAutoFit/>
          </a:bodyPr>
          <a:p>
            <a:pPr eaLnBrk="1" hangingPunct="1">
              <a:lnSpc>
                <a:spcPct val="90000"/>
              </a:lnSpc>
              <a:spcBef>
                <a:spcPct val="50000"/>
              </a:spcBef>
            </a:pPr>
            <a:r>
              <a:rPr lang="zh-CN" altLang="en-US" sz="2400" b="1" dirty="0">
                <a:solidFill>
                  <a:srgbClr val="3333FF"/>
                </a:solidFill>
                <a:latin typeface="宋体" panose="02010600030101010101" pitchFamily="2" charset="-122"/>
              </a:rPr>
              <a:t>财务部</a:t>
            </a:r>
            <a:endParaRPr lang="zh-CN" altLang="en-US" sz="2400" b="1" dirty="0">
              <a:solidFill>
                <a:srgbClr val="3333FF"/>
              </a:solidFill>
              <a:latin typeface="宋体" panose="02010600030101010101" pitchFamily="2" charset="-122"/>
            </a:endParaRPr>
          </a:p>
        </p:txBody>
      </p:sp>
      <p:sp>
        <p:nvSpPr>
          <p:cNvPr id="26667" name="Line 62"/>
          <p:cNvSpPr/>
          <p:nvPr/>
        </p:nvSpPr>
        <p:spPr>
          <a:xfrm>
            <a:off x="3492500" y="2492375"/>
            <a:ext cx="1943100" cy="0"/>
          </a:xfrm>
          <a:prstGeom prst="line">
            <a:avLst/>
          </a:prstGeom>
          <a:ln w="76200" cap="flat" cmpd="sng">
            <a:solidFill>
              <a:srgbClr val="3333FF"/>
            </a:solidFill>
            <a:prstDash val="solid"/>
            <a:headEnd type="none" w="med" len="med"/>
            <a:tailEnd type="none" w="med" len="med"/>
          </a:ln>
          <a:effectLst>
            <a:outerShdw dist="35921" dir="2699999" algn="ctr" rotWithShape="0">
              <a:schemeClr val="bg2"/>
            </a:outerShdw>
          </a:effectLst>
        </p:spPr>
      </p:sp>
      <p:grpSp>
        <p:nvGrpSpPr>
          <p:cNvPr id="26668" name="组合 26667"/>
          <p:cNvGrpSpPr/>
          <p:nvPr/>
        </p:nvGrpSpPr>
        <p:grpSpPr>
          <a:xfrm>
            <a:off x="4284663" y="1989138"/>
            <a:ext cx="935037" cy="360362"/>
            <a:chOff x="0" y="0"/>
            <a:chExt cx="589" cy="227"/>
          </a:xfrm>
        </p:grpSpPr>
        <p:sp>
          <p:nvSpPr>
            <p:cNvPr id="26686" name="Rectangle 63"/>
            <p:cNvSpPr/>
            <p:nvPr/>
          </p:nvSpPr>
          <p:spPr>
            <a:xfrm>
              <a:off x="45" y="0"/>
              <a:ext cx="454" cy="227"/>
            </a:xfrm>
            <a:prstGeom prst="rect">
              <a:avLst/>
            </a:prstGeom>
            <a:solidFill>
              <a:srgbClr val="99CCFF"/>
            </a:solidFill>
            <a:ln w="9525">
              <a:noFill/>
            </a:ln>
          </p:spPr>
          <p:txBody>
            <a:bodyPr wrap="none"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6687" name="Text Box 64"/>
            <p:cNvSpPr txBox="1"/>
            <p:nvPr/>
          </p:nvSpPr>
          <p:spPr>
            <a:xfrm>
              <a:off x="0" y="0"/>
              <a:ext cx="589" cy="225"/>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 </a:t>
              </a:r>
              <a:r>
                <a:rPr lang="zh-CN" altLang="en-US" dirty="0">
                  <a:latin typeface="宋体" panose="02010600030101010101" pitchFamily="2" charset="-122"/>
                </a:rPr>
                <a:t>报文</a:t>
              </a:r>
              <a:endParaRPr lang="zh-CN" altLang="en-US" dirty="0">
                <a:latin typeface="宋体" panose="02010600030101010101" pitchFamily="2" charset="-122"/>
              </a:endParaRPr>
            </a:p>
          </p:txBody>
        </p:sp>
      </p:grpSp>
      <p:grpSp>
        <p:nvGrpSpPr>
          <p:cNvPr id="26671" name="组合 26670"/>
          <p:cNvGrpSpPr/>
          <p:nvPr/>
        </p:nvGrpSpPr>
        <p:grpSpPr>
          <a:xfrm>
            <a:off x="3563938" y="1989138"/>
            <a:ext cx="1008062" cy="360362"/>
            <a:chOff x="0" y="0"/>
            <a:chExt cx="635" cy="227"/>
          </a:xfrm>
        </p:grpSpPr>
        <p:sp>
          <p:nvSpPr>
            <p:cNvPr id="26684" name="Rectangle 67"/>
            <p:cNvSpPr/>
            <p:nvPr/>
          </p:nvSpPr>
          <p:spPr>
            <a:xfrm>
              <a:off x="91" y="0"/>
              <a:ext cx="408" cy="227"/>
            </a:xfrm>
            <a:prstGeom prst="rect">
              <a:avLst/>
            </a:prstGeom>
            <a:solidFill>
              <a:srgbClr val="99FF66"/>
            </a:solidFill>
            <a:ln w="9525">
              <a:noFill/>
            </a:ln>
          </p:spPr>
          <p:txBody>
            <a:bodyPr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6685" name="Text Box 68"/>
            <p:cNvSpPr txBox="1"/>
            <p:nvPr/>
          </p:nvSpPr>
          <p:spPr>
            <a:xfrm>
              <a:off x="0" y="0"/>
              <a:ext cx="635" cy="225"/>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vlan10</a:t>
              </a:r>
              <a:endParaRPr lang="en-US" altLang="zh-CN" dirty="0">
                <a:latin typeface="宋体" panose="02010600030101010101" pitchFamily="2" charset="-122"/>
              </a:endParaRPr>
            </a:p>
          </p:txBody>
        </p:sp>
      </p:grpSp>
      <p:sp>
        <p:nvSpPr>
          <p:cNvPr id="26670" name="Text Box 70"/>
          <p:cNvSpPr txBox="1"/>
          <p:nvPr/>
        </p:nvSpPr>
        <p:spPr>
          <a:xfrm>
            <a:off x="2257425" y="1927225"/>
            <a:ext cx="165100" cy="357188"/>
          </a:xfrm>
          <a:prstGeom prst="rect">
            <a:avLst/>
          </a:prstGeom>
          <a:noFill/>
          <a:ln w="9525">
            <a:noFill/>
          </a:ln>
          <a:effectLst>
            <a:outerShdw dist="35921" dir="2699999" algn="ctr" rotWithShape="0">
              <a:schemeClr val="bg2"/>
            </a:outerShdw>
          </a:effectLst>
        </p:spPr>
        <p:txBody>
          <a:bodyPr wrap="none" lIns="82124" tIns="41061" rIns="82124" bIns="41061">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 name="Rectangle 71"/>
          <p:cNvSpPr/>
          <p:nvPr/>
        </p:nvSpPr>
        <p:spPr>
          <a:xfrm>
            <a:off x="3203575" y="2492375"/>
            <a:ext cx="287338" cy="287338"/>
          </a:xfrm>
          <a:prstGeom prst="rect">
            <a:avLst/>
          </a:prstGeom>
          <a:solidFill>
            <a:srgbClr val="FFFF00"/>
          </a:solidFill>
          <a:ln w="9525">
            <a:noFill/>
          </a:ln>
          <a:effectLst>
            <a:outerShdw dist="35921" dir="2699999" algn="ctr" rotWithShape="0">
              <a:schemeClr val="bg2"/>
            </a:outerShdw>
          </a:effectLst>
        </p:spPr>
        <p:txBody>
          <a:bodyPr wrap="none"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6672" name="Rectangle 72"/>
          <p:cNvSpPr/>
          <p:nvPr/>
        </p:nvSpPr>
        <p:spPr>
          <a:xfrm>
            <a:off x="5435600" y="2492375"/>
            <a:ext cx="287338" cy="287338"/>
          </a:xfrm>
          <a:prstGeom prst="rect">
            <a:avLst/>
          </a:prstGeom>
          <a:solidFill>
            <a:srgbClr val="FFFF00"/>
          </a:solidFill>
          <a:ln w="9525">
            <a:noFill/>
          </a:ln>
          <a:effectLst>
            <a:outerShdw dist="35921" dir="2699999" algn="ctr" rotWithShape="0">
              <a:schemeClr val="bg2"/>
            </a:outerShdw>
          </a:effectLst>
        </p:spPr>
        <p:txBody>
          <a:bodyPr wrap="none"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6673" name="Text Box 73"/>
          <p:cNvSpPr txBox="1"/>
          <p:nvPr/>
        </p:nvSpPr>
        <p:spPr>
          <a:xfrm>
            <a:off x="3203575" y="2133600"/>
            <a:ext cx="215900" cy="35718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5</a:t>
            </a:r>
            <a:endParaRPr lang="en-US" altLang="zh-CN" dirty="0">
              <a:latin typeface="宋体" panose="02010600030101010101" pitchFamily="2" charset="-122"/>
            </a:endParaRPr>
          </a:p>
        </p:txBody>
      </p:sp>
      <p:sp>
        <p:nvSpPr>
          <p:cNvPr id="26674" name="Text Box 74"/>
          <p:cNvSpPr txBox="1"/>
          <p:nvPr/>
        </p:nvSpPr>
        <p:spPr>
          <a:xfrm>
            <a:off x="5435600" y="2133600"/>
            <a:ext cx="215900" cy="35718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5</a:t>
            </a:r>
            <a:endParaRPr lang="en-US" altLang="zh-CN" dirty="0">
              <a:latin typeface="宋体" panose="02010600030101010101" pitchFamily="2" charset="-122"/>
            </a:endParaRPr>
          </a:p>
        </p:txBody>
      </p:sp>
      <p:grpSp>
        <p:nvGrpSpPr>
          <p:cNvPr id="26679" name="组合 26678"/>
          <p:cNvGrpSpPr/>
          <p:nvPr/>
        </p:nvGrpSpPr>
        <p:grpSpPr>
          <a:xfrm>
            <a:off x="900113" y="3068638"/>
            <a:ext cx="5975350" cy="357187"/>
            <a:chOff x="0" y="0"/>
            <a:chExt cx="3764" cy="225"/>
          </a:xfrm>
        </p:grpSpPr>
        <p:sp>
          <p:nvSpPr>
            <p:cNvPr id="26682" name="Text Box 75"/>
            <p:cNvSpPr txBox="1"/>
            <p:nvPr/>
          </p:nvSpPr>
          <p:spPr>
            <a:xfrm>
              <a:off x="0" y="0"/>
              <a:ext cx="635" cy="225"/>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vlan10</a:t>
              </a:r>
              <a:endParaRPr lang="en-US" altLang="zh-CN" dirty="0">
                <a:latin typeface="宋体" panose="02010600030101010101" pitchFamily="2" charset="-122"/>
              </a:endParaRPr>
            </a:p>
          </p:txBody>
        </p:sp>
        <p:sp>
          <p:nvSpPr>
            <p:cNvPr id="26683" name="Text Box 76"/>
            <p:cNvSpPr txBox="1"/>
            <p:nvPr/>
          </p:nvSpPr>
          <p:spPr>
            <a:xfrm>
              <a:off x="3129" y="0"/>
              <a:ext cx="635" cy="225"/>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vlan10</a:t>
              </a:r>
              <a:endParaRPr lang="en-US" altLang="zh-CN" dirty="0">
                <a:latin typeface="宋体" panose="02010600030101010101" pitchFamily="2" charset="-122"/>
              </a:endParaRPr>
            </a:p>
          </p:txBody>
        </p:sp>
      </p:grpSp>
      <p:grpSp>
        <p:nvGrpSpPr>
          <p:cNvPr id="3" name="组合 26681"/>
          <p:cNvGrpSpPr/>
          <p:nvPr/>
        </p:nvGrpSpPr>
        <p:grpSpPr>
          <a:xfrm>
            <a:off x="2411413" y="3068638"/>
            <a:ext cx="5832475" cy="357187"/>
            <a:chOff x="0" y="0"/>
            <a:chExt cx="3674" cy="225"/>
          </a:xfrm>
        </p:grpSpPr>
        <p:sp>
          <p:nvSpPr>
            <p:cNvPr id="26680" name="Text Box 78"/>
            <p:cNvSpPr txBox="1"/>
            <p:nvPr/>
          </p:nvSpPr>
          <p:spPr>
            <a:xfrm>
              <a:off x="0" y="0"/>
              <a:ext cx="589" cy="225"/>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vlan20</a:t>
              </a:r>
              <a:endParaRPr lang="en-US" altLang="zh-CN" dirty="0">
                <a:latin typeface="宋体" panose="02010600030101010101" pitchFamily="2" charset="-122"/>
              </a:endParaRPr>
            </a:p>
          </p:txBody>
        </p:sp>
        <p:sp>
          <p:nvSpPr>
            <p:cNvPr id="26681" name="Text Box 79"/>
            <p:cNvSpPr txBox="1"/>
            <p:nvPr/>
          </p:nvSpPr>
          <p:spPr>
            <a:xfrm>
              <a:off x="3085" y="0"/>
              <a:ext cx="589" cy="225"/>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vlan20</a:t>
              </a:r>
              <a:endParaRPr lang="en-US" altLang="zh-CN" dirty="0">
                <a:latin typeface="宋体" panose="02010600030101010101" pitchFamily="2" charset="-122"/>
              </a:endParaRPr>
            </a:p>
          </p:txBody>
        </p:sp>
      </p:grpSp>
      <p:grpSp>
        <p:nvGrpSpPr>
          <p:cNvPr id="4" name="组合 26684"/>
          <p:cNvGrpSpPr/>
          <p:nvPr/>
        </p:nvGrpSpPr>
        <p:grpSpPr>
          <a:xfrm>
            <a:off x="3851275" y="2565400"/>
            <a:ext cx="1008063" cy="644525"/>
            <a:chOff x="0" y="0"/>
            <a:chExt cx="635" cy="406"/>
          </a:xfrm>
        </p:grpSpPr>
        <p:sp>
          <p:nvSpPr>
            <p:cNvPr id="26678" name="Text Box 81"/>
            <p:cNvSpPr txBox="1"/>
            <p:nvPr/>
          </p:nvSpPr>
          <p:spPr>
            <a:xfrm>
              <a:off x="0" y="0"/>
              <a:ext cx="635" cy="225"/>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vlan10</a:t>
              </a:r>
              <a:endParaRPr lang="en-US" altLang="zh-CN" dirty="0">
                <a:latin typeface="宋体" panose="02010600030101010101" pitchFamily="2" charset="-122"/>
              </a:endParaRPr>
            </a:p>
          </p:txBody>
        </p:sp>
        <p:sp>
          <p:nvSpPr>
            <p:cNvPr id="5" name="Text Box 82"/>
            <p:cNvSpPr txBox="1"/>
            <p:nvPr/>
          </p:nvSpPr>
          <p:spPr>
            <a:xfrm>
              <a:off x="0" y="181"/>
              <a:ext cx="589" cy="225"/>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vlan20</a:t>
              </a:r>
              <a:endParaRPr lang="en-US" altLang="zh-CN" dirty="0">
                <a:latin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66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6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p:cNvSpPr>
          <p:nvPr>
            <p:ph type="title" idx="4294967295"/>
          </p:nvPr>
        </p:nvSpPr>
        <p:spPr>
          <a:ln/>
        </p:spPr>
        <p:txBody>
          <a:bodyPr vert="horz" wrap="square" lIns="91440" tIns="45720" rIns="91440" bIns="45720" anchor="ctr" anchorCtr="0"/>
          <a:p>
            <a:pPr eaLnBrk="1" hangingPunct="1"/>
            <a:r>
              <a:rPr lang="zh-CN" altLang="en-US" dirty="0"/>
              <a:t>报文的类型</a:t>
            </a:r>
            <a:endParaRPr lang="zh-CN" altLang="en-US" dirty="0"/>
          </a:p>
        </p:txBody>
      </p:sp>
      <p:sp>
        <p:nvSpPr>
          <p:cNvPr id="27651" name="Rectangle 3"/>
          <p:cNvSpPr>
            <a:spLocks noGrp="1"/>
          </p:cNvSpPr>
          <p:nvPr>
            <p:ph type="body" idx="4294967295"/>
          </p:nvPr>
        </p:nvSpPr>
        <p:spPr>
          <a:ln/>
        </p:spPr>
        <p:txBody>
          <a:bodyPr vert="horz" wrap="square" lIns="91440" tIns="45720" rIns="91440" bIns="45720" anchor="t" anchorCtr="0"/>
          <a:p>
            <a:pPr eaLnBrk="1" hangingPunct="1"/>
            <a:r>
              <a:rPr lang="zh-CN" altLang="en-US" dirty="0"/>
              <a:t>不带标签的报文 </a:t>
            </a:r>
            <a:r>
              <a:rPr lang="en-US" altLang="zh-CN" dirty="0"/>
              <a:t>untag</a:t>
            </a:r>
            <a:endParaRPr lang="en-US" altLang="zh-CN" dirty="0"/>
          </a:p>
          <a:p>
            <a:pPr eaLnBrk="1" hangingPunct="1"/>
            <a:endParaRPr lang="en-US" altLang="zh-CN" dirty="0"/>
          </a:p>
          <a:p>
            <a:pPr eaLnBrk="1" hangingPunct="1"/>
            <a:endParaRPr lang="en-US" altLang="zh-CN" dirty="0"/>
          </a:p>
          <a:p>
            <a:pPr eaLnBrk="1" hangingPunct="1"/>
            <a:endParaRPr lang="en-US" altLang="zh-CN" dirty="0"/>
          </a:p>
          <a:p>
            <a:pPr eaLnBrk="1" hangingPunct="1"/>
            <a:r>
              <a:rPr lang="zh-CN" altLang="en-US" dirty="0"/>
              <a:t>带标签的报文 </a:t>
            </a:r>
            <a:r>
              <a:rPr lang="en-US" altLang="zh-CN" dirty="0"/>
              <a:t>tag</a:t>
            </a:r>
            <a:endParaRPr lang="en-US" altLang="zh-CN" dirty="0"/>
          </a:p>
        </p:txBody>
      </p:sp>
      <p:sp>
        <p:nvSpPr>
          <p:cNvPr id="27652" name="Rectangle 4"/>
          <p:cNvSpPr/>
          <p:nvPr/>
        </p:nvSpPr>
        <p:spPr>
          <a:xfrm>
            <a:off x="1835150" y="2349500"/>
            <a:ext cx="1152525" cy="719138"/>
          </a:xfrm>
          <a:prstGeom prst="rect">
            <a:avLst/>
          </a:prstGeom>
          <a:solidFill>
            <a:srgbClr val="CCFFCC"/>
          </a:solidFill>
          <a:ln w="12700" cap="flat" cmpd="sng">
            <a:solidFill>
              <a:schemeClr val="tx1"/>
            </a:solidFill>
            <a:prstDash val="solid"/>
            <a:miter/>
            <a:headEnd type="none" w="med" len="med"/>
            <a:tailEnd type="none" w="med" len="med"/>
          </a:ln>
        </p:spPr>
        <p:txBody>
          <a:bodyPr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7653" name="Rectangle 6"/>
          <p:cNvSpPr/>
          <p:nvPr/>
        </p:nvSpPr>
        <p:spPr>
          <a:xfrm>
            <a:off x="4140200" y="2349500"/>
            <a:ext cx="1800225" cy="719138"/>
          </a:xfrm>
          <a:prstGeom prst="rect">
            <a:avLst/>
          </a:prstGeom>
          <a:solidFill>
            <a:srgbClr val="FFCCFF"/>
          </a:solidFill>
          <a:ln w="12700" cap="flat" cmpd="sng">
            <a:solidFill>
              <a:schemeClr val="tx1"/>
            </a:solidFill>
            <a:prstDash val="solid"/>
            <a:miter/>
            <a:headEnd type="none" w="med" len="med"/>
            <a:tailEnd type="none" w="med" len="med"/>
          </a:ln>
        </p:spPr>
        <p:txBody>
          <a:bodyPr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7654" name="Rectangle 7"/>
          <p:cNvSpPr/>
          <p:nvPr/>
        </p:nvSpPr>
        <p:spPr>
          <a:xfrm>
            <a:off x="2987675" y="2349500"/>
            <a:ext cx="1152525" cy="719138"/>
          </a:xfrm>
          <a:prstGeom prst="rect">
            <a:avLst/>
          </a:prstGeom>
          <a:noFill/>
          <a:ln w="12700" cap="flat" cmpd="sng">
            <a:solidFill>
              <a:schemeClr val="tx1"/>
            </a:solidFill>
            <a:prstDash val="solid"/>
            <a:miter/>
            <a:headEnd type="none" w="med" len="med"/>
            <a:tailEnd type="none" w="med" len="med"/>
          </a:ln>
        </p:spPr>
        <p:txBody>
          <a:bodyPr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7655" name="Text Box 8"/>
          <p:cNvSpPr txBox="1"/>
          <p:nvPr/>
        </p:nvSpPr>
        <p:spPr>
          <a:xfrm>
            <a:off x="2124075" y="2565400"/>
            <a:ext cx="863600" cy="35718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MAC</a:t>
            </a:r>
            <a:endParaRPr lang="en-US" altLang="zh-CN" dirty="0">
              <a:latin typeface="宋体" panose="02010600030101010101" pitchFamily="2" charset="-122"/>
            </a:endParaRPr>
          </a:p>
        </p:txBody>
      </p:sp>
      <p:sp>
        <p:nvSpPr>
          <p:cNvPr id="27656" name="Text Box 9"/>
          <p:cNvSpPr txBox="1"/>
          <p:nvPr/>
        </p:nvSpPr>
        <p:spPr>
          <a:xfrm>
            <a:off x="3348038" y="2565400"/>
            <a:ext cx="431800" cy="35718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IP</a:t>
            </a:r>
            <a:endParaRPr lang="en-US" altLang="zh-CN" dirty="0">
              <a:latin typeface="宋体" panose="02010600030101010101" pitchFamily="2" charset="-122"/>
            </a:endParaRPr>
          </a:p>
        </p:txBody>
      </p:sp>
      <p:sp>
        <p:nvSpPr>
          <p:cNvPr id="27657" name="Text Box 10"/>
          <p:cNvSpPr txBox="1"/>
          <p:nvPr/>
        </p:nvSpPr>
        <p:spPr>
          <a:xfrm>
            <a:off x="4643438" y="2565400"/>
            <a:ext cx="792162" cy="357188"/>
          </a:xfrm>
          <a:prstGeom prst="rect">
            <a:avLst/>
          </a:prstGeom>
          <a:noFill/>
          <a:ln w="9525">
            <a:noFill/>
          </a:ln>
        </p:spPr>
        <p:txBody>
          <a:bodyPr lIns="82124" tIns="41061" rIns="82124" bIns="41061">
            <a:spAutoFit/>
          </a:bodyPr>
          <a:p>
            <a:pPr eaLnBrk="1" hangingPunct="1">
              <a:lnSpc>
                <a:spcPct val="90000"/>
              </a:lnSpc>
              <a:spcBef>
                <a:spcPct val="50000"/>
              </a:spcBef>
            </a:pPr>
            <a:r>
              <a:rPr lang="zh-CN" altLang="en-US" dirty="0">
                <a:latin typeface="宋体" panose="02010600030101010101" pitchFamily="2" charset="-122"/>
              </a:rPr>
              <a:t>数据</a:t>
            </a:r>
            <a:endParaRPr lang="zh-CN" altLang="en-US" dirty="0">
              <a:latin typeface="宋体" panose="02010600030101010101" pitchFamily="2" charset="-122"/>
            </a:endParaRPr>
          </a:p>
        </p:txBody>
      </p:sp>
      <p:sp>
        <p:nvSpPr>
          <p:cNvPr id="27658" name="Rectangle 11"/>
          <p:cNvSpPr/>
          <p:nvPr/>
        </p:nvSpPr>
        <p:spPr>
          <a:xfrm>
            <a:off x="1835150" y="4365625"/>
            <a:ext cx="1152525" cy="719138"/>
          </a:xfrm>
          <a:prstGeom prst="rect">
            <a:avLst/>
          </a:prstGeom>
          <a:solidFill>
            <a:srgbClr val="CCFFCC"/>
          </a:solidFill>
          <a:ln w="12700" cap="flat" cmpd="sng">
            <a:solidFill>
              <a:schemeClr val="tx1"/>
            </a:solidFill>
            <a:prstDash val="solid"/>
            <a:miter/>
            <a:headEnd type="none" w="med" len="med"/>
            <a:tailEnd type="none" w="med" len="med"/>
          </a:ln>
        </p:spPr>
        <p:txBody>
          <a:bodyPr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7659" name="Rectangle 12"/>
          <p:cNvSpPr/>
          <p:nvPr/>
        </p:nvSpPr>
        <p:spPr>
          <a:xfrm>
            <a:off x="5292725" y="4365625"/>
            <a:ext cx="1800225" cy="719138"/>
          </a:xfrm>
          <a:prstGeom prst="rect">
            <a:avLst/>
          </a:prstGeom>
          <a:solidFill>
            <a:srgbClr val="FFCCFF"/>
          </a:solidFill>
          <a:ln w="12700" cap="flat" cmpd="sng">
            <a:solidFill>
              <a:schemeClr val="tx1"/>
            </a:solidFill>
            <a:prstDash val="solid"/>
            <a:miter/>
            <a:headEnd type="none" w="med" len="med"/>
            <a:tailEnd type="none" w="med" len="med"/>
          </a:ln>
        </p:spPr>
        <p:txBody>
          <a:bodyPr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7660" name="Rectangle 13"/>
          <p:cNvSpPr/>
          <p:nvPr/>
        </p:nvSpPr>
        <p:spPr>
          <a:xfrm>
            <a:off x="4140200" y="4365625"/>
            <a:ext cx="1152525" cy="719138"/>
          </a:xfrm>
          <a:prstGeom prst="rect">
            <a:avLst/>
          </a:prstGeom>
          <a:noFill/>
          <a:ln w="12700" cap="flat" cmpd="sng">
            <a:solidFill>
              <a:schemeClr val="tx1"/>
            </a:solidFill>
            <a:prstDash val="solid"/>
            <a:miter/>
            <a:headEnd type="none" w="med" len="med"/>
            <a:tailEnd type="none" w="med" len="med"/>
          </a:ln>
        </p:spPr>
        <p:txBody>
          <a:bodyPr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7661" name="Text Box 14"/>
          <p:cNvSpPr txBox="1"/>
          <p:nvPr/>
        </p:nvSpPr>
        <p:spPr>
          <a:xfrm>
            <a:off x="2124075" y="4581525"/>
            <a:ext cx="863600" cy="35718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MAC</a:t>
            </a:r>
            <a:endParaRPr lang="en-US" altLang="zh-CN" dirty="0">
              <a:latin typeface="宋体" panose="02010600030101010101" pitchFamily="2" charset="-122"/>
            </a:endParaRPr>
          </a:p>
        </p:txBody>
      </p:sp>
      <p:sp>
        <p:nvSpPr>
          <p:cNvPr id="27662" name="Text Box 15"/>
          <p:cNvSpPr txBox="1"/>
          <p:nvPr/>
        </p:nvSpPr>
        <p:spPr>
          <a:xfrm>
            <a:off x="4427538" y="4581525"/>
            <a:ext cx="431800" cy="35718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IP</a:t>
            </a:r>
            <a:endParaRPr lang="en-US" altLang="zh-CN" dirty="0">
              <a:latin typeface="宋体" panose="02010600030101010101" pitchFamily="2" charset="-122"/>
            </a:endParaRPr>
          </a:p>
        </p:txBody>
      </p:sp>
      <p:sp>
        <p:nvSpPr>
          <p:cNvPr id="27663" name="Text Box 16"/>
          <p:cNvSpPr txBox="1"/>
          <p:nvPr/>
        </p:nvSpPr>
        <p:spPr>
          <a:xfrm>
            <a:off x="5795963" y="4581525"/>
            <a:ext cx="792162" cy="357188"/>
          </a:xfrm>
          <a:prstGeom prst="rect">
            <a:avLst/>
          </a:prstGeom>
          <a:noFill/>
          <a:ln w="9525">
            <a:noFill/>
          </a:ln>
        </p:spPr>
        <p:txBody>
          <a:bodyPr lIns="82124" tIns="41061" rIns="82124" bIns="41061">
            <a:spAutoFit/>
          </a:bodyPr>
          <a:p>
            <a:pPr eaLnBrk="1" hangingPunct="1">
              <a:lnSpc>
                <a:spcPct val="90000"/>
              </a:lnSpc>
              <a:spcBef>
                <a:spcPct val="50000"/>
              </a:spcBef>
            </a:pPr>
            <a:r>
              <a:rPr lang="zh-CN" altLang="en-US" dirty="0">
                <a:latin typeface="宋体" panose="02010600030101010101" pitchFamily="2" charset="-122"/>
              </a:rPr>
              <a:t>数据</a:t>
            </a:r>
            <a:endParaRPr lang="zh-CN" altLang="en-US" dirty="0">
              <a:latin typeface="宋体" panose="02010600030101010101" pitchFamily="2" charset="-122"/>
            </a:endParaRPr>
          </a:p>
        </p:txBody>
      </p:sp>
      <p:sp>
        <p:nvSpPr>
          <p:cNvPr id="27664" name="Rectangle 17"/>
          <p:cNvSpPr/>
          <p:nvPr/>
        </p:nvSpPr>
        <p:spPr>
          <a:xfrm>
            <a:off x="2987675" y="4365625"/>
            <a:ext cx="1152525" cy="719138"/>
          </a:xfrm>
          <a:prstGeom prst="rect">
            <a:avLst/>
          </a:prstGeom>
          <a:solidFill>
            <a:srgbClr val="FFFFCC"/>
          </a:solidFill>
          <a:ln w="12700" cap="flat" cmpd="sng">
            <a:solidFill>
              <a:schemeClr val="tx1"/>
            </a:solidFill>
            <a:prstDash val="solid"/>
            <a:miter/>
            <a:headEnd type="none" w="med" len="med"/>
            <a:tailEnd type="none" w="med" len="med"/>
          </a:ln>
        </p:spPr>
        <p:txBody>
          <a:bodyPr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7665" name="Text Box 18"/>
          <p:cNvSpPr txBox="1"/>
          <p:nvPr/>
        </p:nvSpPr>
        <p:spPr>
          <a:xfrm>
            <a:off x="2987675" y="4581525"/>
            <a:ext cx="1296988" cy="35718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Vlan</a:t>
            </a:r>
            <a:r>
              <a:rPr lang="zh-CN" altLang="en-US" dirty="0">
                <a:latin typeface="宋体" panose="02010600030101010101" pitchFamily="2" charset="-122"/>
              </a:rPr>
              <a:t>标识</a:t>
            </a:r>
            <a:endParaRPr lang="zh-CN" altLang="en-US" dirty="0">
              <a:latin typeface="宋体" panose="02010600030101010101" pitchFamily="2" charset="-122"/>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4"/>
          <p:cNvSpPr>
            <a:spLocks noGrp="1"/>
          </p:cNvSpPr>
          <p:nvPr>
            <p:ph type="title" idx="4294967295"/>
          </p:nvPr>
        </p:nvSpPr>
        <p:spPr>
          <a:ln/>
        </p:spPr>
        <p:txBody>
          <a:bodyPr vert="horz" wrap="square" lIns="91440" tIns="45720" rIns="91440" bIns="45720" anchor="ctr" anchorCtr="0"/>
          <a:p>
            <a:pPr eaLnBrk="1" hangingPunct="1"/>
            <a:r>
              <a:rPr lang="zh-CN" altLang="en-US" dirty="0"/>
              <a:t>端口类型</a:t>
            </a:r>
            <a:endParaRPr lang="zh-CN" altLang="en-US" dirty="0"/>
          </a:p>
        </p:txBody>
      </p:sp>
      <p:sp>
        <p:nvSpPr>
          <p:cNvPr id="28675" name="Rectangle 5"/>
          <p:cNvSpPr>
            <a:spLocks noGrp="1"/>
          </p:cNvSpPr>
          <p:nvPr>
            <p:ph type="body" idx="4294967295"/>
          </p:nvPr>
        </p:nvSpPr>
        <p:spPr>
          <a:ln/>
        </p:spPr>
        <p:txBody>
          <a:bodyPr vert="horz" wrap="square" lIns="91440" tIns="45720" rIns="91440" bIns="45720" anchor="t" anchorCtr="0"/>
          <a:p>
            <a:pPr eaLnBrk="1" hangingPunct="1"/>
            <a:r>
              <a:rPr lang="en-US" altLang="zh-CN" dirty="0"/>
              <a:t>Access</a:t>
            </a:r>
            <a:endParaRPr lang="en-US" altLang="zh-CN" dirty="0"/>
          </a:p>
          <a:p>
            <a:pPr lvl="1" eaLnBrk="1" hangingPunct="1"/>
            <a:r>
              <a:rPr lang="zh-CN" altLang="en-US" dirty="0"/>
              <a:t>发送不带标签的报文；</a:t>
            </a:r>
            <a:endParaRPr lang="zh-CN" altLang="en-US" dirty="0"/>
          </a:p>
          <a:p>
            <a:pPr lvl="1" eaLnBrk="1" hangingPunct="1"/>
            <a:r>
              <a:rPr lang="zh-CN" altLang="en-US" dirty="0"/>
              <a:t>一般与</a:t>
            </a:r>
            <a:r>
              <a:rPr lang="en-US" altLang="zh-CN" dirty="0"/>
              <a:t>pc</a:t>
            </a:r>
            <a:r>
              <a:rPr lang="zh-CN" altLang="en-US" dirty="0"/>
              <a:t>、</a:t>
            </a:r>
            <a:r>
              <a:rPr lang="en-US" altLang="zh-CN" dirty="0"/>
              <a:t>server</a:t>
            </a:r>
            <a:r>
              <a:rPr lang="zh-CN" altLang="en-US" dirty="0"/>
              <a:t>相连时使用；</a:t>
            </a:r>
            <a:endParaRPr lang="zh-CN" altLang="en-US" dirty="0"/>
          </a:p>
          <a:p>
            <a:pPr lvl="1" eaLnBrk="1" hangingPunct="1"/>
            <a:endParaRPr lang="zh-CN" altLang="en-US" dirty="0"/>
          </a:p>
          <a:p>
            <a:pPr eaLnBrk="1" hangingPunct="1"/>
            <a:r>
              <a:rPr lang="en-US" altLang="zh-CN" dirty="0"/>
              <a:t>Trunk</a:t>
            </a:r>
            <a:endParaRPr lang="en-US" altLang="zh-CN" dirty="0"/>
          </a:p>
          <a:p>
            <a:pPr lvl="1" eaLnBrk="1" hangingPunct="1"/>
            <a:r>
              <a:rPr lang="zh-CN" altLang="en-US" dirty="0"/>
              <a:t>发送带标签的报文；</a:t>
            </a:r>
            <a:endParaRPr lang="zh-CN" altLang="en-US" dirty="0"/>
          </a:p>
          <a:p>
            <a:pPr lvl="1" eaLnBrk="1" hangingPunct="1"/>
            <a:r>
              <a:rPr lang="zh-CN" altLang="en-US" dirty="0"/>
              <a:t>一般用于交换机级联端口传递多组</a:t>
            </a:r>
            <a:r>
              <a:rPr lang="en-US" altLang="zh-CN" dirty="0"/>
              <a:t>vlan</a:t>
            </a:r>
            <a:r>
              <a:rPr lang="zh-CN" altLang="en-US" dirty="0"/>
              <a:t>信息时使用；</a:t>
            </a:r>
            <a:endParaRPr lang="zh-CN" altLang="en-US" dirty="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p:cNvSpPr>
          <p:nvPr>
            <p:ph type="title" idx="4294967295"/>
          </p:nvPr>
        </p:nvSpPr>
        <p:spPr>
          <a:ln/>
        </p:spPr>
        <p:txBody>
          <a:bodyPr vert="horz" wrap="square" lIns="91440" tIns="45720" rIns="91440" bIns="45720" anchor="ctr" anchorCtr="0"/>
          <a:p>
            <a:pPr eaLnBrk="1" hangingPunct="1"/>
            <a:r>
              <a:rPr lang="zh-CN" altLang="en-US" dirty="0"/>
              <a:t>跨交换机</a:t>
            </a:r>
            <a:r>
              <a:rPr lang="en-US" altLang="zh-CN" dirty="0"/>
              <a:t>VLAN</a:t>
            </a:r>
            <a:r>
              <a:rPr lang="zh-CN" altLang="en-US" dirty="0"/>
              <a:t>的工作</a:t>
            </a:r>
            <a:endParaRPr lang="zh-CN" altLang="en-US" dirty="0"/>
          </a:p>
        </p:txBody>
      </p:sp>
      <p:sp>
        <p:nvSpPr>
          <p:cNvPr id="29699" name="Rectangle 3"/>
          <p:cNvSpPr/>
          <p:nvPr/>
        </p:nvSpPr>
        <p:spPr>
          <a:xfrm>
            <a:off x="898525" y="2946400"/>
            <a:ext cx="2593975" cy="790575"/>
          </a:xfrm>
          <a:prstGeom prst="rect">
            <a:avLst/>
          </a:prstGeom>
          <a:noFill/>
          <a:ln w="28575" cap="flat" cmpd="sng">
            <a:solidFill>
              <a:schemeClr val="tx1"/>
            </a:solidFill>
            <a:prstDash val="solid"/>
            <a:miter/>
            <a:headEnd type="none" w="med" len="med"/>
            <a:tailEnd type="none" w="med" len="med"/>
          </a:ln>
        </p:spPr>
        <p:txBody>
          <a:bodyPr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9700" name="Rectangle 4"/>
          <p:cNvSpPr/>
          <p:nvPr/>
        </p:nvSpPr>
        <p:spPr>
          <a:xfrm>
            <a:off x="1042988" y="3305175"/>
            <a:ext cx="287337" cy="287338"/>
          </a:xfrm>
          <a:prstGeom prst="rect">
            <a:avLst/>
          </a:prstGeom>
          <a:solidFill>
            <a:srgbClr val="99CCFF"/>
          </a:solidFill>
          <a:ln w="9525">
            <a:noFill/>
          </a:ln>
          <a:effectLst>
            <a:outerShdw dist="35921" dir="2699999" algn="ctr" rotWithShape="0">
              <a:schemeClr val="bg2"/>
            </a:outerShdw>
          </a:effectLst>
        </p:spPr>
        <p:txBody>
          <a:bodyPr wrap="none"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9701" name="Rectangle 5"/>
          <p:cNvSpPr/>
          <p:nvPr/>
        </p:nvSpPr>
        <p:spPr>
          <a:xfrm>
            <a:off x="1619250" y="3305175"/>
            <a:ext cx="287338" cy="287338"/>
          </a:xfrm>
          <a:prstGeom prst="rect">
            <a:avLst/>
          </a:prstGeom>
          <a:solidFill>
            <a:srgbClr val="99CCFF"/>
          </a:solidFill>
          <a:ln w="9525">
            <a:noFill/>
          </a:ln>
          <a:effectLst>
            <a:outerShdw dist="35921" dir="2699999" algn="ctr" rotWithShape="0">
              <a:schemeClr val="bg2"/>
            </a:outerShdw>
          </a:effectLst>
        </p:spPr>
        <p:txBody>
          <a:bodyPr wrap="none"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9702" name="Rectangle 6"/>
          <p:cNvSpPr/>
          <p:nvPr/>
        </p:nvSpPr>
        <p:spPr>
          <a:xfrm>
            <a:off x="2195513" y="3305175"/>
            <a:ext cx="287337" cy="287338"/>
          </a:xfrm>
          <a:prstGeom prst="rect">
            <a:avLst/>
          </a:prstGeom>
          <a:solidFill>
            <a:srgbClr val="FF0000"/>
          </a:solidFill>
          <a:ln w="9525">
            <a:noFill/>
          </a:ln>
          <a:effectLst>
            <a:outerShdw dist="35921" dir="2699999" algn="ctr" rotWithShape="0">
              <a:schemeClr val="bg2"/>
            </a:outerShdw>
          </a:effectLst>
        </p:spPr>
        <p:txBody>
          <a:bodyPr wrap="none"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9703" name="Rectangle 7"/>
          <p:cNvSpPr/>
          <p:nvPr/>
        </p:nvSpPr>
        <p:spPr>
          <a:xfrm>
            <a:off x="2771775" y="3305175"/>
            <a:ext cx="287338" cy="287338"/>
          </a:xfrm>
          <a:prstGeom prst="rect">
            <a:avLst/>
          </a:prstGeom>
          <a:solidFill>
            <a:srgbClr val="FF0000"/>
          </a:solidFill>
          <a:ln w="9525">
            <a:noFill/>
          </a:ln>
          <a:effectLst>
            <a:outerShdw dist="35921" dir="2699999" algn="ctr" rotWithShape="0">
              <a:schemeClr val="bg2"/>
            </a:outerShdw>
          </a:effectLst>
        </p:spPr>
        <p:txBody>
          <a:bodyPr wrap="none"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9704" name="Text Box 8"/>
          <p:cNvSpPr txBox="1"/>
          <p:nvPr/>
        </p:nvSpPr>
        <p:spPr>
          <a:xfrm>
            <a:off x="1042988" y="2946400"/>
            <a:ext cx="215900" cy="35718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1</a:t>
            </a:r>
            <a:endParaRPr lang="en-US" altLang="zh-CN" dirty="0">
              <a:latin typeface="宋体" panose="02010600030101010101" pitchFamily="2" charset="-122"/>
            </a:endParaRPr>
          </a:p>
        </p:txBody>
      </p:sp>
      <p:sp>
        <p:nvSpPr>
          <p:cNvPr id="29705" name="Text Box 9"/>
          <p:cNvSpPr txBox="1"/>
          <p:nvPr/>
        </p:nvSpPr>
        <p:spPr>
          <a:xfrm>
            <a:off x="1619250" y="2946400"/>
            <a:ext cx="215900" cy="35718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2</a:t>
            </a:r>
            <a:endParaRPr lang="en-US" altLang="zh-CN" dirty="0">
              <a:latin typeface="宋体" panose="02010600030101010101" pitchFamily="2" charset="-122"/>
            </a:endParaRPr>
          </a:p>
        </p:txBody>
      </p:sp>
      <p:sp>
        <p:nvSpPr>
          <p:cNvPr id="29706" name="Text Box 10"/>
          <p:cNvSpPr txBox="1"/>
          <p:nvPr/>
        </p:nvSpPr>
        <p:spPr>
          <a:xfrm>
            <a:off x="2195513" y="2946400"/>
            <a:ext cx="215900" cy="35718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3</a:t>
            </a:r>
            <a:endParaRPr lang="en-US" altLang="zh-CN" dirty="0">
              <a:latin typeface="宋体" panose="02010600030101010101" pitchFamily="2" charset="-122"/>
            </a:endParaRPr>
          </a:p>
        </p:txBody>
      </p:sp>
      <p:sp>
        <p:nvSpPr>
          <p:cNvPr id="29707" name="Text Box 11"/>
          <p:cNvSpPr txBox="1"/>
          <p:nvPr/>
        </p:nvSpPr>
        <p:spPr>
          <a:xfrm>
            <a:off x="2771775" y="2946400"/>
            <a:ext cx="215900" cy="35718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4</a:t>
            </a:r>
            <a:endParaRPr lang="en-US" altLang="zh-CN" dirty="0">
              <a:latin typeface="宋体" panose="02010600030101010101" pitchFamily="2" charset="-122"/>
            </a:endParaRPr>
          </a:p>
        </p:txBody>
      </p:sp>
      <p:pic>
        <p:nvPicPr>
          <p:cNvPr id="29708" name="Picture 12" descr="003"/>
          <p:cNvPicPr>
            <a:picLocks noChangeAspect="1"/>
          </p:cNvPicPr>
          <p:nvPr/>
        </p:nvPicPr>
        <p:blipFill>
          <a:blip r:embed="rId1"/>
          <a:stretch>
            <a:fillRect/>
          </a:stretch>
        </p:blipFill>
        <p:spPr>
          <a:xfrm>
            <a:off x="466725" y="5249863"/>
            <a:ext cx="511175" cy="647700"/>
          </a:xfrm>
          <a:prstGeom prst="rect">
            <a:avLst/>
          </a:prstGeom>
          <a:noFill/>
          <a:ln w="9525">
            <a:noFill/>
          </a:ln>
        </p:spPr>
      </p:pic>
      <p:pic>
        <p:nvPicPr>
          <p:cNvPr id="29709" name="Picture 13" descr="003"/>
          <p:cNvPicPr>
            <a:picLocks noChangeAspect="1"/>
          </p:cNvPicPr>
          <p:nvPr/>
        </p:nvPicPr>
        <p:blipFill>
          <a:blip r:embed="rId1"/>
          <a:stretch>
            <a:fillRect/>
          </a:stretch>
        </p:blipFill>
        <p:spPr>
          <a:xfrm>
            <a:off x="1330325" y="5249863"/>
            <a:ext cx="511175" cy="647700"/>
          </a:xfrm>
          <a:prstGeom prst="rect">
            <a:avLst/>
          </a:prstGeom>
          <a:noFill/>
          <a:ln w="9525">
            <a:noFill/>
          </a:ln>
        </p:spPr>
      </p:pic>
      <p:pic>
        <p:nvPicPr>
          <p:cNvPr id="29710" name="Picture 14" descr="003"/>
          <p:cNvPicPr>
            <a:picLocks noChangeAspect="1"/>
          </p:cNvPicPr>
          <p:nvPr/>
        </p:nvPicPr>
        <p:blipFill>
          <a:blip r:embed="rId1"/>
          <a:stretch>
            <a:fillRect/>
          </a:stretch>
        </p:blipFill>
        <p:spPr>
          <a:xfrm>
            <a:off x="2411413" y="5249863"/>
            <a:ext cx="511175" cy="647700"/>
          </a:xfrm>
          <a:prstGeom prst="rect">
            <a:avLst/>
          </a:prstGeom>
          <a:noFill/>
          <a:ln w="9525">
            <a:noFill/>
          </a:ln>
        </p:spPr>
      </p:pic>
      <p:pic>
        <p:nvPicPr>
          <p:cNvPr id="29711" name="Picture 15" descr="003"/>
          <p:cNvPicPr>
            <a:picLocks noChangeAspect="1"/>
          </p:cNvPicPr>
          <p:nvPr/>
        </p:nvPicPr>
        <p:blipFill>
          <a:blip r:embed="rId1"/>
          <a:stretch>
            <a:fillRect/>
          </a:stretch>
        </p:blipFill>
        <p:spPr>
          <a:xfrm>
            <a:off x="3275013" y="5249863"/>
            <a:ext cx="511175" cy="647700"/>
          </a:xfrm>
          <a:prstGeom prst="rect">
            <a:avLst/>
          </a:prstGeom>
          <a:noFill/>
          <a:ln w="9525">
            <a:noFill/>
          </a:ln>
        </p:spPr>
      </p:pic>
      <p:sp>
        <p:nvSpPr>
          <p:cNvPr id="29712" name="Line 16"/>
          <p:cNvSpPr/>
          <p:nvPr/>
        </p:nvSpPr>
        <p:spPr>
          <a:xfrm flipV="1">
            <a:off x="755650" y="3594100"/>
            <a:ext cx="431800" cy="1655763"/>
          </a:xfrm>
          <a:prstGeom prst="line">
            <a:avLst/>
          </a:prstGeom>
          <a:ln w="12700" cap="flat" cmpd="sng">
            <a:solidFill>
              <a:schemeClr val="tx1"/>
            </a:solidFill>
            <a:prstDash val="solid"/>
            <a:headEnd type="none" w="med" len="med"/>
            <a:tailEnd type="none" w="med" len="med"/>
          </a:ln>
        </p:spPr>
      </p:sp>
      <p:sp>
        <p:nvSpPr>
          <p:cNvPr id="29713" name="Line 17"/>
          <p:cNvSpPr/>
          <p:nvPr/>
        </p:nvSpPr>
        <p:spPr>
          <a:xfrm flipV="1">
            <a:off x="1619250" y="3594100"/>
            <a:ext cx="144463" cy="1655763"/>
          </a:xfrm>
          <a:prstGeom prst="line">
            <a:avLst/>
          </a:prstGeom>
          <a:ln w="12700" cap="flat" cmpd="sng">
            <a:solidFill>
              <a:schemeClr val="tx1"/>
            </a:solidFill>
            <a:prstDash val="solid"/>
            <a:headEnd type="none" w="med" len="med"/>
            <a:tailEnd type="none" w="med" len="med"/>
          </a:ln>
        </p:spPr>
      </p:sp>
      <p:sp>
        <p:nvSpPr>
          <p:cNvPr id="29714" name="Line 18"/>
          <p:cNvSpPr/>
          <p:nvPr/>
        </p:nvSpPr>
        <p:spPr>
          <a:xfrm flipH="1" flipV="1">
            <a:off x="2411413" y="3594100"/>
            <a:ext cx="215900" cy="1655763"/>
          </a:xfrm>
          <a:prstGeom prst="line">
            <a:avLst/>
          </a:prstGeom>
          <a:ln w="12700" cap="flat" cmpd="sng">
            <a:solidFill>
              <a:schemeClr val="tx1"/>
            </a:solidFill>
            <a:prstDash val="solid"/>
            <a:headEnd type="none" w="med" len="med"/>
            <a:tailEnd type="none" w="med" len="med"/>
          </a:ln>
        </p:spPr>
      </p:sp>
      <p:sp>
        <p:nvSpPr>
          <p:cNvPr id="29715" name="Line 19"/>
          <p:cNvSpPr/>
          <p:nvPr/>
        </p:nvSpPr>
        <p:spPr>
          <a:xfrm flipH="1" flipV="1">
            <a:off x="2914650" y="3594100"/>
            <a:ext cx="576263" cy="1655763"/>
          </a:xfrm>
          <a:prstGeom prst="line">
            <a:avLst/>
          </a:prstGeom>
          <a:ln w="12700" cap="flat" cmpd="sng">
            <a:solidFill>
              <a:schemeClr val="tx1"/>
            </a:solidFill>
            <a:prstDash val="solid"/>
            <a:headEnd type="none" w="med" len="med"/>
            <a:tailEnd type="none" w="med" len="med"/>
          </a:ln>
        </p:spPr>
      </p:sp>
      <p:sp>
        <p:nvSpPr>
          <p:cNvPr id="29716" name="Rectangle 20"/>
          <p:cNvSpPr/>
          <p:nvPr/>
        </p:nvSpPr>
        <p:spPr>
          <a:xfrm>
            <a:off x="5435600" y="2946400"/>
            <a:ext cx="2735263" cy="790575"/>
          </a:xfrm>
          <a:prstGeom prst="rect">
            <a:avLst/>
          </a:prstGeom>
          <a:noFill/>
          <a:ln w="28575" cap="flat" cmpd="sng">
            <a:solidFill>
              <a:schemeClr val="tx1"/>
            </a:solidFill>
            <a:prstDash val="solid"/>
            <a:miter/>
            <a:headEnd type="none" w="med" len="med"/>
            <a:tailEnd type="none" w="med" len="med"/>
          </a:ln>
        </p:spPr>
        <p:txBody>
          <a:bodyPr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9717" name="Rectangle 21"/>
          <p:cNvSpPr/>
          <p:nvPr/>
        </p:nvSpPr>
        <p:spPr>
          <a:xfrm>
            <a:off x="5938838" y="3305175"/>
            <a:ext cx="287337" cy="287338"/>
          </a:xfrm>
          <a:prstGeom prst="rect">
            <a:avLst/>
          </a:prstGeom>
          <a:solidFill>
            <a:srgbClr val="99CCFF"/>
          </a:solidFill>
          <a:ln w="9525">
            <a:noFill/>
          </a:ln>
          <a:effectLst>
            <a:outerShdw dist="35921" dir="2699999" algn="ctr" rotWithShape="0">
              <a:schemeClr val="bg2"/>
            </a:outerShdw>
          </a:effectLst>
        </p:spPr>
        <p:txBody>
          <a:bodyPr wrap="none"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9718" name="Rectangle 22"/>
          <p:cNvSpPr/>
          <p:nvPr/>
        </p:nvSpPr>
        <p:spPr>
          <a:xfrm>
            <a:off x="6515100" y="3305175"/>
            <a:ext cx="287338" cy="287338"/>
          </a:xfrm>
          <a:prstGeom prst="rect">
            <a:avLst/>
          </a:prstGeom>
          <a:solidFill>
            <a:srgbClr val="99CCFF"/>
          </a:solidFill>
          <a:ln w="9525">
            <a:noFill/>
          </a:ln>
          <a:effectLst>
            <a:outerShdw dist="35921" dir="2699999" algn="ctr" rotWithShape="0">
              <a:schemeClr val="bg2"/>
            </a:outerShdw>
          </a:effectLst>
        </p:spPr>
        <p:txBody>
          <a:bodyPr wrap="none"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9719" name="Rectangle 23"/>
          <p:cNvSpPr/>
          <p:nvPr/>
        </p:nvSpPr>
        <p:spPr>
          <a:xfrm>
            <a:off x="7091363" y="3305175"/>
            <a:ext cx="287337" cy="287338"/>
          </a:xfrm>
          <a:prstGeom prst="rect">
            <a:avLst/>
          </a:prstGeom>
          <a:solidFill>
            <a:srgbClr val="FF0000"/>
          </a:solidFill>
          <a:ln w="9525">
            <a:noFill/>
          </a:ln>
          <a:effectLst>
            <a:outerShdw dist="35921" dir="2699999" algn="ctr" rotWithShape="0">
              <a:schemeClr val="bg2"/>
            </a:outerShdw>
          </a:effectLst>
        </p:spPr>
        <p:txBody>
          <a:bodyPr wrap="none"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9720" name="Rectangle 24"/>
          <p:cNvSpPr/>
          <p:nvPr/>
        </p:nvSpPr>
        <p:spPr>
          <a:xfrm>
            <a:off x="7667625" y="3305175"/>
            <a:ext cx="287338" cy="287338"/>
          </a:xfrm>
          <a:prstGeom prst="rect">
            <a:avLst/>
          </a:prstGeom>
          <a:solidFill>
            <a:srgbClr val="FF0000"/>
          </a:solidFill>
          <a:ln w="9525">
            <a:noFill/>
          </a:ln>
          <a:effectLst>
            <a:outerShdw dist="35921" dir="2699999" algn="ctr" rotWithShape="0">
              <a:schemeClr val="bg2"/>
            </a:outerShdw>
          </a:effectLst>
        </p:spPr>
        <p:txBody>
          <a:bodyPr wrap="none"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9721" name="Text Box 25"/>
          <p:cNvSpPr txBox="1"/>
          <p:nvPr/>
        </p:nvSpPr>
        <p:spPr>
          <a:xfrm>
            <a:off x="5938838" y="2946400"/>
            <a:ext cx="215900" cy="35718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1</a:t>
            </a:r>
            <a:endParaRPr lang="en-US" altLang="zh-CN" dirty="0">
              <a:latin typeface="宋体" panose="02010600030101010101" pitchFamily="2" charset="-122"/>
            </a:endParaRPr>
          </a:p>
        </p:txBody>
      </p:sp>
      <p:sp>
        <p:nvSpPr>
          <p:cNvPr id="29722" name="Text Box 26"/>
          <p:cNvSpPr txBox="1"/>
          <p:nvPr/>
        </p:nvSpPr>
        <p:spPr>
          <a:xfrm>
            <a:off x="6515100" y="2946400"/>
            <a:ext cx="215900" cy="35718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2</a:t>
            </a:r>
            <a:endParaRPr lang="en-US" altLang="zh-CN" dirty="0">
              <a:latin typeface="宋体" panose="02010600030101010101" pitchFamily="2" charset="-122"/>
            </a:endParaRPr>
          </a:p>
        </p:txBody>
      </p:sp>
      <p:sp>
        <p:nvSpPr>
          <p:cNvPr id="29723" name="Text Box 27"/>
          <p:cNvSpPr txBox="1"/>
          <p:nvPr/>
        </p:nvSpPr>
        <p:spPr>
          <a:xfrm>
            <a:off x="7091363" y="2946400"/>
            <a:ext cx="215900" cy="35718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3</a:t>
            </a:r>
            <a:endParaRPr lang="en-US" altLang="zh-CN" dirty="0">
              <a:latin typeface="宋体" panose="02010600030101010101" pitchFamily="2" charset="-122"/>
            </a:endParaRPr>
          </a:p>
        </p:txBody>
      </p:sp>
      <p:sp>
        <p:nvSpPr>
          <p:cNvPr id="29724" name="Text Box 28"/>
          <p:cNvSpPr txBox="1"/>
          <p:nvPr/>
        </p:nvSpPr>
        <p:spPr>
          <a:xfrm>
            <a:off x="7667625" y="2946400"/>
            <a:ext cx="215900" cy="35718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4</a:t>
            </a:r>
            <a:endParaRPr lang="en-US" altLang="zh-CN" dirty="0">
              <a:latin typeface="宋体" panose="02010600030101010101" pitchFamily="2" charset="-122"/>
            </a:endParaRPr>
          </a:p>
        </p:txBody>
      </p:sp>
      <p:pic>
        <p:nvPicPr>
          <p:cNvPr id="29725" name="Picture 29" descr="003"/>
          <p:cNvPicPr>
            <a:picLocks noChangeAspect="1"/>
          </p:cNvPicPr>
          <p:nvPr/>
        </p:nvPicPr>
        <p:blipFill>
          <a:blip r:embed="rId1"/>
          <a:stretch>
            <a:fillRect/>
          </a:stretch>
        </p:blipFill>
        <p:spPr>
          <a:xfrm>
            <a:off x="5362575" y="5249863"/>
            <a:ext cx="511175" cy="647700"/>
          </a:xfrm>
          <a:prstGeom prst="rect">
            <a:avLst/>
          </a:prstGeom>
          <a:noFill/>
          <a:ln w="9525">
            <a:noFill/>
          </a:ln>
        </p:spPr>
      </p:pic>
      <p:pic>
        <p:nvPicPr>
          <p:cNvPr id="29726" name="Picture 30" descr="003"/>
          <p:cNvPicPr>
            <a:picLocks noChangeAspect="1"/>
          </p:cNvPicPr>
          <p:nvPr/>
        </p:nvPicPr>
        <p:blipFill>
          <a:blip r:embed="rId1"/>
          <a:stretch>
            <a:fillRect/>
          </a:stretch>
        </p:blipFill>
        <p:spPr>
          <a:xfrm>
            <a:off x="6226175" y="5249863"/>
            <a:ext cx="511175" cy="647700"/>
          </a:xfrm>
          <a:prstGeom prst="rect">
            <a:avLst/>
          </a:prstGeom>
          <a:noFill/>
          <a:ln w="9525">
            <a:noFill/>
          </a:ln>
        </p:spPr>
      </p:pic>
      <p:pic>
        <p:nvPicPr>
          <p:cNvPr id="29727" name="Picture 31" descr="003"/>
          <p:cNvPicPr>
            <a:picLocks noChangeAspect="1"/>
          </p:cNvPicPr>
          <p:nvPr/>
        </p:nvPicPr>
        <p:blipFill>
          <a:blip r:embed="rId1"/>
          <a:stretch>
            <a:fillRect/>
          </a:stretch>
        </p:blipFill>
        <p:spPr>
          <a:xfrm>
            <a:off x="7307263" y="5249863"/>
            <a:ext cx="511175" cy="647700"/>
          </a:xfrm>
          <a:prstGeom prst="rect">
            <a:avLst/>
          </a:prstGeom>
          <a:noFill/>
          <a:ln w="9525">
            <a:noFill/>
          </a:ln>
        </p:spPr>
      </p:pic>
      <p:pic>
        <p:nvPicPr>
          <p:cNvPr id="29728" name="Picture 32" descr="003"/>
          <p:cNvPicPr>
            <a:picLocks noChangeAspect="1"/>
          </p:cNvPicPr>
          <p:nvPr/>
        </p:nvPicPr>
        <p:blipFill>
          <a:blip r:embed="rId1"/>
          <a:stretch>
            <a:fillRect/>
          </a:stretch>
        </p:blipFill>
        <p:spPr>
          <a:xfrm>
            <a:off x="8170863" y="5249863"/>
            <a:ext cx="511175" cy="647700"/>
          </a:xfrm>
          <a:prstGeom prst="rect">
            <a:avLst/>
          </a:prstGeom>
          <a:noFill/>
          <a:ln w="9525">
            <a:noFill/>
          </a:ln>
        </p:spPr>
      </p:pic>
      <p:sp>
        <p:nvSpPr>
          <p:cNvPr id="29729" name="Line 33"/>
          <p:cNvSpPr/>
          <p:nvPr/>
        </p:nvSpPr>
        <p:spPr>
          <a:xfrm flipV="1">
            <a:off x="5651500" y="3594100"/>
            <a:ext cx="431800" cy="1655763"/>
          </a:xfrm>
          <a:prstGeom prst="line">
            <a:avLst/>
          </a:prstGeom>
          <a:ln w="12700" cap="flat" cmpd="sng">
            <a:solidFill>
              <a:schemeClr val="tx1"/>
            </a:solidFill>
            <a:prstDash val="solid"/>
            <a:headEnd type="none" w="med" len="med"/>
            <a:tailEnd type="none" w="med" len="med"/>
          </a:ln>
        </p:spPr>
      </p:sp>
      <p:sp>
        <p:nvSpPr>
          <p:cNvPr id="29730" name="Line 34"/>
          <p:cNvSpPr/>
          <p:nvPr/>
        </p:nvSpPr>
        <p:spPr>
          <a:xfrm flipV="1">
            <a:off x="6515100" y="3594100"/>
            <a:ext cx="144463" cy="1655763"/>
          </a:xfrm>
          <a:prstGeom prst="line">
            <a:avLst/>
          </a:prstGeom>
          <a:ln w="12700" cap="flat" cmpd="sng">
            <a:solidFill>
              <a:schemeClr val="tx1"/>
            </a:solidFill>
            <a:prstDash val="solid"/>
            <a:headEnd type="none" w="med" len="med"/>
            <a:tailEnd type="none" w="med" len="med"/>
          </a:ln>
        </p:spPr>
      </p:sp>
      <p:sp>
        <p:nvSpPr>
          <p:cNvPr id="29731" name="Line 35"/>
          <p:cNvSpPr/>
          <p:nvPr/>
        </p:nvSpPr>
        <p:spPr>
          <a:xfrm flipH="1" flipV="1">
            <a:off x="7307263" y="3594100"/>
            <a:ext cx="215900" cy="1655763"/>
          </a:xfrm>
          <a:prstGeom prst="line">
            <a:avLst/>
          </a:prstGeom>
          <a:ln w="12700" cap="flat" cmpd="sng">
            <a:solidFill>
              <a:schemeClr val="tx1"/>
            </a:solidFill>
            <a:prstDash val="solid"/>
            <a:headEnd type="none" w="med" len="med"/>
            <a:tailEnd type="none" w="med" len="med"/>
          </a:ln>
        </p:spPr>
      </p:sp>
      <p:sp>
        <p:nvSpPr>
          <p:cNvPr id="29732" name="Line 36"/>
          <p:cNvSpPr/>
          <p:nvPr/>
        </p:nvSpPr>
        <p:spPr>
          <a:xfrm flipH="1" flipV="1">
            <a:off x="7810500" y="3594100"/>
            <a:ext cx="576263" cy="1655763"/>
          </a:xfrm>
          <a:prstGeom prst="line">
            <a:avLst/>
          </a:prstGeom>
          <a:ln w="12700" cap="flat" cmpd="sng">
            <a:solidFill>
              <a:schemeClr val="tx1"/>
            </a:solidFill>
            <a:prstDash val="solid"/>
            <a:headEnd type="none" w="med" len="med"/>
            <a:tailEnd type="none" w="med" len="med"/>
          </a:ln>
        </p:spPr>
      </p:sp>
      <p:sp>
        <p:nvSpPr>
          <p:cNvPr id="29733" name="Text Box 37"/>
          <p:cNvSpPr txBox="1"/>
          <p:nvPr/>
        </p:nvSpPr>
        <p:spPr>
          <a:xfrm>
            <a:off x="827088" y="2586038"/>
            <a:ext cx="1511300" cy="357187"/>
          </a:xfrm>
          <a:prstGeom prst="rect">
            <a:avLst/>
          </a:prstGeom>
          <a:noFill/>
          <a:ln w="9525">
            <a:noFill/>
          </a:ln>
        </p:spPr>
        <p:txBody>
          <a:bodyPr lIns="82124" tIns="41061" rIns="82124" bIns="41061">
            <a:spAutoFit/>
          </a:bodyPr>
          <a:p>
            <a:pPr eaLnBrk="1" hangingPunct="1">
              <a:lnSpc>
                <a:spcPct val="90000"/>
              </a:lnSpc>
              <a:spcBef>
                <a:spcPct val="50000"/>
              </a:spcBef>
            </a:pPr>
            <a:r>
              <a:rPr lang="zh-CN" altLang="en-US" b="1" dirty="0">
                <a:solidFill>
                  <a:srgbClr val="3333FF"/>
                </a:solidFill>
                <a:latin typeface="宋体" panose="02010600030101010101" pitchFamily="2" charset="-122"/>
              </a:rPr>
              <a:t>交换机 </a:t>
            </a:r>
            <a:r>
              <a:rPr lang="en-US" altLang="zh-CN" b="1" dirty="0">
                <a:solidFill>
                  <a:srgbClr val="3333FF"/>
                </a:solidFill>
                <a:latin typeface="宋体" panose="02010600030101010101" pitchFamily="2" charset="-122"/>
              </a:rPr>
              <a:t>1</a:t>
            </a:r>
            <a:endParaRPr lang="en-US" altLang="zh-CN" b="1" dirty="0">
              <a:solidFill>
                <a:srgbClr val="3333FF"/>
              </a:solidFill>
              <a:latin typeface="宋体" panose="02010600030101010101" pitchFamily="2" charset="-122"/>
            </a:endParaRPr>
          </a:p>
        </p:txBody>
      </p:sp>
      <p:sp>
        <p:nvSpPr>
          <p:cNvPr id="29734" name="Text Box 38"/>
          <p:cNvSpPr txBox="1"/>
          <p:nvPr/>
        </p:nvSpPr>
        <p:spPr>
          <a:xfrm>
            <a:off x="5795963" y="2586038"/>
            <a:ext cx="1511300" cy="357187"/>
          </a:xfrm>
          <a:prstGeom prst="rect">
            <a:avLst/>
          </a:prstGeom>
          <a:noFill/>
          <a:ln w="9525">
            <a:noFill/>
          </a:ln>
        </p:spPr>
        <p:txBody>
          <a:bodyPr lIns="82124" tIns="41061" rIns="82124" bIns="41061">
            <a:spAutoFit/>
          </a:bodyPr>
          <a:p>
            <a:pPr eaLnBrk="1" hangingPunct="1">
              <a:lnSpc>
                <a:spcPct val="90000"/>
              </a:lnSpc>
              <a:spcBef>
                <a:spcPct val="50000"/>
              </a:spcBef>
            </a:pPr>
            <a:r>
              <a:rPr lang="zh-CN" altLang="en-US" b="1" dirty="0">
                <a:solidFill>
                  <a:srgbClr val="3333FF"/>
                </a:solidFill>
                <a:latin typeface="宋体" panose="02010600030101010101" pitchFamily="2" charset="-122"/>
              </a:rPr>
              <a:t>交换机 </a:t>
            </a:r>
            <a:r>
              <a:rPr lang="en-US" altLang="zh-CN" b="1" dirty="0">
                <a:solidFill>
                  <a:srgbClr val="3333FF"/>
                </a:solidFill>
                <a:latin typeface="宋体" panose="02010600030101010101" pitchFamily="2" charset="-122"/>
              </a:rPr>
              <a:t>2</a:t>
            </a:r>
            <a:endParaRPr lang="en-US" altLang="zh-CN" b="1" dirty="0">
              <a:solidFill>
                <a:srgbClr val="3333FF"/>
              </a:solidFill>
              <a:latin typeface="宋体" panose="02010600030101010101" pitchFamily="2" charset="-122"/>
            </a:endParaRPr>
          </a:p>
        </p:txBody>
      </p:sp>
      <p:sp>
        <p:nvSpPr>
          <p:cNvPr id="29735" name="Text Box 39"/>
          <p:cNvSpPr txBox="1"/>
          <p:nvPr/>
        </p:nvSpPr>
        <p:spPr>
          <a:xfrm>
            <a:off x="539750" y="5949950"/>
            <a:ext cx="1657350" cy="357188"/>
          </a:xfrm>
          <a:prstGeom prst="rect">
            <a:avLst/>
          </a:prstGeom>
          <a:noFill/>
          <a:ln w="9525">
            <a:noFill/>
          </a:ln>
        </p:spPr>
        <p:txBody>
          <a:bodyPr lIns="82124" tIns="41061" rIns="82124" bIns="41061">
            <a:spAutoFit/>
          </a:bodyPr>
          <a:p>
            <a:pPr eaLnBrk="1" hangingPunct="1">
              <a:lnSpc>
                <a:spcPct val="90000"/>
              </a:lnSpc>
              <a:spcBef>
                <a:spcPct val="50000"/>
              </a:spcBef>
            </a:pPr>
            <a:r>
              <a:rPr lang="zh-CN" altLang="en-US" b="1" dirty="0">
                <a:solidFill>
                  <a:srgbClr val="3333FF"/>
                </a:solidFill>
                <a:latin typeface="宋体" panose="02010600030101010101" pitchFamily="2" charset="-122"/>
              </a:rPr>
              <a:t>市场部</a:t>
            </a:r>
            <a:endParaRPr lang="zh-CN" altLang="en-US" b="1" dirty="0">
              <a:solidFill>
                <a:srgbClr val="3333FF"/>
              </a:solidFill>
              <a:latin typeface="宋体" panose="02010600030101010101" pitchFamily="2" charset="-122"/>
            </a:endParaRPr>
          </a:p>
        </p:txBody>
      </p:sp>
      <p:sp>
        <p:nvSpPr>
          <p:cNvPr id="29736" name="Text Box 40"/>
          <p:cNvSpPr txBox="1"/>
          <p:nvPr/>
        </p:nvSpPr>
        <p:spPr>
          <a:xfrm>
            <a:off x="5578475" y="5949950"/>
            <a:ext cx="1657350" cy="357188"/>
          </a:xfrm>
          <a:prstGeom prst="rect">
            <a:avLst/>
          </a:prstGeom>
          <a:noFill/>
          <a:ln w="9525">
            <a:noFill/>
          </a:ln>
        </p:spPr>
        <p:txBody>
          <a:bodyPr lIns="82124" tIns="41061" rIns="82124" bIns="41061">
            <a:spAutoFit/>
          </a:bodyPr>
          <a:p>
            <a:pPr eaLnBrk="1" hangingPunct="1">
              <a:lnSpc>
                <a:spcPct val="90000"/>
              </a:lnSpc>
              <a:spcBef>
                <a:spcPct val="50000"/>
              </a:spcBef>
            </a:pPr>
            <a:r>
              <a:rPr lang="zh-CN" altLang="en-US" b="1" dirty="0">
                <a:solidFill>
                  <a:srgbClr val="3333FF"/>
                </a:solidFill>
                <a:latin typeface="宋体" panose="02010600030101010101" pitchFamily="2" charset="-122"/>
              </a:rPr>
              <a:t>市场部</a:t>
            </a:r>
            <a:endParaRPr lang="zh-CN" altLang="en-US" b="1" dirty="0">
              <a:solidFill>
                <a:srgbClr val="3333FF"/>
              </a:solidFill>
              <a:latin typeface="宋体" panose="02010600030101010101" pitchFamily="2" charset="-122"/>
            </a:endParaRPr>
          </a:p>
        </p:txBody>
      </p:sp>
      <p:sp>
        <p:nvSpPr>
          <p:cNvPr id="29737" name="Text Box 41"/>
          <p:cNvSpPr txBox="1"/>
          <p:nvPr/>
        </p:nvSpPr>
        <p:spPr>
          <a:xfrm>
            <a:off x="2554288" y="5880100"/>
            <a:ext cx="1657350" cy="357188"/>
          </a:xfrm>
          <a:prstGeom prst="rect">
            <a:avLst/>
          </a:prstGeom>
          <a:noFill/>
          <a:ln w="9525">
            <a:noFill/>
          </a:ln>
        </p:spPr>
        <p:txBody>
          <a:bodyPr lIns="82124" tIns="41061" rIns="82124" bIns="41061">
            <a:spAutoFit/>
          </a:bodyPr>
          <a:p>
            <a:pPr eaLnBrk="1" hangingPunct="1">
              <a:lnSpc>
                <a:spcPct val="90000"/>
              </a:lnSpc>
              <a:spcBef>
                <a:spcPct val="50000"/>
              </a:spcBef>
            </a:pPr>
            <a:r>
              <a:rPr lang="zh-CN" altLang="en-US" b="1" dirty="0">
                <a:solidFill>
                  <a:srgbClr val="3333FF"/>
                </a:solidFill>
                <a:latin typeface="宋体" panose="02010600030101010101" pitchFamily="2" charset="-122"/>
              </a:rPr>
              <a:t>财务部</a:t>
            </a:r>
            <a:endParaRPr lang="zh-CN" altLang="en-US" b="1" dirty="0">
              <a:solidFill>
                <a:srgbClr val="3333FF"/>
              </a:solidFill>
              <a:latin typeface="宋体" panose="02010600030101010101" pitchFamily="2" charset="-122"/>
            </a:endParaRPr>
          </a:p>
        </p:txBody>
      </p:sp>
      <p:sp>
        <p:nvSpPr>
          <p:cNvPr id="29738" name="Text Box 42"/>
          <p:cNvSpPr txBox="1"/>
          <p:nvPr/>
        </p:nvSpPr>
        <p:spPr>
          <a:xfrm>
            <a:off x="7486650" y="5949950"/>
            <a:ext cx="1117600" cy="357188"/>
          </a:xfrm>
          <a:prstGeom prst="rect">
            <a:avLst/>
          </a:prstGeom>
          <a:noFill/>
          <a:ln w="9525">
            <a:noFill/>
          </a:ln>
        </p:spPr>
        <p:txBody>
          <a:bodyPr lIns="82124" tIns="41061" rIns="82124" bIns="41061">
            <a:spAutoFit/>
          </a:bodyPr>
          <a:p>
            <a:pPr eaLnBrk="1" hangingPunct="1">
              <a:lnSpc>
                <a:spcPct val="90000"/>
              </a:lnSpc>
              <a:spcBef>
                <a:spcPct val="50000"/>
              </a:spcBef>
            </a:pPr>
            <a:r>
              <a:rPr lang="zh-CN" altLang="en-US" b="1" dirty="0">
                <a:solidFill>
                  <a:srgbClr val="3333FF"/>
                </a:solidFill>
                <a:latin typeface="宋体" panose="02010600030101010101" pitchFamily="2" charset="-122"/>
              </a:rPr>
              <a:t>财务部</a:t>
            </a:r>
            <a:endParaRPr lang="zh-CN" altLang="en-US" b="1" dirty="0">
              <a:solidFill>
                <a:srgbClr val="3333FF"/>
              </a:solidFill>
              <a:latin typeface="宋体" panose="02010600030101010101" pitchFamily="2" charset="-122"/>
            </a:endParaRPr>
          </a:p>
        </p:txBody>
      </p:sp>
      <p:sp>
        <p:nvSpPr>
          <p:cNvPr id="29739" name="Line 43"/>
          <p:cNvSpPr/>
          <p:nvPr/>
        </p:nvSpPr>
        <p:spPr>
          <a:xfrm>
            <a:off x="3492500" y="3305175"/>
            <a:ext cx="1943100" cy="0"/>
          </a:xfrm>
          <a:prstGeom prst="line">
            <a:avLst/>
          </a:prstGeom>
          <a:ln w="76200" cap="flat" cmpd="sng">
            <a:solidFill>
              <a:srgbClr val="3333FF"/>
            </a:solidFill>
            <a:prstDash val="solid"/>
            <a:headEnd type="none" w="med" len="med"/>
            <a:tailEnd type="none" w="med" len="med"/>
          </a:ln>
          <a:effectLst>
            <a:outerShdw dist="35921" dir="2699999" algn="ctr" rotWithShape="0">
              <a:schemeClr val="bg2"/>
            </a:outerShdw>
          </a:effectLst>
        </p:spPr>
      </p:sp>
      <p:sp>
        <p:nvSpPr>
          <p:cNvPr id="29740" name="Text Box 51"/>
          <p:cNvSpPr txBox="1"/>
          <p:nvPr/>
        </p:nvSpPr>
        <p:spPr>
          <a:xfrm>
            <a:off x="2257425" y="2740025"/>
            <a:ext cx="165100" cy="357188"/>
          </a:xfrm>
          <a:prstGeom prst="rect">
            <a:avLst/>
          </a:prstGeom>
          <a:noFill/>
          <a:ln w="9525">
            <a:noFill/>
          </a:ln>
          <a:effectLst>
            <a:outerShdw dist="35921" dir="2699999" algn="ctr" rotWithShape="0">
              <a:schemeClr val="bg2"/>
            </a:outerShdw>
          </a:effectLst>
        </p:spPr>
        <p:txBody>
          <a:bodyPr wrap="none" lIns="82124" tIns="41061" rIns="82124" bIns="41061">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9741" name="Rectangle 52"/>
          <p:cNvSpPr/>
          <p:nvPr/>
        </p:nvSpPr>
        <p:spPr>
          <a:xfrm>
            <a:off x="3203575" y="3305175"/>
            <a:ext cx="287338" cy="287338"/>
          </a:xfrm>
          <a:prstGeom prst="rect">
            <a:avLst/>
          </a:prstGeom>
          <a:solidFill>
            <a:srgbClr val="FFFF00"/>
          </a:solidFill>
          <a:ln w="9525">
            <a:noFill/>
          </a:ln>
          <a:effectLst>
            <a:outerShdw dist="35921" dir="2699999" algn="ctr" rotWithShape="0">
              <a:schemeClr val="bg2"/>
            </a:outerShdw>
          </a:effectLst>
        </p:spPr>
        <p:txBody>
          <a:bodyPr wrap="none"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9742" name="Rectangle 53"/>
          <p:cNvSpPr/>
          <p:nvPr/>
        </p:nvSpPr>
        <p:spPr>
          <a:xfrm>
            <a:off x="5435600" y="3305175"/>
            <a:ext cx="287338" cy="287338"/>
          </a:xfrm>
          <a:prstGeom prst="rect">
            <a:avLst/>
          </a:prstGeom>
          <a:solidFill>
            <a:srgbClr val="FFFF00"/>
          </a:solidFill>
          <a:ln w="9525">
            <a:noFill/>
          </a:ln>
          <a:effectLst>
            <a:outerShdw dist="35921" dir="2699999" algn="ctr" rotWithShape="0">
              <a:schemeClr val="bg2"/>
            </a:outerShdw>
          </a:effectLst>
        </p:spPr>
        <p:txBody>
          <a:bodyPr wrap="none"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9743" name="Text Box 54"/>
          <p:cNvSpPr txBox="1"/>
          <p:nvPr/>
        </p:nvSpPr>
        <p:spPr>
          <a:xfrm>
            <a:off x="3203575" y="2946400"/>
            <a:ext cx="215900" cy="35718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5</a:t>
            </a:r>
            <a:endParaRPr lang="en-US" altLang="zh-CN" dirty="0">
              <a:latin typeface="宋体" panose="02010600030101010101" pitchFamily="2" charset="-122"/>
            </a:endParaRPr>
          </a:p>
        </p:txBody>
      </p:sp>
      <p:sp>
        <p:nvSpPr>
          <p:cNvPr id="29744" name="Text Box 55"/>
          <p:cNvSpPr txBox="1"/>
          <p:nvPr/>
        </p:nvSpPr>
        <p:spPr>
          <a:xfrm>
            <a:off x="5435600" y="2946400"/>
            <a:ext cx="215900" cy="35718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5</a:t>
            </a:r>
            <a:endParaRPr lang="en-US" altLang="zh-CN" dirty="0">
              <a:latin typeface="宋体" panose="02010600030101010101" pitchFamily="2" charset="-122"/>
            </a:endParaRPr>
          </a:p>
        </p:txBody>
      </p:sp>
      <p:grpSp>
        <p:nvGrpSpPr>
          <p:cNvPr id="29745" name="组合 29744"/>
          <p:cNvGrpSpPr/>
          <p:nvPr/>
        </p:nvGrpSpPr>
        <p:grpSpPr>
          <a:xfrm>
            <a:off x="900113" y="4025900"/>
            <a:ext cx="5975350" cy="357188"/>
            <a:chOff x="0" y="0"/>
            <a:chExt cx="3764" cy="225"/>
          </a:xfrm>
        </p:grpSpPr>
        <p:sp>
          <p:nvSpPr>
            <p:cNvPr id="29780" name="Text Box 57"/>
            <p:cNvSpPr txBox="1"/>
            <p:nvPr/>
          </p:nvSpPr>
          <p:spPr>
            <a:xfrm>
              <a:off x="0" y="0"/>
              <a:ext cx="635" cy="225"/>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vlan10</a:t>
              </a:r>
              <a:endParaRPr lang="en-US" altLang="zh-CN" dirty="0">
                <a:latin typeface="宋体" panose="02010600030101010101" pitchFamily="2" charset="-122"/>
              </a:endParaRPr>
            </a:p>
          </p:txBody>
        </p:sp>
        <p:sp>
          <p:nvSpPr>
            <p:cNvPr id="29781" name="Text Box 58"/>
            <p:cNvSpPr txBox="1"/>
            <p:nvPr/>
          </p:nvSpPr>
          <p:spPr>
            <a:xfrm>
              <a:off x="3129" y="0"/>
              <a:ext cx="635" cy="225"/>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vlan10</a:t>
              </a:r>
              <a:endParaRPr lang="en-US" altLang="zh-CN" dirty="0">
                <a:latin typeface="宋体" panose="02010600030101010101" pitchFamily="2" charset="-122"/>
              </a:endParaRPr>
            </a:p>
          </p:txBody>
        </p:sp>
      </p:grpSp>
      <p:grpSp>
        <p:nvGrpSpPr>
          <p:cNvPr id="29746" name="组合 29747"/>
          <p:cNvGrpSpPr/>
          <p:nvPr/>
        </p:nvGrpSpPr>
        <p:grpSpPr>
          <a:xfrm>
            <a:off x="2411413" y="4025900"/>
            <a:ext cx="5832475" cy="357188"/>
            <a:chOff x="0" y="0"/>
            <a:chExt cx="3674" cy="225"/>
          </a:xfrm>
        </p:grpSpPr>
        <p:sp>
          <p:nvSpPr>
            <p:cNvPr id="29778" name="Text Box 60"/>
            <p:cNvSpPr txBox="1"/>
            <p:nvPr/>
          </p:nvSpPr>
          <p:spPr>
            <a:xfrm>
              <a:off x="0" y="0"/>
              <a:ext cx="589" cy="225"/>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vlan20</a:t>
              </a:r>
              <a:endParaRPr lang="en-US" altLang="zh-CN" dirty="0">
                <a:latin typeface="宋体" panose="02010600030101010101" pitchFamily="2" charset="-122"/>
              </a:endParaRPr>
            </a:p>
          </p:txBody>
        </p:sp>
        <p:sp>
          <p:nvSpPr>
            <p:cNvPr id="29779" name="Text Box 61"/>
            <p:cNvSpPr txBox="1"/>
            <p:nvPr/>
          </p:nvSpPr>
          <p:spPr>
            <a:xfrm>
              <a:off x="3085" y="0"/>
              <a:ext cx="589" cy="225"/>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vlan20</a:t>
              </a:r>
              <a:endParaRPr lang="en-US" altLang="zh-CN" dirty="0">
                <a:latin typeface="宋体" panose="02010600030101010101" pitchFamily="2" charset="-122"/>
              </a:endParaRPr>
            </a:p>
          </p:txBody>
        </p:sp>
      </p:grpSp>
      <p:grpSp>
        <p:nvGrpSpPr>
          <p:cNvPr id="29747" name="组合 29750"/>
          <p:cNvGrpSpPr/>
          <p:nvPr/>
        </p:nvGrpSpPr>
        <p:grpSpPr>
          <a:xfrm>
            <a:off x="3851275" y="3378200"/>
            <a:ext cx="1008063" cy="644525"/>
            <a:chOff x="0" y="0"/>
            <a:chExt cx="635" cy="406"/>
          </a:xfrm>
        </p:grpSpPr>
        <p:sp>
          <p:nvSpPr>
            <p:cNvPr id="29776" name="Text Box 63"/>
            <p:cNvSpPr txBox="1"/>
            <p:nvPr/>
          </p:nvSpPr>
          <p:spPr>
            <a:xfrm>
              <a:off x="0" y="0"/>
              <a:ext cx="635" cy="225"/>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vlan10</a:t>
              </a:r>
              <a:endParaRPr lang="en-US" altLang="zh-CN" dirty="0">
                <a:latin typeface="宋体" panose="02010600030101010101" pitchFamily="2" charset="-122"/>
              </a:endParaRPr>
            </a:p>
          </p:txBody>
        </p:sp>
        <p:sp>
          <p:nvSpPr>
            <p:cNvPr id="29777" name="Text Box 64"/>
            <p:cNvSpPr txBox="1"/>
            <p:nvPr/>
          </p:nvSpPr>
          <p:spPr>
            <a:xfrm>
              <a:off x="0" y="181"/>
              <a:ext cx="589" cy="225"/>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latin typeface="宋体" panose="02010600030101010101" pitchFamily="2" charset="-122"/>
                </a:rPr>
                <a:t>vlan20</a:t>
              </a:r>
              <a:endParaRPr lang="en-US" altLang="zh-CN" dirty="0">
                <a:latin typeface="宋体" panose="02010600030101010101" pitchFamily="2" charset="-122"/>
              </a:endParaRPr>
            </a:p>
          </p:txBody>
        </p:sp>
      </p:grpSp>
      <p:grpSp>
        <p:nvGrpSpPr>
          <p:cNvPr id="29754" name="组合 29753"/>
          <p:cNvGrpSpPr/>
          <p:nvPr/>
        </p:nvGrpSpPr>
        <p:grpSpPr>
          <a:xfrm>
            <a:off x="827088" y="3736975"/>
            <a:ext cx="7129462" cy="357188"/>
            <a:chOff x="0" y="0"/>
            <a:chExt cx="4491" cy="225"/>
          </a:xfrm>
        </p:grpSpPr>
        <p:sp>
          <p:nvSpPr>
            <p:cNvPr id="29768" name="Text Box 66"/>
            <p:cNvSpPr txBox="1"/>
            <p:nvPr/>
          </p:nvSpPr>
          <p:spPr>
            <a:xfrm>
              <a:off x="0" y="0"/>
              <a:ext cx="182" cy="225"/>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solidFill>
                    <a:srgbClr val="FF0000"/>
                  </a:solidFill>
                  <a:latin typeface="宋体" panose="02010600030101010101" pitchFamily="2" charset="-122"/>
                </a:rPr>
                <a:t>A</a:t>
              </a:r>
              <a:endParaRPr lang="en-US" altLang="zh-CN" dirty="0">
                <a:solidFill>
                  <a:srgbClr val="FF0000"/>
                </a:solidFill>
                <a:latin typeface="宋体" panose="02010600030101010101" pitchFamily="2" charset="-122"/>
              </a:endParaRPr>
            </a:p>
          </p:txBody>
        </p:sp>
        <p:sp>
          <p:nvSpPr>
            <p:cNvPr id="29769" name="Text Box 67"/>
            <p:cNvSpPr txBox="1"/>
            <p:nvPr/>
          </p:nvSpPr>
          <p:spPr>
            <a:xfrm>
              <a:off x="363" y="0"/>
              <a:ext cx="182" cy="225"/>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solidFill>
                    <a:srgbClr val="FF0000"/>
                  </a:solidFill>
                  <a:latin typeface="宋体" panose="02010600030101010101" pitchFamily="2" charset="-122"/>
                </a:rPr>
                <a:t>A</a:t>
              </a:r>
              <a:endParaRPr lang="en-US" altLang="zh-CN" dirty="0">
                <a:solidFill>
                  <a:srgbClr val="FF0000"/>
                </a:solidFill>
                <a:latin typeface="宋体" panose="02010600030101010101" pitchFamily="2" charset="-122"/>
              </a:endParaRPr>
            </a:p>
          </p:txBody>
        </p:sp>
        <p:sp>
          <p:nvSpPr>
            <p:cNvPr id="29770" name="Text Box 68"/>
            <p:cNvSpPr txBox="1"/>
            <p:nvPr/>
          </p:nvSpPr>
          <p:spPr>
            <a:xfrm>
              <a:off x="862" y="0"/>
              <a:ext cx="182" cy="225"/>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solidFill>
                    <a:srgbClr val="FF0000"/>
                  </a:solidFill>
                  <a:latin typeface="宋体" panose="02010600030101010101" pitchFamily="2" charset="-122"/>
                </a:rPr>
                <a:t>A</a:t>
              </a:r>
              <a:endParaRPr lang="en-US" altLang="zh-CN" dirty="0">
                <a:solidFill>
                  <a:srgbClr val="FF0000"/>
                </a:solidFill>
                <a:latin typeface="宋体" panose="02010600030101010101" pitchFamily="2" charset="-122"/>
              </a:endParaRPr>
            </a:p>
          </p:txBody>
        </p:sp>
        <p:sp>
          <p:nvSpPr>
            <p:cNvPr id="29771" name="Text Box 69"/>
            <p:cNvSpPr txBox="1"/>
            <p:nvPr/>
          </p:nvSpPr>
          <p:spPr>
            <a:xfrm>
              <a:off x="1225" y="0"/>
              <a:ext cx="182" cy="225"/>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solidFill>
                    <a:srgbClr val="FF0000"/>
                  </a:solidFill>
                  <a:latin typeface="宋体" panose="02010600030101010101" pitchFamily="2" charset="-122"/>
                </a:rPr>
                <a:t>A</a:t>
              </a:r>
              <a:endParaRPr lang="en-US" altLang="zh-CN" dirty="0">
                <a:solidFill>
                  <a:srgbClr val="FF0000"/>
                </a:solidFill>
                <a:latin typeface="宋体" panose="02010600030101010101" pitchFamily="2" charset="-122"/>
              </a:endParaRPr>
            </a:p>
          </p:txBody>
        </p:sp>
        <p:sp>
          <p:nvSpPr>
            <p:cNvPr id="29772" name="Text Box 70"/>
            <p:cNvSpPr txBox="1"/>
            <p:nvPr/>
          </p:nvSpPr>
          <p:spPr>
            <a:xfrm>
              <a:off x="3085" y="0"/>
              <a:ext cx="182" cy="225"/>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solidFill>
                    <a:srgbClr val="FF0000"/>
                  </a:solidFill>
                  <a:latin typeface="宋体" panose="02010600030101010101" pitchFamily="2" charset="-122"/>
                </a:rPr>
                <a:t>A</a:t>
              </a:r>
              <a:endParaRPr lang="en-US" altLang="zh-CN" dirty="0">
                <a:solidFill>
                  <a:srgbClr val="FF0000"/>
                </a:solidFill>
                <a:latin typeface="宋体" panose="02010600030101010101" pitchFamily="2" charset="-122"/>
              </a:endParaRPr>
            </a:p>
          </p:txBody>
        </p:sp>
        <p:sp>
          <p:nvSpPr>
            <p:cNvPr id="29773" name="Text Box 71"/>
            <p:cNvSpPr txBox="1"/>
            <p:nvPr/>
          </p:nvSpPr>
          <p:spPr>
            <a:xfrm>
              <a:off x="3493" y="0"/>
              <a:ext cx="182" cy="225"/>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solidFill>
                    <a:srgbClr val="FF0000"/>
                  </a:solidFill>
                  <a:latin typeface="宋体" panose="02010600030101010101" pitchFamily="2" charset="-122"/>
                </a:rPr>
                <a:t>A</a:t>
              </a:r>
              <a:endParaRPr lang="en-US" altLang="zh-CN" dirty="0">
                <a:solidFill>
                  <a:srgbClr val="FF0000"/>
                </a:solidFill>
                <a:latin typeface="宋体" panose="02010600030101010101" pitchFamily="2" charset="-122"/>
              </a:endParaRPr>
            </a:p>
          </p:txBody>
        </p:sp>
        <p:sp>
          <p:nvSpPr>
            <p:cNvPr id="29774" name="Text Box 72"/>
            <p:cNvSpPr txBox="1"/>
            <p:nvPr/>
          </p:nvSpPr>
          <p:spPr>
            <a:xfrm>
              <a:off x="3947" y="0"/>
              <a:ext cx="182" cy="225"/>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solidFill>
                    <a:srgbClr val="FF0000"/>
                  </a:solidFill>
                  <a:latin typeface="宋体" panose="02010600030101010101" pitchFamily="2" charset="-122"/>
                </a:rPr>
                <a:t>A</a:t>
              </a:r>
              <a:endParaRPr lang="en-US" altLang="zh-CN" dirty="0">
                <a:solidFill>
                  <a:srgbClr val="FF0000"/>
                </a:solidFill>
                <a:latin typeface="宋体" panose="02010600030101010101" pitchFamily="2" charset="-122"/>
              </a:endParaRPr>
            </a:p>
          </p:txBody>
        </p:sp>
        <p:sp>
          <p:nvSpPr>
            <p:cNvPr id="29775" name="Text Box 73"/>
            <p:cNvSpPr txBox="1"/>
            <p:nvPr/>
          </p:nvSpPr>
          <p:spPr>
            <a:xfrm>
              <a:off x="4309" y="0"/>
              <a:ext cx="182" cy="225"/>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solidFill>
                    <a:srgbClr val="FF0000"/>
                  </a:solidFill>
                  <a:latin typeface="宋体" panose="02010600030101010101" pitchFamily="2" charset="-122"/>
                </a:rPr>
                <a:t>A</a:t>
              </a:r>
              <a:endParaRPr lang="en-US" altLang="zh-CN" dirty="0">
                <a:solidFill>
                  <a:srgbClr val="FF0000"/>
                </a:solidFill>
                <a:latin typeface="宋体" panose="02010600030101010101" pitchFamily="2" charset="-122"/>
              </a:endParaRPr>
            </a:p>
          </p:txBody>
        </p:sp>
      </p:grpSp>
      <p:grpSp>
        <p:nvGrpSpPr>
          <p:cNvPr id="29763" name="组合 29762"/>
          <p:cNvGrpSpPr/>
          <p:nvPr/>
        </p:nvGrpSpPr>
        <p:grpSpPr>
          <a:xfrm>
            <a:off x="3492500" y="3378200"/>
            <a:ext cx="1871663" cy="357188"/>
            <a:chOff x="0" y="0"/>
            <a:chExt cx="1179" cy="225"/>
          </a:xfrm>
        </p:grpSpPr>
        <p:sp>
          <p:nvSpPr>
            <p:cNvPr id="29766" name="Text Box 75"/>
            <p:cNvSpPr txBox="1"/>
            <p:nvPr/>
          </p:nvSpPr>
          <p:spPr>
            <a:xfrm>
              <a:off x="0" y="0"/>
              <a:ext cx="136" cy="225"/>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solidFill>
                    <a:srgbClr val="FF0000"/>
                  </a:solidFill>
                  <a:latin typeface="宋体" panose="02010600030101010101" pitchFamily="2" charset="-122"/>
                </a:rPr>
                <a:t>T</a:t>
              </a:r>
              <a:endParaRPr lang="en-US" altLang="zh-CN" dirty="0">
                <a:solidFill>
                  <a:srgbClr val="FF0000"/>
                </a:solidFill>
                <a:latin typeface="宋体" panose="02010600030101010101" pitchFamily="2" charset="-122"/>
              </a:endParaRPr>
            </a:p>
          </p:txBody>
        </p:sp>
        <p:sp>
          <p:nvSpPr>
            <p:cNvPr id="29767" name="Text Box 76"/>
            <p:cNvSpPr txBox="1"/>
            <p:nvPr/>
          </p:nvSpPr>
          <p:spPr>
            <a:xfrm>
              <a:off x="1043" y="0"/>
              <a:ext cx="136" cy="225"/>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dirty="0">
                  <a:solidFill>
                    <a:srgbClr val="FF0000"/>
                  </a:solidFill>
                  <a:latin typeface="宋体" panose="02010600030101010101" pitchFamily="2" charset="-122"/>
                </a:rPr>
                <a:t>T</a:t>
              </a:r>
              <a:endParaRPr lang="en-US" altLang="zh-CN" dirty="0">
                <a:solidFill>
                  <a:srgbClr val="FF0000"/>
                </a:solidFill>
                <a:latin typeface="宋体" panose="02010600030101010101" pitchFamily="2" charset="-122"/>
              </a:endParaRPr>
            </a:p>
          </p:txBody>
        </p:sp>
      </p:grpSp>
      <p:sp>
        <p:nvSpPr>
          <p:cNvPr id="2" name="Text Box 86"/>
          <p:cNvSpPr txBox="1"/>
          <p:nvPr/>
        </p:nvSpPr>
        <p:spPr>
          <a:xfrm>
            <a:off x="179388" y="4818063"/>
            <a:ext cx="720725" cy="330200"/>
          </a:xfrm>
          <a:prstGeom prst="rect">
            <a:avLst/>
          </a:prstGeom>
          <a:solidFill>
            <a:srgbClr val="99CCFF"/>
          </a:solidFill>
          <a:ln w="9525">
            <a:noFill/>
          </a:ln>
          <a:effectLst>
            <a:outerShdw dist="35921" dir="2699999" algn="ctr" rotWithShape="0">
              <a:schemeClr val="bg2"/>
            </a:outerShdw>
          </a:effectLst>
        </p:spPr>
        <p:txBody>
          <a:bodyPr lIns="82124" tIns="41061" rIns="82124" bIns="41061">
            <a:spAutoFit/>
          </a:bodyPr>
          <a:p>
            <a:pPr eaLnBrk="1" hangingPunct="1">
              <a:lnSpc>
                <a:spcPct val="90000"/>
              </a:lnSpc>
              <a:spcBef>
                <a:spcPct val="50000"/>
              </a:spcBef>
            </a:pPr>
            <a:r>
              <a:rPr lang="zh-CN" altLang="en-US" sz="1800" dirty="0">
                <a:latin typeface="宋体" panose="02010600030101010101" pitchFamily="2" charset="-122"/>
              </a:rPr>
              <a:t>报文</a:t>
            </a:r>
            <a:endParaRPr lang="zh-CN" altLang="en-US" sz="1800" dirty="0">
              <a:latin typeface="宋体" panose="02010600030101010101" pitchFamily="2" charset="-122"/>
            </a:endParaRPr>
          </a:p>
        </p:txBody>
      </p:sp>
      <p:sp>
        <p:nvSpPr>
          <p:cNvPr id="3" name="Text Box 93"/>
          <p:cNvSpPr txBox="1"/>
          <p:nvPr/>
        </p:nvSpPr>
        <p:spPr>
          <a:xfrm>
            <a:off x="3419475" y="2513013"/>
            <a:ext cx="720725" cy="330200"/>
          </a:xfrm>
          <a:prstGeom prst="rect">
            <a:avLst/>
          </a:prstGeom>
          <a:solidFill>
            <a:srgbClr val="99CCFF"/>
          </a:solidFill>
          <a:ln w="9525">
            <a:noFill/>
          </a:ln>
          <a:effectLst>
            <a:outerShdw dist="35921" dir="2699999" algn="ctr" rotWithShape="0">
              <a:schemeClr val="bg2"/>
            </a:outerShdw>
          </a:effectLst>
        </p:spPr>
        <p:txBody>
          <a:bodyPr lIns="82124" tIns="41061" rIns="82124" bIns="41061">
            <a:spAutoFit/>
          </a:bodyPr>
          <a:p>
            <a:pPr eaLnBrk="1" hangingPunct="1">
              <a:lnSpc>
                <a:spcPct val="90000"/>
              </a:lnSpc>
              <a:spcBef>
                <a:spcPct val="50000"/>
              </a:spcBef>
            </a:pPr>
            <a:r>
              <a:rPr lang="zh-CN" altLang="en-US" sz="1800" dirty="0">
                <a:latin typeface="宋体" panose="02010600030101010101" pitchFamily="2" charset="-122"/>
              </a:rPr>
              <a:t>报文</a:t>
            </a:r>
            <a:endParaRPr lang="zh-CN" altLang="en-US" sz="1800" dirty="0">
              <a:latin typeface="宋体" panose="02010600030101010101" pitchFamily="2" charset="-122"/>
            </a:endParaRPr>
          </a:p>
        </p:txBody>
      </p:sp>
      <p:sp>
        <p:nvSpPr>
          <p:cNvPr id="4" name="Text Box 95"/>
          <p:cNvSpPr txBox="1"/>
          <p:nvPr/>
        </p:nvSpPr>
        <p:spPr>
          <a:xfrm>
            <a:off x="2771775" y="2513013"/>
            <a:ext cx="649288" cy="330200"/>
          </a:xfrm>
          <a:prstGeom prst="rect">
            <a:avLst/>
          </a:prstGeom>
          <a:solidFill>
            <a:srgbClr val="FFCCFF"/>
          </a:solidFill>
          <a:ln w="9525">
            <a:noFill/>
          </a:ln>
          <a:effectLst>
            <a:outerShdw dist="35921" dir="2699999" algn="ctr" rotWithShape="0">
              <a:schemeClr val="bg2"/>
            </a:outerShdw>
          </a:effectLst>
        </p:spPr>
        <p:txBody>
          <a:bodyPr lIns="82124" tIns="41061" rIns="82124" bIns="41061">
            <a:spAutoFit/>
          </a:bodyPr>
          <a:p>
            <a:pPr eaLnBrk="1" hangingPunct="1">
              <a:lnSpc>
                <a:spcPct val="90000"/>
              </a:lnSpc>
              <a:spcBef>
                <a:spcPct val="50000"/>
              </a:spcBef>
            </a:pPr>
            <a:r>
              <a:rPr lang="en-US" altLang="zh-CN" sz="1800" dirty="0">
                <a:latin typeface="宋体" panose="02010600030101010101" pitchFamily="2" charset="-122"/>
              </a:rPr>
              <a:t>v10</a:t>
            </a:r>
            <a:endParaRPr lang="en-US" altLang="zh-CN" sz="1800" dirty="0">
              <a:latin typeface="宋体" panose="02010600030101010101" pitchFamily="2" charset="-122"/>
            </a:endParaRPr>
          </a:p>
        </p:txBody>
      </p:sp>
      <p:sp>
        <p:nvSpPr>
          <p:cNvPr id="5" name="Text Box 96"/>
          <p:cNvSpPr txBox="1"/>
          <p:nvPr/>
        </p:nvSpPr>
        <p:spPr>
          <a:xfrm>
            <a:off x="5148263" y="3810000"/>
            <a:ext cx="720725" cy="330200"/>
          </a:xfrm>
          <a:prstGeom prst="rect">
            <a:avLst/>
          </a:prstGeom>
          <a:solidFill>
            <a:srgbClr val="99CCFF"/>
          </a:solidFill>
          <a:ln w="9525">
            <a:noFill/>
          </a:ln>
          <a:effectLst>
            <a:outerShdw dist="35921" dir="2699999" algn="ctr" rotWithShape="0">
              <a:schemeClr val="bg2"/>
            </a:outerShdw>
          </a:effectLst>
        </p:spPr>
        <p:txBody>
          <a:bodyPr lIns="82124" tIns="41061" rIns="82124" bIns="41061">
            <a:spAutoFit/>
          </a:bodyPr>
          <a:p>
            <a:pPr eaLnBrk="1" hangingPunct="1">
              <a:lnSpc>
                <a:spcPct val="90000"/>
              </a:lnSpc>
              <a:spcBef>
                <a:spcPct val="50000"/>
              </a:spcBef>
            </a:pPr>
            <a:r>
              <a:rPr lang="zh-CN" altLang="en-US" sz="1800" dirty="0">
                <a:latin typeface="宋体" panose="02010600030101010101" pitchFamily="2" charset="-122"/>
              </a:rPr>
              <a:t>报文</a:t>
            </a:r>
            <a:endParaRPr lang="zh-CN" altLang="en-US" sz="1800" dirty="0">
              <a:latin typeface="宋体" panose="02010600030101010101" pitchFamily="2" charset="-122"/>
            </a:endParaRPr>
          </a:p>
        </p:txBody>
      </p:sp>
      <p:grpSp>
        <p:nvGrpSpPr>
          <p:cNvPr id="6" name="组合 29769"/>
          <p:cNvGrpSpPr/>
          <p:nvPr/>
        </p:nvGrpSpPr>
        <p:grpSpPr>
          <a:xfrm>
            <a:off x="250825" y="1577975"/>
            <a:ext cx="2808288" cy="1008063"/>
            <a:chOff x="0" y="0"/>
            <a:chExt cx="1769" cy="635"/>
          </a:xfrm>
        </p:grpSpPr>
        <p:sp>
          <p:nvSpPr>
            <p:cNvPr id="29761" name="Text Box 97"/>
            <p:cNvSpPr txBox="1"/>
            <p:nvPr/>
          </p:nvSpPr>
          <p:spPr>
            <a:xfrm>
              <a:off x="0" y="0"/>
              <a:ext cx="1769" cy="20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sz="1800" dirty="0">
                  <a:latin typeface="Arial" panose="020B0604020202020204" pitchFamily="34" charset="0"/>
                </a:rPr>
                <a:t>Vlan  untag tag</a:t>
              </a:r>
              <a:endParaRPr lang="en-US" altLang="zh-CN" sz="1800" dirty="0">
                <a:latin typeface="Arial" panose="020B0604020202020204" pitchFamily="34" charset="0"/>
              </a:endParaRPr>
            </a:p>
          </p:txBody>
        </p:sp>
        <p:sp>
          <p:nvSpPr>
            <p:cNvPr id="29762" name="Rectangle 99"/>
            <p:cNvSpPr/>
            <p:nvPr/>
          </p:nvSpPr>
          <p:spPr>
            <a:xfrm>
              <a:off x="0" y="0"/>
              <a:ext cx="1315" cy="635"/>
            </a:xfrm>
            <a:prstGeom prst="rect">
              <a:avLst/>
            </a:prstGeom>
            <a:noFill/>
            <a:ln w="12700" cap="flat" cmpd="sng">
              <a:solidFill>
                <a:schemeClr val="tx1"/>
              </a:solidFill>
              <a:prstDash val="solid"/>
              <a:miter/>
              <a:headEnd type="none" w="med" len="med"/>
              <a:tailEnd type="none" w="med" len="med"/>
            </a:ln>
          </p:spPr>
          <p:txBody>
            <a:bodyPr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7" name="Line 100"/>
            <p:cNvSpPr/>
            <p:nvPr/>
          </p:nvSpPr>
          <p:spPr>
            <a:xfrm>
              <a:off x="0" y="226"/>
              <a:ext cx="1315" cy="0"/>
            </a:xfrm>
            <a:prstGeom prst="line">
              <a:avLst/>
            </a:prstGeom>
            <a:ln w="12700" cap="flat" cmpd="sng">
              <a:solidFill>
                <a:schemeClr val="tx1"/>
              </a:solidFill>
              <a:prstDash val="solid"/>
              <a:headEnd type="none" w="med" len="med"/>
              <a:tailEnd type="none" w="med" len="med"/>
            </a:ln>
          </p:spPr>
        </p:sp>
        <p:sp>
          <p:nvSpPr>
            <p:cNvPr id="29764" name="Text Box 102"/>
            <p:cNvSpPr txBox="1"/>
            <p:nvPr/>
          </p:nvSpPr>
          <p:spPr>
            <a:xfrm>
              <a:off x="0" y="226"/>
              <a:ext cx="1406" cy="20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sz="1800" dirty="0">
                  <a:latin typeface="Arial" panose="020B0604020202020204" pitchFamily="34" charset="0"/>
                </a:rPr>
                <a:t>10    p1,p2 p5</a:t>
              </a:r>
              <a:endParaRPr lang="en-US" altLang="zh-CN" sz="1800" dirty="0">
                <a:latin typeface="Arial" panose="020B0604020202020204" pitchFamily="34" charset="0"/>
              </a:endParaRPr>
            </a:p>
          </p:txBody>
        </p:sp>
        <p:sp>
          <p:nvSpPr>
            <p:cNvPr id="29765" name="Text Box 103"/>
            <p:cNvSpPr txBox="1"/>
            <p:nvPr/>
          </p:nvSpPr>
          <p:spPr>
            <a:xfrm>
              <a:off x="0" y="408"/>
              <a:ext cx="1406" cy="20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sz="1800" dirty="0">
                  <a:latin typeface="Arial" panose="020B0604020202020204" pitchFamily="34" charset="0"/>
                </a:rPr>
                <a:t>20    p3,p4 p5</a:t>
              </a:r>
              <a:endParaRPr lang="en-US" altLang="zh-CN" sz="1800" dirty="0">
                <a:latin typeface="Arial" panose="020B0604020202020204" pitchFamily="34" charset="0"/>
              </a:endParaRPr>
            </a:p>
          </p:txBody>
        </p:sp>
      </p:grpSp>
      <p:grpSp>
        <p:nvGrpSpPr>
          <p:cNvPr id="8" name="组合 29775"/>
          <p:cNvGrpSpPr/>
          <p:nvPr/>
        </p:nvGrpSpPr>
        <p:grpSpPr>
          <a:xfrm>
            <a:off x="6227763" y="1484313"/>
            <a:ext cx="2808287" cy="1008062"/>
            <a:chOff x="0" y="0"/>
            <a:chExt cx="1769" cy="635"/>
          </a:xfrm>
        </p:grpSpPr>
        <p:sp>
          <p:nvSpPr>
            <p:cNvPr id="29756" name="Text Box 113"/>
            <p:cNvSpPr txBox="1"/>
            <p:nvPr/>
          </p:nvSpPr>
          <p:spPr>
            <a:xfrm>
              <a:off x="0" y="0"/>
              <a:ext cx="1769" cy="20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sz="1800" dirty="0">
                  <a:latin typeface="Arial" panose="020B0604020202020204" pitchFamily="34" charset="0"/>
                </a:rPr>
                <a:t>Vlan  untag tag</a:t>
              </a:r>
              <a:endParaRPr lang="en-US" altLang="zh-CN" sz="1800" dirty="0">
                <a:latin typeface="Arial" panose="020B0604020202020204" pitchFamily="34" charset="0"/>
              </a:endParaRPr>
            </a:p>
          </p:txBody>
        </p:sp>
        <p:sp>
          <p:nvSpPr>
            <p:cNvPr id="29757" name="Rectangle 114"/>
            <p:cNvSpPr/>
            <p:nvPr/>
          </p:nvSpPr>
          <p:spPr>
            <a:xfrm>
              <a:off x="0" y="0"/>
              <a:ext cx="1315" cy="635"/>
            </a:xfrm>
            <a:prstGeom prst="rect">
              <a:avLst/>
            </a:prstGeom>
            <a:noFill/>
            <a:ln w="12700" cap="flat" cmpd="sng">
              <a:solidFill>
                <a:schemeClr val="tx1"/>
              </a:solidFill>
              <a:prstDash val="solid"/>
              <a:miter/>
              <a:headEnd type="none" w="med" len="med"/>
              <a:tailEnd type="none" w="med" len="med"/>
            </a:ln>
          </p:spPr>
          <p:txBody>
            <a:bodyPr lIns="82124" tIns="41061" rIns="82124" bIns="41061" anchor="ctr" anchorCtr="0">
              <a:spAutoFit/>
            </a:bodyPr>
            <a:p>
              <a:pPr eaLnBrk="1" hangingPunct="1">
                <a:lnSpc>
                  <a:spcPct val="90000"/>
                </a:lnSpc>
                <a:spcBef>
                  <a:spcPct val="50000"/>
                </a:spcBef>
              </a:pPr>
              <a:endParaRPr lang="zh-CN" altLang="en-US" dirty="0">
                <a:latin typeface="宋体" panose="02010600030101010101" pitchFamily="2" charset="-122"/>
              </a:endParaRPr>
            </a:p>
          </p:txBody>
        </p:sp>
        <p:sp>
          <p:nvSpPr>
            <p:cNvPr id="29758" name="Line 115"/>
            <p:cNvSpPr/>
            <p:nvPr/>
          </p:nvSpPr>
          <p:spPr>
            <a:xfrm>
              <a:off x="0" y="226"/>
              <a:ext cx="1315" cy="0"/>
            </a:xfrm>
            <a:prstGeom prst="line">
              <a:avLst/>
            </a:prstGeom>
            <a:ln w="12700" cap="flat" cmpd="sng">
              <a:solidFill>
                <a:schemeClr val="tx1"/>
              </a:solidFill>
              <a:prstDash val="solid"/>
              <a:headEnd type="none" w="med" len="med"/>
              <a:tailEnd type="none" w="med" len="med"/>
            </a:ln>
          </p:spPr>
        </p:sp>
        <p:sp>
          <p:nvSpPr>
            <p:cNvPr id="29759" name="Text Box 116"/>
            <p:cNvSpPr txBox="1"/>
            <p:nvPr/>
          </p:nvSpPr>
          <p:spPr>
            <a:xfrm>
              <a:off x="0" y="226"/>
              <a:ext cx="1406" cy="20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sz="1800" dirty="0">
                  <a:latin typeface="Arial" panose="020B0604020202020204" pitchFamily="34" charset="0"/>
                </a:rPr>
                <a:t>10    p1,p2 p5</a:t>
              </a:r>
              <a:endParaRPr lang="en-US" altLang="zh-CN" sz="1800" dirty="0">
                <a:latin typeface="Arial" panose="020B0604020202020204" pitchFamily="34" charset="0"/>
              </a:endParaRPr>
            </a:p>
          </p:txBody>
        </p:sp>
        <p:sp>
          <p:nvSpPr>
            <p:cNvPr id="29760" name="Text Box 117"/>
            <p:cNvSpPr txBox="1"/>
            <p:nvPr/>
          </p:nvSpPr>
          <p:spPr>
            <a:xfrm>
              <a:off x="0" y="408"/>
              <a:ext cx="1406" cy="20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sz="1800" dirty="0">
                  <a:latin typeface="Arial" panose="020B0604020202020204" pitchFamily="34" charset="0"/>
                </a:rPr>
                <a:t>20    p3,p4 p5</a:t>
              </a:r>
              <a:endParaRPr lang="en-US" altLang="zh-CN" sz="1800" dirty="0">
                <a:latin typeface="Arial" panose="020B060402020202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76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grpId="1" nodeType="clickEffect">
                                  <p:stCondLst>
                                    <p:cond delay="0"/>
                                  </p:stCondLst>
                                  <p:childTnLst>
                                    <p:animMotion origin="layout" path="M 2.22222E-6 1.15607E-6 L 0.03142 -0.16046 " pathEditMode="relative" rAng="0" ptsTypes="AA">
                                      <p:cBhvr>
                                        <p:cTn id="18" dur="2000" fill="hold"/>
                                        <p:tgtEl>
                                          <p:spTgt spid="2"/>
                                        </p:tgtEl>
                                        <p:attrNameLst>
                                          <p:attrName>ppt_x</p:attrName>
                                          <p:attrName>ppt_y</p:attrName>
                                        </p:attrNameLst>
                                      </p:cBhvr>
                                      <p:rCtr x="1600" y="-7900"/>
                                    </p:animMotion>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3" presetClass="exit" presetSubtype="10" fill="hold" grpId="2" nodeType="clickEffect">
                                  <p:stCondLst>
                                    <p:cond delay="0"/>
                                  </p:stCondLst>
                                  <p:childTnLst>
                                    <p:animEffect transition="out" filter="blinds(horizontal)">
                                      <p:cBhvr>
                                        <p:cTn id="26" dur="500"/>
                                        <p:tgtEl>
                                          <p:spTgt spid="2"/>
                                        </p:tgtEl>
                                      </p:cBhvr>
                                    </p:animEffect>
                                    <p:set>
                                      <p:cBhvr>
                                        <p:cTn id="27" dur="1" fill="hold">
                                          <p:stCondLst>
                                            <p:cond delay="499"/>
                                          </p:stCondLst>
                                        </p:cTn>
                                        <p:tgtEl>
                                          <p:spTgt spid="2"/>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0" presetClass="path" presetSubtype="0" accel="50000" decel="50000" fill="hold" grpId="1" nodeType="clickEffect">
                                  <p:stCondLst>
                                    <p:cond delay="0"/>
                                  </p:stCondLst>
                                  <p:childTnLst>
                                    <p:animMotion origin="layout" path="M 0 0 L 0.18108 0 " pathEditMode="relative" ptsTypes="AA">
                                      <p:cBhvr>
                                        <p:cTn id="39" dur="2000" fill="hold"/>
                                        <p:tgtEl>
                                          <p:spTgt spid="3"/>
                                        </p:tgtEl>
                                        <p:attrNameLst>
                                          <p:attrName>ppt_x</p:attrName>
                                          <p:attrName>ppt_y</p:attrName>
                                        </p:attrNameLst>
                                      </p:cBhvr>
                                    </p:animMotion>
                                  </p:childTnLst>
                                </p:cTn>
                              </p:par>
                              <p:par>
                                <p:cTn id="40" presetID="0" presetClass="path" presetSubtype="0" accel="50000" decel="50000" fill="hold" grpId="1" nodeType="withEffect">
                                  <p:stCondLst>
                                    <p:cond delay="0"/>
                                  </p:stCondLst>
                                  <p:childTnLst>
                                    <p:animMotion origin="layout" path="M 0 0 L 0.18108 0 " pathEditMode="relative" ptsTypes="AA">
                                      <p:cBhvr>
                                        <p:cTn id="41" dur="2000" fill="hold"/>
                                        <p:tgtEl>
                                          <p:spTgt spid="4"/>
                                        </p:tgtEl>
                                        <p:attrNameLst>
                                          <p:attrName>ppt_x</p:attrName>
                                          <p:attrName>ppt_y</p:attrName>
                                        </p:attrNameLst>
                                      </p:cBhvr>
                                    </p:animMotion>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3" presetClass="exit" presetSubtype="10" fill="hold" grpId="2" nodeType="clickEffect">
                                  <p:stCondLst>
                                    <p:cond delay="0"/>
                                  </p:stCondLst>
                                  <p:childTnLst>
                                    <p:animEffect transition="out" filter="blinds(horizontal)">
                                      <p:cBhvr>
                                        <p:cTn id="49" dur="500"/>
                                        <p:tgtEl>
                                          <p:spTgt spid="4"/>
                                        </p:tgtEl>
                                      </p:cBhvr>
                                    </p:animEffect>
                                    <p:set>
                                      <p:cBhvr>
                                        <p:cTn id="50" dur="1" fill="hold">
                                          <p:stCondLst>
                                            <p:cond delay="499"/>
                                          </p:stCondLst>
                                        </p:cTn>
                                        <p:tgtEl>
                                          <p:spTgt spid="4"/>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3" presetClass="exit" presetSubtype="10" fill="hold" grpId="2" nodeType="clickEffect">
                                  <p:stCondLst>
                                    <p:cond delay="0"/>
                                  </p:stCondLst>
                                  <p:childTnLst>
                                    <p:animEffect transition="out" filter="blinds(horizontal)">
                                      <p:cBhvr>
                                        <p:cTn id="54" dur="500"/>
                                        <p:tgtEl>
                                          <p:spTgt spid="3"/>
                                        </p:tgtEl>
                                      </p:cBhvr>
                                    </p:animEffect>
                                    <p:set>
                                      <p:cBhvr>
                                        <p:cTn id="55" dur="1" fill="hold">
                                          <p:stCondLst>
                                            <p:cond delay="499"/>
                                          </p:stCondLst>
                                        </p:cTn>
                                        <p:tgtEl>
                                          <p:spTgt spid="3"/>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5"/>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0" presetClass="path" presetSubtype="0" accel="50000" decel="50000" fill="hold" grpId="1" nodeType="clickEffect">
                                  <p:stCondLst>
                                    <p:cond delay="0"/>
                                  </p:stCondLst>
                                  <p:childTnLst>
                                    <p:animMotion origin="layout" path="M 0 0 L -0.0316 0.14682 " pathEditMode="relative" ptsTypes="AA">
                                      <p:cBhvr>
                                        <p:cTn id="63" dur="2000" fill="hold"/>
                                        <p:tgtEl>
                                          <p:spTgt spid="5"/>
                                        </p:tgtEl>
                                        <p:attrNameLst>
                                          <p:attrName>ppt_x</p:attrName>
                                          <p:attrName>ppt_y</p:attrName>
                                        </p:attrNameLst>
                                      </p:cBhvr>
                                    </p:animMotion>
                                  </p:childTnLst>
                                </p:cTn>
                              </p:par>
                            </p:childTnLst>
                          </p:cTn>
                        </p:par>
                      </p:childTnLst>
                    </p:cTn>
                  </p:par>
                  <p:par>
                    <p:cTn id="64" fill="hold">
                      <p:stCondLst>
                        <p:cond delay="indefinite"/>
                      </p:stCondLst>
                      <p:childTnLst>
                        <p:par>
                          <p:cTn id="65" fill="hold">
                            <p:stCondLst>
                              <p:cond delay="0"/>
                            </p:stCondLst>
                            <p:childTnLst>
                              <p:par>
                                <p:cTn id="66" presetID="3" presetClass="exit" presetSubtype="10" fill="hold" grpId="2" nodeType="clickEffect">
                                  <p:stCondLst>
                                    <p:cond delay="0"/>
                                  </p:stCondLst>
                                  <p:childTnLst>
                                    <p:animEffect transition="out" filter="blinds(horizontal)">
                                      <p:cBhvr>
                                        <p:cTn id="67" dur="500"/>
                                        <p:tgtEl>
                                          <p:spTgt spid="5"/>
                                        </p:tgtEl>
                                      </p:cBhvr>
                                    </p:animEffect>
                                    <p:set>
                                      <p:cBhvr>
                                        <p:cTn id="68"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P spid="3" grpId="0" animBg="1"/>
      <p:bldP spid="3" grpId="1" animBg="1"/>
      <p:bldP spid="3" grpId="2" animBg="1"/>
      <p:bldP spid="4" grpId="0" animBg="1"/>
      <p:bldP spid="4" grpId="1" animBg="1"/>
      <p:bldP spid="4" grpId="2" animBg="1"/>
      <p:bldP spid="5" grpId="0" animBg="1"/>
      <p:bldP spid="5" grpId="1" animBg="1"/>
      <p:bldP spid="5" grpId="2"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4"/>
          <p:cNvSpPr>
            <a:spLocks noGrp="1"/>
          </p:cNvSpPr>
          <p:nvPr>
            <p:ph type="title" idx="4294967295"/>
          </p:nvPr>
        </p:nvSpPr>
        <p:spPr>
          <a:ln/>
        </p:spPr>
        <p:txBody>
          <a:bodyPr vert="horz" wrap="square" lIns="91440" tIns="45720" rIns="91440" bIns="45720" anchor="ctr" anchorCtr="0"/>
          <a:p>
            <a:pPr eaLnBrk="1" hangingPunct="1"/>
            <a:r>
              <a:rPr lang="en-US" altLang="zh-CN" dirty="0"/>
              <a:t>VLAN</a:t>
            </a:r>
            <a:r>
              <a:rPr lang="zh-CN" altLang="en-US" dirty="0"/>
              <a:t>工作小结</a:t>
            </a:r>
            <a:endParaRPr lang="zh-CN" altLang="en-US" dirty="0"/>
          </a:p>
        </p:txBody>
      </p:sp>
      <p:sp>
        <p:nvSpPr>
          <p:cNvPr id="30723" name="Rectangle 5"/>
          <p:cNvSpPr>
            <a:spLocks noGrp="1"/>
          </p:cNvSpPr>
          <p:nvPr>
            <p:ph type="body" idx="4294967295"/>
          </p:nvPr>
        </p:nvSpPr>
        <p:spPr>
          <a:xfrm>
            <a:off x="0" y="1773238"/>
            <a:ext cx="9144000" cy="5084762"/>
          </a:xfrm>
          <a:ln/>
        </p:spPr>
        <p:txBody>
          <a:bodyPr vert="horz" wrap="square" lIns="91440" tIns="45720" rIns="91440" bIns="45720" anchor="t" anchorCtr="0"/>
          <a:p>
            <a:pPr eaLnBrk="1" hangingPunct="1"/>
            <a:r>
              <a:rPr lang="zh-CN" altLang="en-US" sz="2600" dirty="0"/>
              <a:t>交换机接收报文时需要判断报文在哪个</a:t>
            </a:r>
            <a:r>
              <a:rPr lang="en-US" altLang="zh-CN" sz="2600" dirty="0"/>
              <a:t>vlan</a:t>
            </a:r>
            <a:r>
              <a:rPr lang="zh-CN" altLang="en-US" sz="2600" dirty="0"/>
              <a:t>中转发</a:t>
            </a:r>
            <a:endParaRPr lang="zh-CN" altLang="en-US" sz="2600" dirty="0"/>
          </a:p>
          <a:p>
            <a:pPr eaLnBrk="1" hangingPunct="1">
              <a:buNone/>
            </a:pPr>
            <a:r>
              <a:rPr lang="zh-CN" altLang="en-US" sz="2600" dirty="0"/>
              <a:t>             根据收到的报文属性判断</a:t>
            </a:r>
            <a:endParaRPr lang="zh-CN" altLang="en-US" sz="2600" dirty="0"/>
          </a:p>
          <a:p>
            <a:pPr eaLnBrk="1" hangingPunct="1">
              <a:buNone/>
            </a:pPr>
            <a:r>
              <a:rPr lang="zh-CN" altLang="en-US" sz="2600" dirty="0"/>
              <a:t>                           </a:t>
            </a:r>
            <a:r>
              <a:rPr lang="en-US" altLang="zh-CN" sz="2600" dirty="0"/>
              <a:t>tag</a:t>
            </a:r>
            <a:r>
              <a:rPr lang="zh-CN" altLang="en-US" sz="2600" dirty="0"/>
              <a:t>报文    </a:t>
            </a:r>
            <a:r>
              <a:rPr lang="en-US" altLang="zh-CN" sz="2600" dirty="0">
                <a:latin typeface="Arial" panose="020B0604020202020204" pitchFamily="34" charset="0"/>
              </a:rPr>
              <a:t>——</a:t>
            </a:r>
            <a:r>
              <a:rPr lang="en-US" altLang="zh-CN" sz="2600" dirty="0"/>
              <a:t> </a:t>
            </a:r>
            <a:r>
              <a:rPr lang="zh-CN" altLang="en-US" sz="2600" dirty="0"/>
              <a:t>按照</a:t>
            </a:r>
            <a:r>
              <a:rPr lang="en-US" altLang="zh-CN" sz="2600" dirty="0"/>
              <a:t>tag</a:t>
            </a:r>
            <a:r>
              <a:rPr lang="zh-CN" altLang="en-US" sz="2600" dirty="0"/>
              <a:t>中</a:t>
            </a:r>
            <a:r>
              <a:rPr lang="en-US" altLang="zh-CN" sz="2600" dirty="0"/>
              <a:t>vid</a:t>
            </a:r>
            <a:r>
              <a:rPr lang="zh-CN" altLang="en-US" sz="2600" dirty="0"/>
              <a:t>标识转发</a:t>
            </a:r>
            <a:endParaRPr lang="zh-CN" altLang="en-US" sz="2600" dirty="0"/>
          </a:p>
          <a:p>
            <a:pPr eaLnBrk="1" hangingPunct="1">
              <a:buNone/>
            </a:pPr>
            <a:r>
              <a:rPr lang="zh-CN" altLang="en-US" sz="2600" dirty="0"/>
              <a:t>                           </a:t>
            </a:r>
            <a:r>
              <a:rPr lang="en-US" altLang="zh-CN" sz="2600" dirty="0"/>
              <a:t>untag</a:t>
            </a:r>
            <a:r>
              <a:rPr lang="zh-CN" altLang="en-US" sz="2600" dirty="0"/>
              <a:t>报文</a:t>
            </a:r>
            <a:r>
              <a:rPr lang="en-US" altLang="zh-CN" sz="2600" dirty="0">
                <a:latin typeface="Arial" panose="020B0604020202020204" pitchFamily="34" charset="0"/>
              </a:rPr>
              <a:t>——</a:t>
            </a:r>
            <a:r>
              <a:rPr lang="zh-CN" altLang="en-US" sz="2600" dirty="0"/>
              <a:t>按照接收端口所在</a:t>
            </a:r>
            <a:r>
              <a:rPr lang="en-US" altLang="zh-CN" sz="2600" dirty="0"/>
              <a:t>vlan</a:t>
            </a:r>
            <a:r>
              <a:rPr lang="zh-CN" altLang="en-US" sz="2600" dirty="0"/>
              <a:t>转发</a:t>
            </a:r>
            <a:endParaRPr lang="zh-CN" altLang="en-US" sz="2600" dirty="0"/>
          </a:p>
          <a:p>
            <a:pPr eaLnBrk="1" hangingPunct="1"/>
            <a:endParaRPr lang="zh-CN" altLang="en-US" sz="2600" dirty="0"/>
          </a:p>
          <a:p>
            <a:pPr eaLnBrk="1" hangingPunct="1"/>
            <a:r>
              <a:rPr lang="zh-CN" altLang="en-US" sz="2600" dirty="0"/>
              <a:t>交换机发送报文时需要判断是否携带</a:t>
            </a:r>
            <a:r>
              <a:rPr lang="en-US" altLang="zh-CN" sz="2600" dirty="0"/>
              <a:t>vid</a:t>
            </a:r>
            <a:r>
              <a:rPr lang="zh-CN" altLang="en-US" sz="2600" dirty="0"/>
              <a:t>标记</a:t>
            </a:r>
            <a:endParaRPr lang="zh-CN" altLang="en-US" sz="2600" dirty="0"/>
          </a:p>
          <a:p>
            <a:pPr eaLnBrk="1" hangingPunct="1">
              <a:buNone/>
            </a:pPr>
            <a:r>
              <a:rPr lang="zh-CN" altLang="en-US" sz="2600" dirty="0"/>
              <a:t>             根据发送端口的</a:t>
            </a:r>
            <a:r>
              <a:rPr lang="en-US" altLang="zh-CN" sz="2600" dirty="0"/>
              <a:t>vlan</a:t>
            </a:r>
            <a:r>
              <a:rPr lang="zh-CN" altLang="en-US" sz="2600" dirty="0"/>
              <a:t>属性判断</a:t>
            </a:r>
            <a:endParaRPr lang="zh-CN" altLang="en-US" sz="2600" dirty="0"/>
          </a:p>
          <a:p>
            <a:pPr eaLnBrk="1" hangingPunct="1">
              <a:buNone/>
            </a:pPr>
            <a:r>
              <a:rPr lang="zh-CN" altLang="en-US" sz="2600" dirty="0"/>
              <a:t>                           </a:t>
            </a:r>
            <a:r>
              <a:rPr lang="en-US" altLang="zh-CN" sz="2600" dirty="0"/>
              <a:t>access</a:t>
            </a:r>
            <a:r>
              <a:rPr lang="zh-CN" altLang="en-US" sz="2600" dirty="0"/>
              <a:t>端口</a:t>
            </a:r>
            <a:r>
              <a:rPr lang="en-US" altLang="zh-CN" sz="2600" dirty="0">
                <a:latin typeface="Arial" panose="020B0604020202020204" pitchFamily="34" charset="0"/>
              </a:rPr>
              <a:t>——</a:t>
            </a:r>
            <a:r>
              <a:rPr lang="zh-CN" altLang="en-US" sz="2600" dirty="0"/>
              <a:t>发送</a:t>
            </a:r>
            <a:r>
              <a:rPr lang="en-US" altLang="zh-CN" sz="2600" dirty="0"/>
              <a:t>untag</a:t>
            </a:r>
            <a:r>
              <a:rPr lang="zh-CN" altLang="en-US" sz="2600" dirty="0"/>
              <a:t>报文</a:t>
            </a:r>
            <a:endParaRPr lang="zh-CN" altLang="en-US" sz="2600" dirty="0"/>
          </a:p>
          <a:p>
            <a:pPr eaLnBrk="1" hangingPunct="1">
              <a:buNone/>
            </a:pPr>
            <a:r>
              <a:rPr lang="zh-CN" altLang="en-US" sz="2600" dirty="0"/>
              <a:t>                           </a:t>
            </a:r>
            <a:r>
              <a:rPr lang="en-US" altLang="zh-CN" sz="2600" dirty="0"/>
              <a:t>trunk</a:t>
            </a:r>
            <a:r>
              <a:rPr lang="zh-CN" altLang="en-US" sz="2600" dirty="0"/>
              <a:t>端口  </a:t>
            </a:r>
            <a:r>
              <a:rPr lang="en-US" altLang="zh-CN" sz="2600" dirty="0">
                <a:latin typeface="Arial" panose="020B0604020202020204" pitchFamily="34" charset="0"/>
              </a:rPr>
              <a:t>——</a:t>
            </a:r>
            <a:r>
              <a:rPr lang="zh-CN" altLang="en-US" sz="2600" dirty="0"/>
              <a:t>发送</a:t>
            </a:r>
            <a:r>
              <a:rPr lang="en-US" altLang="zh-CN" sz="2600" dirty="0"/>
              <a:t>tag</a:t>
            </a:r>
            <a:r>
              <a:rPr lang="zh-CN" altLang="en-US" sz="2600" dirty="0"/>
              <a:t>报文</a:t>
            </a:r>
            <a:endParaRPr lang="zh-CN" altLang="en-US" sz="2600" dirty="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54"/>
          <p:cNvSpPr>
            <a:spLocks noGrp="1"/>
          </p:cNvSpPr>
          <p:nvPr>
            <p:ph type="title" idx="4294967295"/>
          </p:nvPr>
        </p:nvSpPr>
        <p:spPr>
          <a:ln/>
        </p:spPr>
        <p:txBody>
          <a:bodyPr vert="horz" wrap="square" lIns="91440" tIns="45720" rIns="91440" bIns="45720" anchor="ctr" anchorCtr="0"/>
          <a:p>
            <a:pPr eaLnBrk="1" hangingPunct="1"/>
            <a:r>
              <a:rPr lang="zh-CN" altLang="en-US" dirty="0"/>
              <a:t>目录</a:t>
            </a:r>
            <a:endParaRPr lang="zh-CN" altLang="en-US" dirty="0"/>
          </a:p>
        </p:txBody>
      </p:sp>
      <p:sp>
        <p:nvSpPr>
          <p:cNvPr id="31747" name="Rectangle 55"/>
          <p:cNvSpPr>
            <a:spLocks noGrp="1"/>
          </p:cNvSpPr>
          <p:nvPr>
            <p:ph type="body" idx="4294967295"/>
          </p:nvPr>
        </p:nvSpPr>
        <p:spPr>
          <a:ln/>
        </p:spPr>
        <p:txBody>
          <a:bodyPr vert="horz" wrap="square" lIns="91440" tIns="45720" rIns="91440" bIns="45720" anchor="t" anchorCtr="0"/>
          <a:p>
            <a:pPr eaLnBrk="1" hangingPunct="1"/>
            <a:r>
              <a:rPr lang="en-US" altLang="zh-CN" dirty="0">
                <a:solidFill>
                  <a:schemeClr val="bg2"/>
                </a:solidFill>
              </a:rPr>
              <a:t>Vlan</a:t>
            </a:r>
            <a:r>
              <a:rPr lang="zh-CN" altLang="en-US" dirty="0">
                <a:solidFill>
                  <a:schemeClr val="bg2"/>
                </a:solidFill>
              </a:rPr>
              <a:t>概述</a:t>
            </a:r>
            <a:endParaRPr lang="zh-CN" altLang="en-US" dirty="0">
              <a:solidFill>
                <a:schemeClr val="bg2"/>
              </a:solidFill>
            </a:endParaRPr>
          </a:p>
          <a:p>
            <a:pPr eaLnBrk="1" hangingPunct="1"/>
            <a:r>
              <a:rPr lang="en-US" altLang="zh-CN" dirty="0">
                <a:solidFill>
                  <a:schemeClr val="bg2"/>
                </a:solidFill>
              </a:rPr>
              <a:t>Vlan</a:t>
            </a:r>
            <a:r>
              <a:rPr lang="zh-CN" altLang="en-US" dirty="0">
                <a:solidFill>
                  <a:schemeClr val="bg2"/>
                </a:solidFill>
              </a:rPr>
              <a:t>的工作原理</a:t>
            </a:r>
            <a:endParaRPr lang="zh-CN" altLang="en-US" dirty="0">
              <a:solidFill>
                <a:schemeClr val="bg2"/>
              </a:solidFill>
            </a:endParaRPr>
          </a:p>
          <a:p>
            <a:pPr eaLnBrk="1" hangingPunct="1"/>
            <a:r>
              <a:rPr lang="en-US" altLang="zh-CN" dirty="0"/>
              <a:t>Vlan</a:t>
            </a:r>
            <a:r>
              <a:rPr lang="zh-CN" altLang="en-US" dirty="0"/>
              <a:t>的标准</a:t>
            </a:r>
            <a:endParaRPr lang="zh-CN" altLang="en-US" dirty="0"/>
          </a:p>
          <a:p>
            <a:pPr eaLnBrk="1" hangingPunct="1"/>
            <a:r>
              <a:rPr lang="en-US" altLang="zh-CN" dirty="0">
                <a:solidFill>
                  <a:schemeClr val="bg2"/>
                </a:solidFill>
              </a:rPr>
              <a:t>Vlan</a:t>
            </a:r>
            <a:r>
              <a:rPr lang="zh-CN" altLang="en-US" dirty="0">
                <a:solidFill>
                  <a:schemeClr val="bg2"/>
                </a:solidFill>
              </a:rPr>
              <a:t>的应用</a:t>
            </a:r>
            <a:endParaRPr lang="zh-CN" altLang="en-US" dirty="0">
              <a:solidFill>
                <a:schemeClr val="bg2"/>
              </a:solidFill>
            </a:endParaRPr>
          </a:p>
          <a:p>
            <a:pPr eaLnBrk="1" hangingPunct="1"/>
            <a:endParaRPr lang="en-US" altLang="zh-CN"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6"/>
          <p:cNvSpPr>
            <a:spLocks noGrp="1"/>
          </p:cNvSpPr>
          <p:nvPr>
            <p:ph type="title" idx="4294967295"/>
          </p:nvPr>
        </p:nvSpPr>
        <p:spPr>
          <a:ln/>
        </p:spPr>
        <p:txBody>
          <a:bodyPr vert="horz" wrap="square" lIns="91440" tIns="45720" rIns="91440" bIns="45720" anchor="ctr" anchorCtr="0"/>
          <a:p>
            <a:pPr eaLnBrk="1" hangingPunct="1"/>
            <a:r>
              <a:rPr lang="en-US" altLang="zh-CN" dirty="0"/>
              <a:t>Access port</a:t>
            </a:r>
            <a:endParaRPr lang="en-US" altLang="zh-CN" dirty="0"/>
          </a:p>
        </p:txBody>
      </p:sp>
      <p:sp>
        <p:nvSpPr>
          <p:cNvPr id="32771" name="Rectangle 7"/>
          <p:cNvSpPr>
            <a:spLocks noGrp="1"/>
          </p:cNvSpPr>
          <p:nvPr>
            <p:ph type="body" idx="4294967295"/>
          </p:nvPr>
        </p:nvSpPr>
        <p:spPr>
          <a:ln/>
        </p:spPr>
        <p:txBody>
          <a:bodyPr vert="horz" wrap="square" lIns="91440" tIns="45720" rIns="91440" bIns="45720" anchor="t" anchorCtr="0"/>
          <a:p>
            <a:pPr eaLnBrk="1" hangingPunct="1">
              <a:buNone/>
            </a:pPr>
            <a:r>
              <a:rPr lang="en-US" altLang="zh-CN" dirty="0"/>
              <a:t>Access Ports</a:t>
            </a:r>
            <a:endParaRPr lang="en-US" altLang="zh-CN" dirty="0"/>
          </a:p>
          <a:p>
            <a:pPr eaLnBrk="1" hangingPunct="1"/>
            <a:r>
              <a:rPr lang="zh-CN" altLang="en-US" dirty="0"/>
              <a:t>一个</a:t>
            </a:r>
            <a:r>
              <a:rPr lang="en-US" altLang="zh-CN" dirty="0"/>
              <a:t>Access ports</a:t>
            </a:r>
            <a:r>
              <a:rPr lang="zh-CN" altLang="en-US" dirty="0"/>
              <a:t>只属于一个</a:t>
            </a:r>
            <a:r>
              <a:rPr lang="en-US" altLang="zh-CN" dirty="0"/>
              <a:t>VLAN</a:t>
            </a:r>
            <a:endParaRPr lang="en-US" altLang="zh-CN" dirty="0"/>
          </a:p>
          <a:p>
            <a:pPr eaLnBrk="1" hangingPunct="1"/>
            <a:r>
              <a:rPr lang="en-US" altLang="zh-CN" dirty="0"/>
              <a:t>Access</a:t>
            </a:r>
            <a:r>
              <a:rPr lang="zh-CN" altLang="en-US" dirty="0"/>
              <a:t>端口发送不带标签的报文</a:t>
            </a:r>
            <a:endParaRPr lang="zh-CN" altLang="en-US" dirty="0"/>
          </a:p>
          <a:p>
            <a:pPr eaLnBrk="1" hangingPunct="1"/>
            <a:r>
              <a:rPr lang="zh-CN" altLang="en-US" dirty="0"/>
              <a:t>缺省所有端口都包含在</a:t>
            </a:r>
            <a:r>
              <a:rPr lang="en-US" altLang="zh-CN" dirty="0"/>
              <a:t>vlan1</a:t>
            </a:r>
            <a:r>
              <a:rPr lang="zh-CN" altLang="en-US" dirty="0"/>
              <a:t>中，且都是</a:t>
            </a:r>
            <a:r>
              <a:rPr lang="en-US" altLang="zh-CN" dirty="0"/>
              <a:t>Access ports</a:t>
            </a:r>
            <a:endParaRPr lang="en-US" altLang="zh-CN" dirty="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4"/>
          <p:cNvSpPr>
            <a:spLocks noGrp="1"/>
          </p:cNvSpPr>
          <p:nvPr>
            <p:ph type="title" idx="4294967295"/>
          </p:nvPr>
        </p:nvSpPr>
        <p:spPr>
          <a:ln/>
        </p:spPr>
        <p:txBody>
          <a:bodyPr vert="horz" wrap="square" lIns="91440" tIns="45720" rIns="91440" bIns="45720" anchor="ctr" anchorCtr="0"/>
          <a:p>
            <a:pPr eaLnBrk="1" hangingPunct="1"/>
            <a:r>
              <a:rPr lang="en-US" altLang="zh-CN" dirty="0"/>
              <a:t>Trunk Ports</a:t>
            </a:r>
            <a:endParaRPr lang="en-US" altLang="zh-CN" dirty="0"/>
          </a:p>
        </p:txBody>
      </p:sp>
      <p:sp>
        <p:nvSpPr>
          <p:cNvPr id="33795" name="Rectangle 5"/>
          <p:cNvSpPr>
            <a:spLocks noGrp="1"/>
          </p:cNvSpPr>
          <p:nvPr>
            <p:ph type="body" idx="4294967295"/>
          </p:nvPr>
        </p:nvSpPr>
        <p:spPr>
          <a:ln/>
        </p:spPr>
        <p:txBody>
          <a:bodyPr vert="horz" wrap="square" lIns="91440" tIns="45720" rIns="91440" bIns="45720" anchor="t" anchorCtr="0"/>
          <a:p>
            <a:pPr eaLnBrk="1" hangingPunct="1"/>
            <a:endParaRPr lang="en-US" altLang="zh-CN" dirty="0"/>
          </a:p>
          <a:p>
            <a:pPr eaLnBrk="1" hangingPunct="1">
              <a:buNone/>
            </a:pPr>
            <a:r>
              <a:rPr lang="en-US" altLang="zh-CN" dirty="0"/>
              <a:t>Trunk ports</a:t>
            </a:r>
            <a:endParaRPr lang="en-US" altLang="zh-CN" dirty="0"/>
          </a:p>
          <a:p>
            <a:pPr eaLnBrk="1" hangingPunct="1"/>
            <a:r>
              <a:rPr lang="zh-CN" altLang="en-US" dirty="0"/>
              <a:t>一个</a:t>
            </a:r>
            <a:r>
              <a:rPr lang="en-US" altLang="zh-CN" dirty="0"/>
              <a:t>Trunk ports</a:t>
            </a:r>
            <a:r>
              <a:rPr lang="zh-CN" altLang="en-US" dirty="0"/>
              <a:t>可以属于多个</a:t>
            </a:r>
            <a:r>
              <a:rPr lang="en-US" altLang="zh-CN" dirty="0"/>
              <a:t>VLAN</a:t>
            </a:r>
            <a:endParaRPr lang="en-US" altLang="zh-CN" dirty="0"/>
          </a:p>
          <a:p>
            <a:pPr eaLnBrk="1" hangingPunct="1"/>
            <a:r>
              <a:rPr lang="en-US" altLang="zh-CN" dirty="0"/>
              <a:t>Trunk ports</a:t>
            </a:r>
            <a:r>
              <a:rPr lang="zh-CN" altLang="en-US" dirty="0"/>
              <a:t>通过发送带标签的报文来区别某一数据包属于哪一</a:t>
            </a:r>
            <a:r>
              <a:rPr lang="en-US" altLang="zh-CN" dirty="0"/>
              <a:t>VLAN</a:t>
            </a:r>
            <a:endParaRPr lang="en-US" altLang="zh-CN" dirty="0"/>
          </a:p>
          <a:p>
            <a:pPr eaLnBrk="1" hangingPunct="1"/>
            <a:r>
              <a:rPr lang="zh-CN" altLang="en-US" dirty="0"/>
              <a:t>标签遵守</a:t>
            </a:r>
            <a:r>
              <a:rPr lang="en-US" altLang="zh-CN" dirty="0"/>
              <a:t>IEEE802.1q</a:t>
            </a:r>
            <a:r>
              <a:rPr lang="zh-CN" altLang="en-US" dirty="0"/>
              <a:t>协议标准</a:t>
            </a:r>
            <a:endParaRPr lang="zh-CN" altLang="en-US" dirty="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54"/>
          <p:cNvSpPr>
            <a:spLocks noGrp="1"/>
          </p:cNvSpPr>
          <p:nvPr>
            <p:ph type="title" idx="4294967295"/>
          </p:nvPr>
        </p:nvSpPr>
        <p:spPr>
          <a:ln/>
        </p:spPr>
        <p:txBody>
          <a:bodyPr vert="horz" wrap="square" lIns="91440" tIns="45720" rIns="91440" bIns="45720" anchor="ctr" anchorCtr="0"/>
          <a:p>
            <a:pPr eaLnBrk="1" hangingPunct="1"/>
            <a:r>
              <a:rPr lang="zh-CN" altLang="en-US" dirty="0"/>
              <a:t>目录</a:t>
            </a:r>
            <a:endParaRPr lang="zh-CN" altLang="en-US" dirty="0"/>
          </a:p>
        </p:txBody>
      </p:sp>
      <p:sp>
        <p:nvSpPr>
          <p:cNvPr id="34819" name="Rectangle 55"/>
          <p:cNvSpPr>
            <a:spLocks noGrp="1"/>
          </p:cNvSpPr>
          <p:nvPr>
            <p:ph type="body" idx="4294967295"/>
          </p:nvPr>
        </p:nvSpPr>
        <p:spPr>
          <a:ln/>
        </p:spPr>
        <p:txBody>
          <a:bodyPr vert="horz" wrap="square" lIns="91440" tIns="45720" rIns="91440" bIns="45720" anchor="t" anchorCtr="0"/>
          <a:p>
            <a:pPr eaLnBrk="1" hangingPunct="1"/>
            <a:r>
              <a:rPr lang="en-US" altLang="zh-CN" dirty="0">
                <a:solidFill>
                  <a:schemeClr val="bg2"/>
                </a:solidFill>
              </a:rPr>
              <a:t>Vlan</a:t>
            </a:r>
            <a:r>
              <a:rPr lang="zh-CN" altLang="en-US" dirty="0">
                <a:solidFill>
                  <a:schemeClr val="bg2"/>
                </a:solidFill>
              </a:rPr>
              <a:t>概述</a:t>
            </a:r>
            <a:endParaRPr lang="zh-CN" altLang="en-US" dirty="0">
              <a:solidFill>
                <a:schemeClr val="bg2"/>
              </a:solidFill>
            </a:endParaRPr>
          </a:p>
          <a:p>
            <a:pPr eaLnBrk="1" hangingPunct="1"/>
            <a:r>
              <a:rPr lang="en-US" altLang="zh-CN" dirty="0">
                <a:solidFill>
                  <a:schemeClr val="bg2"/>
                </a:solidFill>
              </a:rPr>
              <a:t>Vlan</a:t>
            </a:r>
            <a:r>
              <a:rPr lang="zh-CN" altLang="en-US" dirty="0">
                <a:solidFill>
                  <a:schemeClr val="bg2"/>
                </a:solidFill>
              </a:rPr>
              <a:t>的工作原理</a:t>
            </a:r>
            <a:endParaRPr lang="zh-CN" altLang="en-US" dirty="0">
              <a:solidFill>
                <a:schemeClr val="bg2"/>
              </a:solidFill>
            </a:endParaRPr>
          </a:p>
          <a:p>
            <a:pPr eaLnBrk="1" hangingPunct="1"/>
            <a:r>
              <a:rPr lang="en-US" altLang="zh-CN" dirty="0">
                <a:solidFill>
                  <a:schemeClr val="bg2"/>
                </a:solidFill>
              </a:rPr>
              <a:t>Vlan</a:t>
            </a:r>
            <a:r>
              <a:rPr lang="zh-CN" altLang="en-US" dirty="0">
                <a:solidFill>
                  <a:schemeClr val="bg2"/>
                </a:solidFill>
              </a:rPr>
              <a:t>的标准</a:t>
            </a:r>
            <a:endParaRPr lang="zh-CN" altLang="en-US" dirty="0">
              <a:solidFill>
                <a:schemeClr val="bg2"/>
              </a:solidFill>
            </a:endParaRPr>
          </a:p>
          <a:p>
            <a:pPr eaLnBrk="1" hangingPunct="1"/>
            <a:r>
              <a:rPr lang="en-US" altLang="zh-CN" dirty="0"/>
              <a:t>Vlan</a:t>
            </a:r>
            <a:r>
              <a:rPr lang="zh-CN" altLang="en-US" dirty="0"/>
              <a:t>的应用</a:t>
            </a:r>
            <a:endParaRPr lang="zh-CN" altLang="en-US" dirty="0"/>
          </a:p>
          <a:p>
            <a:pPr eaLnBrk="1" hangingPunct="1"/>
            <a:endParaRPr lang="en-US" altLang="zh-CN" dirty="0"/>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Grp="1"/>
          </p:cNvSpPr>
          <p:nvPr>
            <p:ph type="title" idx="4294967295"/>
          </p:nvPr>
        </p:nvSpPr>
        <p:spPr>
          <a:xfrm>
            <a:off x="577850" y="339725"/>
            <a:ext cx="8001000" cy="995363"/>
          </a:xfrm>
          <a:ln/>
        </p:spPr>
        <p:txBody>
          <a:bodyPr vert="horz" wrap="square" lIns="91440" tIns="45720" rIns="91440" bIns="45720" anchor="ctr" anchorCtr="0"/>
          <a:p>
            <a:pPr eaLnBrk="1" hangingPunct="1"/>
            <a:r>
              <a:rPr lang="zh-CN" altLang="en-US" dirty="0"/>
              <a:t>宽带小区</a:t>
            </a:r>
            <a:endParaRPr lang="zh-CN" altLang="en-US" dirty="0"/>
          </a:p>
        </p:txBody>
      </p:sp>
      <p:sp>
        <p:nvSpPr>
          <p:cNvPr id="35843" name="Rectangle 27"/>
          <p:cNvSpPr>
            <a:spLocks noGrp="1"/>
          </p:cNvSpPr>
          <p:nvPr>
            <p:ph type="body" idx="4294967295"/>
          </p:nvPr>
        </p:nvSpPr>
        <p:spPr>
          <a:xfrm>
            <a:off x="0" y="5589588"/>
            <a:ext cx="9144000" cy="719137"/>
          </a:xfrm>
          <a:ln/>
        </p:spPr>
        <p:txBody>
          <a:bodyPr vert="horz" wrap="square" lIns="91440" tIns="45720" rIns="91440" bIns="45720" anchor="t" anchorCtr="0"/>
          <a:p>
            <a:pPr eaLnBrk="1" hangingPunct="1"/>
            <a:r>
              <a:rPr lang="zh-CN" altLang="en-US" sz="2100" dirty="0"/>
              <a:t>宽带小区中要求每个用户都能与外网通信，但用户之间不能互通，防止其中一用户出现网络问题（如中毒）其他用户也一起受影响。</a:t>
            </a:r>
            <a:endParaRPr lang="zh-CN" altLang="en-US" sz="2100" dirty="0"/>
          </a:p>
        </p:txBody>
      </p:sp>
      <p:sp>
        <p:nvSpPr>
          <p:cNvPr id="35844" name="Line 4"/>
          <p:cNvSpPr/>
          <p:nvPr/>
        </p:nvSpPr>
        <p:spPr>
          <a:xfrm flipV="1">
            <a:off x="4225925" y="2039938"/>
            <a:ext cx="0" cy="533400"/>
          </a:xfrm>
          <a:prstGeom prst="line">
            <a:avLst/>
          </a:prstGeom>
          <a:ln w="38100" cap="flat" cmpd="sng">
            <a:solidFill>
              <a:schemeClr val="bg2"/>
            </a:solidFill>
            <a:prstDash val="solid"/>
            <a:headEnd type="none" w="med" len="med"/>
            <a:tailEnd type="none" w="med" len="med"/>
          </a:ln>
        </p:spPr>
      </p:sp>
      <p:pic>
        <p:nvPicPr>
          <p:cNvPr id="35845" name="Picture 5" descr="2"/>
          <p:cNvPicPr>
            <a:picLocks noChangeAspect="1"/>
          </p:cNvPicPr>
          <p:nvPr/>
        </p:nvPicPr>
        <p:blipFill>
          <a:blip r:embed="rId1"/>
          <a:stretch>
            <a:fillRect/>
          </a:stretch>
        </p:blipFill>
        <p:spPr>
          <a:xfrm>
            <a:off x="3059113" y="1125538"/>
            <a:ext cx="2362200" cy="939800"/>
          </a:xfrm>
          <a:prstGeom prst="rect">
            <a:avLst/>
          </a:prstGeom>
          <a:noFill/>
          <a:ln w="9525">
            <a:noFill/>
          </a:ln>
        </p:spPr>
      </p:pic>
      <p:pic>
        <p:nvPicPr>
          <p:cNvPr id="35846" name="Picture 6" descr="2826S正面"/>
          <p:cNvPicPr>
            <a:picLocks noChangeAspect="1"/>
          </p:cNvPicPr>
          <p:nvPr/>
        </p:nvPicPr>
        <p:blipFill>
          <a:blip r:embed="rId2"/>
          <a:stretch>
            <a:fillRect/>
          </a:stretch>
        </p:blipFill>
        <p:spPr>
          <a:xfrm>
            <a:off x="2016125" y="2573338"/>
            <a:ext cx="4343400" cy="428625"/>
          </a:xfrm>
          <a:prstGeom prst="rect">
            <a:avLst/>
          </a:prstGeom>
          <a:noFill/>
          <a:ln w="9525">
            <a:noFill/>
          </a:ln>
        </p:spPr>
      </p:pic>
      <p:pic>
        <p:nvPicPr>
          <p:cNvPr id="35847" name="Picture 7" descr="2826S正面"/>
          <p:cNvPicPr>
            <a:picLocks noChangeAspect="1"/>
          </p:cNvPicPr>
          <p:nvPr/>
        </p:nvPicPr>
        <p:blipFill>
          <a:blip r:embed="rId2"/>
          <a:stretch>
            <a:fillRect/>
          </a:stretch>
        </p:blipFill>
        <p:spPr>
          <a:xfrm>
            <a:off x="34925" y="4354513"/>
            <a:ext cx="4343400" cy="428625"/>
          </a:xfrm>
          <a:prstGeom prst="rect">
            <a:avLst/>
          </a:prstGeom>
          <a:noFill/>
          <a:ln w="9525">
            <a:noFill/>
          </a:ln>
        </p:spPr>
      </p:pic>
      <p:sp>
        <p:nvSpPr>
          <p:cNvPr id="35848" name="Line 8"/>
          <p:cNvSpPr/>
          <p:nvPr/>
        </p:nvSpPr>
        <p:spPr>
          <a:xfrm flipH="1">
            <a:off x="1330325" y="2878138"/>
            <a:ext cx="1981200" cy="1524000"/>
          </a:xfrm>
          <a:prstGeom prst="line">
            <a:avLst/>
          </a:prstGeom>
          <a:ln w="38100" cap="flat" cmpd="sng">
            <a:solidFill>
              <a:schemeClr val="bg2"/>
            </a:solidFill>
            <a:prstDash val="solid"/>
            <a:headEnd type="none" w="med" len="med"/>
            <a:tailEnd type="none" w="med" len="med"/>
          </a:ln>
        </p:spPr>
      </p:sp>
      <p:pic>
        <p:nvPicPr>
          <p:cNvPr id="35849" name="Picture 9" descr="2826S正面"/>
          <p:cNvPicPr>
            <a:picLocks noChangeAspect="1"/>
          </p:cNvPicPr>
          <p:nvPr/>
        </p:nvPicPr>
        <p:blipFill>
          <a:blip r:embed="rId2"/>
          <a:stretch>
            <a:fillRect/>
          </a:stretch>
        </p:blipFill>
        <p:spPr>
          <a:xfrm>
            <a:off x="4441825" y="4354513"/>
            <a:ext cx="4343400" cy="428625"/>
          </a:xfrm>
          <a:prstGeom prst="rect">
            <a:avLst/>
          </a:prstGeom>
          <a:noFill/>
          <a:ln w="9525">
            <a:noFill/>
          </a:ln>
        </p:spPr>
      </p:pic>
      <p:sp>
        <p:nvSpPr>
          <p:cNvPr id="35850" name="Line 10"/>
          <p:cNvSpPr/>
          <p:nvPr/>
        </p:nvSpPr>
        <p:spPr>
          <a:xfrm>
            <a:off x="5064125" y="2954338"/>
            <a:ext cx="1752600" cy="1447800"/>
          </a:xfrm>
          <a:prstGeom prst="line">
            <a:avLst/>
          </a:prstGeom>
          <a:ln w="38100" cap="flat" cmpd="sng">
            <a:solidFill>
              <a:schemeClr val="bg2"/>
            </a:solidFill>
            <a:prstDash val="solid"/>
            <a:headEnd type="none" w="med" len="med"/>
            <a:tailEnd type="none" w="med" len="med"/>
          </a:ln>
        </p:spPr>
      </p:sp>
      <p:sp>
        <p:nvSpPr>
          <p:cNvPr id="35851" name="Text Box 11"/>
          <p:cNvSpPr txBox="1"/>
          <p:nvPr/>
        </p:nvSpPr>
        <p:spPr>
          <a:xfrm>
            <a:off x="6588125" y="2573338"/>
            <a:ext cx="1447800" cy="457200"/>
          </a:xfrm>
          <a:prstGeom prst="rect">
            <a:avLst/>
          </a:prstGeom>
          <a:noFill/>
          <a:ln w="9525">
            <a:noFill/>
          </a:ln>
        </p:spPr>
        <p:txBody>
          <a:bodyPr>
            <a:spAutoFit/>
          </a:bodyPr>
          <a:p>
            <a:pPr eaLnBrk="1" hangingPunct="1">
              <a:spcBef>
                <a:spcPct val="50000"/>
              </a:spcBef>
            </a:pPr>
            <a:r>
              <a:rPr lang="zh-CN" altLang="en-US" sz="2400" dirty="0">
                <a:latin typeface="Arial" panose="020B0604020202020204" pitchFamily="34" charset="0"/>
              </a:rPr>
              <a:t>小区汇聚</a:t>
            </a:r>
            <a:endParaRPr lang="zh-CN" altLang="en-US" sz="2400" dirty="0">
              <a:latin typeface="Arial" panose="020B0604020202020204" pitchFamily="34" charset="0"/>
            </a:endParaRPr>
          </a:p>
        </p:txBody>
      </p:sp>
      <p:sp>
        <p:nvSpPr>
          <p:cNvPr id="35852" name="Text Box 12"/>
          <p:cNvSpPr txBox="1"/>
          <p:nvPr/>
        </p:nvSpPr>
        <p:spPr>
          <a:xfrm>
            <a:off x="1254125" y="4933950"/>
            <a:ext cx="1752600" cy="366713"/>
          </a:xfrm>
          <a:prstGeom prst="rect">
            <a:avLst/>
          </a:prstGeom>
          <a:noFill/>
          <a:ln w="9525">
            <a:noFill/>
          </a:ln>
        </p:spPr>
        <p:txBody>
          <a:bodyPr>
            <a:spAutoFit/>
          </a:bodyPr>
          <a:p>
            <a:pPr eaLnBrk="1" hangingPunct="1">
              <a:spcBef>
                <a:spcPct val="50000"/>
              </a:spcBef>
            </a:pPr>
            <a:r>
              <a:rPr lang="zh-CN" altLang="en-US" sz="1800" dirty="0">
                <a:latin typeface="Arial" panose="020B0604020202020204" pitchFamily="34" charset="0"/>
              </a:rPr>
              <a:t>楼道接入</a:t>
            </a:r>
            <a:r>
              <a:rPr lang="en-US" altLang="zh-CN" sz="1800" dirty="0">
                <a:latin typeface="Arial" panose="020B0604020202020204" pitchFamily="34" charset="0"/>
              </a:rPr>
              <a:t>1#</a:t>
            </a:r>
            <a:endParaRPr lang="en-US" altLang="zh-CN" sz="1800" dirty="0">
              <a:latin typeface="Arial" panose="020B0604020202020204" pitchFamily="34" charset="0"/>
            </a:endParaRPr>
          </a:p>
        </p:txBody>
      </p:sp>
      <p:sp>
        <p:nvSpPr>
          <p:cNvPr id="35853" name="Text Box 13"/>
          <p:cNvSpPr txBox="1"/>
          <p:nvPr/>
        </p:nvSpPr>
        <p:spPr>
          <a:xfrm>
            <a:off x="5597525" y="4933950"/>
            <a:ext cx="1981200" cy="366713"/>
          </a:xfrm>
          <a:prstGeom prst="rect">
            <a:avLst/>
          </a:prstGeom>
          <a:noFill/>
          <a:ln w="9525">
            <a:noFill/>
          </a:ln>
        </p:spPr>
        <p:txBody>
          <a:bodyPr>
            <a:spAutoFit/>
          </a:bodyPr>
          <a:p>
            <a:pPr eaLnBrk="1" hangingPunct="1">
              <a:spcBef>
                <a:spcPct val="50000"/>
              </a:spcBef>
            </a:pPr>
            <a:r>
              <a:rPr lang="zh-CN" altLang="en-US" sz="1800" dirty="0">
                <a:latin typeface="Arial" panose="020B0604020202020204" pitchFamily="34" charset="0"/>
              </a:rPr>
              <a:t>楼道接入</a:t>
            </a:r>
            <a:r>
              <a:rPr lang="en-US" altLang="zh-CN" sz="1800" dirty="0">
                <a:latin typeface="Arial" panose="020B0604020202020204" pitchFamily="34" charset="0"/>
              </a:rPr>
              <a:t>2</a:t>
            </a:r>
            <a:r>
              <a:rPr lang="zh-CN" altLang="en-US" sz="1800" dirty="0">
                <a:latin typeface="Arial" panose="020B0604020202020204" pitchFamily="34" charset="0"/>
              </a:rPr>
              <a:t>＃</a:t>
            </a:r>
            <a:endParaRPr lang="zh-CN" altLang="en-US" sz="1800" dirty="0">
              <a:latin typeface="Arial" panose="020B0604020202020204" pitchFamily="34" charset="0"/>
            </a:endParaRPr>
          </a:p>
        </p:txBody>
      </p:sp>
      <p:sp>
        <p:nvSpPr>
          <p:cNvPr id="35854" name="Text Box 14"/>
          <p:cNvSpPr txBox="1"/>
          <p:nvPr/>
        </p:nvSpPr>
        <p:spPr>
          <a:xfrm>
            <a:off x="3768725" y="2039938"/>
            <a:ext cx="3429000" cy="457200"/>
          </a:xfrm>
          <a:prstGeom prst="rect">
            <a:avLst/>
          </a:prstGeom>
          <a:noFill/>
          <a:ln w="9525">
            <a:noFill/>
          </a:ln>
        </p:spPr>
        <p:txBody>
          <a:bodyPr>
            <a:spAutoFit/>
          </a:bodyPr>
          <a:p>
            <a:pPr eaLnBrk="1" hangingPunct="1">
              <a:spcBef>
                <a:spcPct val="50000"/>
              </a:spcBef>
            </a:pPr>
            <a:r>
              <a:rPr lang="en-US" altLang="zh-CN" sz="2400" dirty="0">
                <a:latin typeface="Arial" panose="020B0604020202020204" pitchFamily="34" charset="0"/>
              </a:rPr>
              <a:t>24</a:t>
            </a:r>
            <a:endParaRPr lang="en-US" altLang="zh-CN" sz="2400" dirty="0">
              <a:latin typeface="Arial" panose="020B0604020202020204" pitchFamily="34" charset="0"/>
            </a:endParaRPr>
          </a:p>
        </p:txBody>
      </p:sp>
      <p:sp>
        <p:nvSpPr>
          <p:cNvPr id="35855" name="Text Box 15"/>
          <p:cNvSpPr txBox="1"/>
          <p:nvPr/>
        </p:nvSpPr>
        <p:spPr>
          <a:xfrm>
            <a:off x="2497138" y="2924175"/>
            <a:ext cx="379412" cy="457200"/>
          </a:xfrm>
          <a:prstGeom prst="rect">
            <a:avLst/>
          </a:prstGeom>
          <a:noFill/>
          <a:ln w="9525">
            <a:noFill/>
          </a:ln>
        </p:spPr>
        <p:txBody>
          <a:bodyPr>
            <a:spAutoFit/>
          </a:bodyPr>
          <a:p>
            <a:pPr eaLnBrk="1" hangingPunct="1">
              <a:spcBef>
                <a:spcPct val="50000"/>
              </a:spcBef>
            </a:pPr>
            <a:r>
              <a:rPr lang="en-US" altLang="zh-CN" sz="2400" dirty="0">
                <a:latin typeface="Arial" panose="020B0604020202020204" pitchFamily="34" charset="0"/>
              </a:rPr>
              <a:t>1</a:t>
            </a:r>
            <a:endParaRPr lang="en-US" altLang="zh-CN" sz="2400" dirty="0">
              <a:latin typeface="Arial" panose="020B0604020202020204" pitchFamily="34" charset="0"/>
            </a:endParaRPr>
          </a:p>
        </p:txBody>
      </p:sp>
      <p:sp>
        <p:nvSpPr>
          <p:cNvPr id="35856" name="Text Box 16"/>
          <p:cNvSpPr txBox="1"/>
          <p:nvPr/>
        </p:nvSpPr>
        <p:spPr>
          <a:xfrm>
            <a:off x="5597525" y="2954338"/>
            <a:ext cx="2971800" cy="457200"/>
          </a:xfrm>
          <a:prstGeom prst="rect">
            <a:avLst/>
          </a:prstGeom>
          <a:noFill/>
          <a:ln w="9525">
            <a:noFill/>
          </a:ln>
        </p:spPr>
        <p:txBody>
          <a:bodyPr>
            <a:spAutoFit/>
          </a:bodyPr>
          <a:p>
            <a:pPr eaLnBrk="1" hangingPunct="1">
              <a:spcBef>
                <a:spcPct val="50000"/>
              </a:spcBef>
            </a:pPr>
            <a:r>
              <a:rPr lang="en-US" altLang="zh-CN" sz="2400" dirty="0">
                <a:latin typeface="Arial" panose="020B0604020202020204" pitchFamily="34" charset="0"/>
              </a:rPr>
              <a:t>2</a:t>
            </a:r>
            <a:endParaRPr lang="en-US" altLang="zh-CN" sz="2400" dirty="0">
              <a:latin typeface="Arial" panose="020B0604020202020204" pitchFamily="34" charset="0"/>
            </a:endParaRPr>
          </a:p>
        </p:txBody>
      </p:sp>
      <p:sp>
        <p:nvSpPr>
          <p:cNvPr id="35857" name="Text Box 17"/>
          <p:cNvSpPr txBox="1"/>
          <p:nvPr/>
        </p:nvSpPr>
        <p:spPr>
          <a:xfrm>
            <a:off x="1025525" y="3944938"/>
            <a:ext cx="2895600" cy="457200"/>
          </a:xfrm>
          <a:prstGeom prst="rect">
            <a:avLst/>
          </a:prstGeom>
          <a:noFill/>
          <a:ln w="9525">
            <a:noFill/>
          </a:ln>
        </p:spPr>
        <p:txBody>
          <a:bodyPr>
            <a:spAutoFit/>
          </a:bodyPr>
          <a:p>
            <a:pPr eaLnBrk="1" hangingPunct="1">
              <a:spcBef>
                <a:spcPct val="50000"/>
              </a:spcBef>
            </a:pPr>
            <a:r>
              <a:rPr lang="en-US" altLang="zh-CN" sz="2400" dirty="0">
                <a:latin typeface="Arial" panose="020B0604020202020204" pitchFamily="34" charset="0"/>
              </a:rPr>
              <a:t>24</a:t>
            </a:r>
            <a:endParaRPr lang="en-US" altLang="zh-CN" sz="2400" dirty="0">
              <a:latin typeface="Arial" panose="020B0604020202020204" pitchFamily="34" charset="0"/>
            </a:endParaRPr>
          </a:p>
        </p:txBody>
      </p:sp>
      <p:sp>
        <p:nvSpPr>
          <p:cNvPr id="35858" name="Text Box 18"/>
          <p:cNvSpPr txBox="1"/>
          <p:nvPr/>
        </p:nvSpPr>
        <p:spPr>
          <a:xfrm>
            <a:off x="5954713" y="3933825"/>
            <a:ext cx="504825" cy="822325"/>
          </a:xfrm>
          <a:prstGeom prst="rect">
            <a:avLst/>
          </a:prstGeom>
          <a:noFill/>
          <a:ln w="9525">
            <a:noFill/>
          </a:ln>
        </p:spPr>
        <p:txBody>
          <a:bodyPr>
            <a:spAutoFit/>
          </a:bodyPr>
          <a:p>
            <a:pPr eaLnBrk="1" hangingPunct="1">
              <a:spcBef>
                <a:spcPct val="50000"/>
              </a:spcBef>
            </a:pPr>
            <a:r>
              <a:rPr lang="en-US" altLang="zh-CN" sz="2400" dirty="0">
                <a:latin typeface="Arial" panose="020B0604020202020204" pitchFamily="34" charset="0"/>
              </a:rPr>
              <a:t>24</a:t>
            </a:r>
            <a:endParaRPr lang="en-US" altLang="zh-CN" sz="2400" dirty="0">
              <a:latin typeface="Arial" panose="020B0604020202020204" pitchFamily="34" charset="0"/>
            </a:endParaRPr>
          </a:p>
        </p:txBody>
      </p:sp>
      <p:grpSp>
        <p:nvGrpSpPr>
          <p:cNvPr id="35859" name="组合 35858"/>
          <p:cNvGrpSpPr/>
          <p:nvPr/>
        </p:nvGrpSpPr>
        <p:grpSpPr>
          <a:xfrm>
            <a:off x="1922463" y="2997200"/>
            <a:ext cx="3168650" cy="1365250"/>
            <a:chOff x="0" y="0"/>
            <a:chExt cx="1996" cy="860"/>
          </a:xfrm>
        </p:grpSpPr>
        <p:sp>
          <p:nvSpPr>
            <p:cNvPr id="35864" name="Text Box 20"/>
            <p:cNvSpPr txBox="1"/>
            <p:nvPr/>
          </p:nvSpPr>
          <p:spPr>
            <a:xfrm>
              <a:off x="0" y="635"/>
              <a:ext cx="1316" cy="225"/>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b="1" dirty="0">
                  <a:solidFill>
                    <a:srgbClr val="FF0000"/>
                  </a:solidFill>
                  <a:latin typeface="Arial" panose="020B0604020202020204" pitchFamily="34" charset="0"/>
                </a:rPr>
                <a:t>T(v2-v24)</a:t>
              </a:r>
              <a:endParaRPr lang="en-US" altLang="zh-CN" b="1" dirty="0">
                <a:solidFill>
                  <a:srgbClr val="FF0000"/>
                </a:solidFill>
                <a:latin typeface="Arial" panose="020B0604020202020204" pitchFamily="34" charset="0"/>
              </a:endParaRPr>
            </a:p>
          </p:txBody>
        </p:sp>
        <p:sp>
          <p:nvSpPr>
            <p:cNvPr id="35865" name="Text Box 22"/>
            <p:cNvSpPr txBox="1"/>
            <p:nvPr/>
          </p:nvSpPr>
          <p:spPr>
            <a:xfrm>
              <a:off x="680" y="0"/>
              <a:ext cx="1316" cy="225"/>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b="1" dirty="0">
                  <a:solidFill>
                    <a:srgbClr val="FF0000"/>
                  </a:solidFill>
                  <a:latin typeface="Arial" panose="020B0604020202020204" pitchFamily="34" charset="0"/>
                </a:rPr>
                <a:t>T(v2-v24)</a:t>
              </a:r>
              <a:endParaRPr lang="en-US" altLang="zh-CN" b="1" dirty="0">
                <a:solidFill>
                  <a:srgbClr val="FF0000"/>
                </a:solidFill>
                <a:latin typeface="Arial" panose="020B0604020202020204" pitchFamily="34" charset="0"/>
              </a:endParaRPr>
            </a:p>
          </p:txBody>
        </p:sp>
      </p:grpSp>
      <p:grpSp>
        <p:nvGrpSpPr>
          <p:cNvPr id="35862" name="组合 35861"/>
          <p:cNvGrpSpPr/>
          <p:nvPr/>
        </p:nvGrpSpPr>
        <p:grpSpPr>
          <a:xfrm>
            <a:off x="5881688" y="2997200"/>
            <a:ext cx="2520950" cy="1365250"/>
            <a:chOff x="0" y="0"/>
            <a:chExt cx="1588" cy="860"/>
          </a:xfrm>
        </p:grpSpPr>
        <p:sp>
          <p:nvSpPr>
            <p:cNvPr id="2" name="Text Box 21"/>
            <p:cNvSpPr txBox="1"/>
            <p:nvPr/>
          </p:nvSpPr>
          <p:spPr>
            <a:xfrm>
              <a:off x="545" y="635"/>
              <a:ext cx="1043" cy="225"/>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b="1" dirty="0">
                  <a:solidFill>
                    <a:srgbClr val="FF0000"/>
                  </a:solidFill>
                  <a:latin typeface="Arial" panose="020B0604020202020204" pitchFamily="34" charset="0"/>
                </a:rPr>
                <a:t>T(v25-v47)</a:t>
              </a:r>
              <a:endParaRPr lang="en-US" altLang="zh-CN" b="1" dirty="0">
                <a:solidFill>
                  <a:srgbClr val="FF0000"/>
                </a:solidFill>
                <a:latin typeface="Arial" panose="020B0604020202020204" pitchFamily="34" charset="0"/>
              </a:endParaRPr>
            </a:p>
          </p:txBody>
        </p:sp>
        <p:sp>
          <p:nvSpPr>
            <p:cNvPr id="35863" name="Text Box 24"/>
            <p:cNvSpPr txBox="1"/>
            <p:nvPr/>
          </p:nvSpPr>
          <p:spPr>
            <a:xfrm>
              <a:off x="0" y="0"/>
              <a:ext cx="1043" cy="225"/>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b="1" dirty="0">
                  <a:solidFill>
                    <a:srgbClr val="FF0000"/>
                  </a:solidFill>
                  <a:latin typeface="Arial" panose="020B0604020202020204" pitchFamily="34" charset="0"/>
                </a:rPr>
                <a:t>T(v25-v47)</a:t>
              </a:r>
              <a:endParaRPr lang="en-US" altLang="zh-CN" b="1" dirty="0">
                <a:solidFill>
                  <a:srgbClr val="FF0000"/>
                </a:solidFill>
                <a:latin typeface="Arial" panose="020B0604020202020204" pitchFamily="34" charset="0"/>
              </a:endParaRPr>
            </a:p>
          </p:txBody>
        </p:sp>
      </p:grpSp>
      <p:sp>
        <p:nvSpPr>
          <p:cNvPr id="3" name="Text Box 26"/>
          <p:cNvSpPr txBox="1"/>
          <p:nvPr/>
        </p:nvSpPr>
        <p:spPr>
          <a:xfrm>
            <a:off x="4297363" y="2133600"/>
            <a:ext cx="2376487" cy="357188"/>
          </a:xfrm>
          <a:prstGeom prst="rect">
            <a:avLst/>
          </a:prstGeom>
          <a:noFill/>
          <a:ln w="9525">
            <a:noFill/>
          </a:ln>
        </p:spPr>
        <p:txBody>
          <a:bodyPr lIns="82124" tIns="41061" rIns="82124" bIns="41061">
            <a:spAutoFit/>
          </a:bodyPr>
          <a:p>
            <a:pPr eaLnBrk="1" hangingPunct="1">
              <a:lnSpc>
                <a:spcPct val="90000"/>
              </a:lnSpc>
              <a:spcBef>
                <a:spcPct val="50000"/>
              </a:spcBef>
            </a:pPr>
            <a:r>
              <a:rPr lang="en-US" altLang="zh-CN" b="1" dirty="0">
                <a:solidFill>
                  <a:srgbClr val="FF0000"/>
                </a:solidFill>
                <a:latin typeface="Arial" panose="020B0604020202020204" pitchFamily="34" charset="0"/>
              </a:rPr>
              <a:t>T(v2-v47)</a:t>
            </a:r>
            <a:endParaRPr lang="en-US" altLang="zh-CN" b="1" dirty="0">
              <a:solidFill>
                <a:srgbClr val="FF0000"/>
              </a:solidFill>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8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标题 1"/>
          <p:cNvSpPr>
            <a:spLocks noGrp="1"/>
          </p:cNvSpPr>
          <p:nvPr>
            <p:ph type="title"/>
          </p:nvPr>
        </p:nvSpPr>
        <p:spPr>
          <a:ln/>
        </p:spPr>
        <p:txBody>
          <a:bodyPr vert="horz" wrap="square" lIns="91440" tIns="45720" rIns="91440" bIns="45720" anchor="b" anchorCtr="0"/>
          <a:p>
            <a:pPr eaLnBrk="1" hangingPunct="1">
              <a:buNone/>
            </a:pPr>
            <a:r>
              <a:rPr lang="zh-CN" altLang="en-US" dirty="0"/>
              <a:t>实验用软件</a:t>
            </a:r>
            <a:endParaRPr lang="zh-CN" altLang="en-US" dirty="0"/>
          </a:p>
        </p:txBody>
      </p:sp>
      <p:sp>
        <p:nvSpPr>
          <p:cNvPr id="36867" name="内容占位符 2"/>
          <p:cNvSpPr>
            <a:spLocks noGrp="1"/>
          </p:cNvSpPr>
          <p:nvPr>
            <p:ph idx="1"/>
          </p:nvPr>
        </p:nvSpPr>
        <p:spPr>
          <a:ln/>
        </p:spPr>
        <p:txBody>
          <a:bodyPr vert="horz" wrap="square" lIns="91440" tIns="45720" rIns="91440" bIns="45720" anchor="t" anchorCtr="0"/>
          <a:p>
            <a:pPr eaLnBrk="1" hangingPunct="1"/>
            <a:r>
              <a:rPr lang="en-US" altLang="zh-CN" dirty="0"/>
              <a:t>1</a:t>
            </a:r>
            <a:r>
              <a:rPr lang="zh-CN" altLang="en-US" dirty="0"/>
              <a:t>、</a:t>
            </a:r>
            <a:r>
              <a:rPr lang="en-US" altLang="zh-CN" dirty="0"/>
              <a:t>packettracer5.3</a:t>
            </a:r>
            <a:r>
              <a:rPr lang="zh-CN" altLang="en-US" dirty="0"/>
              <a:t>（网络仿真软件）</a:t>
            </a:r>
            <a:endParaRPr lang="en-US" altLang="zh-CN" dirty="0"/>
          </a:p>
          <a:p>
            <a:pPr eaLnBrk="1" hangingPunct="1"/>
            <a:endParaRPr lang="en-US" altLang="zh-CN" dirty="0"/>
          </a:p>
          <a:p>
            <a:pPr eaLnBrk="1" hangingPunct="1"/>
            <a:r>
              <a:rPr lang="en-US" altLang="zh-CN" dirty="0"/>
              <a:t>2</a:t>
            </a:r>
            <a:r>
              <a:rPr lang="zh-CN" altLang="en-US" dirty="0"/>
              <a:t>、</a:t>
            </a:r>
            <a:r>
              <a:rPr lang="en-US" altLang="zh-CN" dirty="0"/>
              <a:t>wireshark</a:t>
            </a:r>
            <a:r>
              <a:rPr lang="zh-CN" altLang="en-US" dirty="0"/>
              <a:t>（网络协议分析软件）</a:t>
            </a:r>
            <a:endParaRPr lang="en-US" altLang="zh-CN" dirty="0"/>
          </a:p>
          <a:p>
            <a:pPr eaLnBrk="1" hangingPunct="1"/>
            <a:r>
              <a:rPr lang="zh-CN" altLang="en-US" dirty="0"/>
              <a:t>请同学们自行在网上下载、安装到自己的电脑上，并自行学会使用。</a:t>
            </a:r>
            <a:endParaRPr lang="en-US" altLang="zh-CN" dirty="0"/>
          </a:p>
          <a:p>
            <a:pPr eaLnBrk="1" hangingPunct="1"/>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标题 36865"/>
          <p:cNvSpPr>
            <a:spLocks noGrp="1"/>
          </p:cNvSpPr>
          <p:nvPr>
            <p:ph type="title"/>
          </p:nvPr>
        </p:nvSpPr>
        <p:spPr>
          <a:ln/>
        </p:spPr>
        <p:txBody>
          <a:bodyPr vert="horz" wrap="square" lIns="91440" tIns="45720" rIns="91440" bIns="45720" anchor="b" anchorCtr="0"/>
          <a:p>
            <a:pPr eaLnBrk="1" hangingPunct="1"/>
            <a:r>
              <a:rPr lang="en-US" altLang="zh-CN" dirty="0"/>
              <a:t>PACKET TRACER</a:t>
            </a:r>
            <a:r>
              <a:rPr lang="zh-CN" altLang="en-US" dirty="0"/>
              <a:t>简介</a:t>
            </a:r>
            <a:endParaRPr lang="zh-CN" altLang="en-US" dirty="0"/>
          </a:p>
        </p:txBody>
      </p:sp>
      <p:pic>
        <p:nvPicPr>
          <p:cNvPr id="37891" name="图片 36866"/>
          <p:cNvPicPr>
            <a:picLocks noChangeAspect="1"/>
          </p:cNvPicPr>
          <p:nvPr/>
        </p:nvPicPr>
        <p:blipFill>
          <a:blip r:embed="rId1"/>
          <a:stretch>
            <a:fillRect/>
          </a:stretch>
        </p:blipFill>
        <p:spPr>
          <a:xfrm>
            <a:off x="301625" y="1773238"/>
            <a:ext cx="8382000" cy="4824412"/>
          </a:xfrm>
          <a:prstGeom prst="rect">
            <a:avLst/>
          </a:prstGeom>
          <a:noFill/>
          <a:ln w="9525">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标题 1"/>
          <p:cNvSpPr>
            <a:spLocks noGrp="1"/>
          </p:cNvSpPr>
          <p:nvPr>
            <p:ph type="title"/>
          </p:nvPr>
        </p:nvSpPr>
        <p:spPr>
          <a:ln/>
        </p:spPr>
        <p:txBody>
          <a:bodyPr vert="horz" wrap="square" lIns="91440" tIns="45720" rIns="91440" bIns="45720" anchor="b" anchorCtr="0"/>
          <a:p>
            <a:pPr eaLnBrk="1" hangingPunct="1">
              <a:buNone/>
            </a:pPr>
            <a:r>
              <a:rPr lang="zh-CN" altLang="en-US" dirty="0"/>
              <a:t>使用方法简述</a:t>
            </a:r>
            <a:endParaRPr lang="zh-CN" altLang="en-US" dirty="0"/>
          </a:p>
        </p:txBody>
      </p:sp>
      <p:sp>
        <p:nvSpPr>
          <p:cNvPr id="38915" name="内容占位符 2"/>
          <p:cNvSpPr>
            <a:spLocks noGrp="1"/>
          </p:cNvSpPr>
          <p:nvPr>
            <p:ph idx="1"/>
          </p:nvPr>
        </p:nvSpPr>
        <p:spPr>
          <a:ln/>
        </p:spPr>
        <p:txBody>
          <a:bodyPr vert="horz" wrap="square" lIns="91440" tIns="45720" rIns="91440" bIns="45720" anchor="t" anchorCtr="0"/>
          <a:p>
            <a:pPr eaLnBrk="1" hangingPunct="1"/>
            <a:r>
              <a:rPr lang="zh-CN" altLang="en-US" dirty="0"/>
              <a:t>第</a:t>
            </a:r>
            <a:r>
              <a:rPr lang="en-US" altLang="zh-CN" dirty="0"/>
              <a:t>1</a:t>
            </a:r>
            <a:r>
              <a:rPr lang="zh-CN" altLang="en-US" dirty="0"/>
              <a:t>步、在最下面的</a:t>
            </a:r>
            <a:r>
              <a:rPr lang="zh-CN" altLang="en-US" b="1" dirty="0">
                <a:solidFill>
                  <a:srgbClr val="FF0000"/>
                </a:solidFill>
              </a:rPr>
              <a:t>控件选项</a:t>
            </a:r>
            <a:r>
              <a:rPr lang="zh-CN" altLang="en-US" dirty="0"/>
              <a:t>里，选择实验用设备，如二层交换设备、三层交换设备。把这些设备拖移到中间的网络布置区域。</a:t>
            </a:r>
            <a:endParaRPr lang="en-US" altLang="zh-CN" dirty="0"/>
          </a:p>
          <a:p>
            <a:pPr eaLnBrk="1" hangingPunct="1"/>
            <a:r>
              <a:rPr lang="zh-CN" altLang="en-US" dirty="0"/>
              <a:t>（本实验中，请选</a:t>
            </a:r>
            <a:r>
              <a:rPr lang="en-US" altLang="zh-CN" dirty="0"/>
              <a:t>6</a:t>
            </a:r>
            <a:r>
              <a:rPr lang="zh-CN" altLang="en-US" dirty="0"/>
              <a:t>个二层网络设备）</a:t>
            </a:r>
            <a:endParaRPr lang="en-US" altLang="zh-CN" dirty="0"/>
          </a:p>
          <a:p>
            <a:pPr eaLnBrk="1" hangingPunct="1"/>
            <a:r>
              <a:rPr lang="zh-CN" altLang="en-US" dirty="0"/>
              <a:t>第</a:t>
            </a:r>
            <a:r>
              <a:rPr lang="en-US" altLang="zh-CN" dirty="0"/>
              <a:t>2</a:t>
            </a:r>
            <a:r>
              <a:rPr lang="zh-CN" altLang="en-US" dirty="0"/>
              <a:t>步、在最下面的</a:t>
            </a:r>
            <a:r>
              <a:rPr lang="zh-CN" altLang="en-US" dirty="0">
                <a:solidFill>
                  <a:srgbClr val="FF0000"/>
                </a:solidFill>
              </a:rPr>
              <a:t>网线选择</a:t>
            </a:r>
            <a:r>
              <a:rPr lang="zh-CN" altLang="en-US" dirty="0"/>
              <a:t>里选相应的线，按照拓扑要求，把设备联在一起。组成相应拓扑结构的网络。（联线规则：同层网络设备之间用交叉线，异层网络设备之间用直连线）</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9938" name="文本占位符 37889"/>
          <p:cNvPicPr>
            <a:picLocks noGrp="1" noChangeAspect="1"/>
          </p:cNvPicPr>
          <p:nvPr>
            <p:ph idx="1"/>
          </p:nvPr>
        </p:nvPicPr>
        <p:blipFill>
          <a:blip r:embed="rId1"/>
          <a:srcRect/>
          <a:stretch>
            <a:fillRect/>
          </a:stretch>
        </p:blipFill>
        <p:spPr>
          <a:xfrm>
            <a:off x="55563" y="1630363"/>
            <a:ext cx="8901112" cy="5111750"/>
          </a:xfrm>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0962" name="文本占位符 38913"/>
          <p:cNvPicPr>
            <a:picLocks noGrp="1" noChangeAspect="1"/>
          </p:cNvPicPr>
          <p:nvPr>
            <p:ph idx="1"/>
          </p:nvPr>
        </p:nvPicPr>
        <p:blipFill>
          <a:blip r:embed="rId1"/>
          <a:srcRect/>
          <a:stretch>
            <a:fillRect/>
          </a:stretch>
        </p:blipFill>
        <p:spPr>
          <a:xfrm>
            <a:off x="36513" y="1701800"/>
            <a:ext cx="9093200" cy="5040313"/>
          </a:xfrm>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标题 1"/>
          <p:cNvSpPr>
            <a:spLocks noGrp="1"/>
          </p:cNvSpPr>
          <p:nvPr>
            <p:ph type="title"/>
          </p:nvPr>
        </p:nvSpPr>
        <p:spPr>
          <a:ln/>
        </p:spPr>
        <p:txBody>
          <a:bodyPr vert="horz" wrap="square" lIns="91440" tIns="45720" rIns="91440" bIns="45720" anchor="b" anchorCtr="0"/>
          <a:p>
            <a:pPr eaLnBrk="1" hangingPunct="1">
              <a:buNone/>
            </a:pPr>
            <a:r>
              <a:rPr lang="zh-CN" altLang="en-US" dirty="0"/>
              <a:t>配置简介</a:t>
            </a:r>
            <a:endParaRPr lang="zh-CN" altLang="en-US" dirty="0"/>
          </a:p>
        </p:txBody>
      </p:sp>
      <p:sp>
        <p:nvSpPr>
          <p:cNvPr id="41987" name="内容占位符 2"/>
          <p:cNvSpPr>
            <a:spLocks noGrp="1"/>
          </p:cNvSpPr>
          <p:nvPr>
            <p:ph idx="1"/>
          </p:nvPr>
        </p:nvSpPr>
        <p:spPr>
          <a:xfrm>
            <a:off x="395288" y="1752600"/>
            <a:ext cx="8640762" cy="4845050"/>
          </a:xfrm>
          <a:ln/>
        </p:spPr>
        <p:txBody>
          <a:bodyPr vert="horz" wrap="square" lIns="91440" tIns="45720" rIns="91440" bIns="45720" anchor="t" anchorCtr="0"/>
          <a:p>
            <a:pPr eaLnBrk="1" hangingPunct="1"/>
            <a:r>
              <a:rPr lang="en-US" altLang="zh-CN" sz="2400" dirty="0"/>
              <a:t>1</a:t>
            </a:r>
            <a:r>
              <a:rPr lang="zh-CN" altLang="en-US" sz="2400" dirty="0"/>
              <a:t>、选中二层网络设备，在</a:t>
            </a:r>
            <a:r>
              <a:rPr lang="en-US" altLang="zh-CN" sz="2400" dirty="0">
                <a:solidFill>
                  <a:srgbClr val="FF0000"/>
                </a:solidFill>
              </a:rPr>
              <a:t>config</a:t>
            </a:r>
            <a:r>
              <a:rPr lang="zh-CN" altLang="en-US" sz="2400" dirty="0"/>
              <a:t>菜单下，把</a:t>
            </a:r>
            <a:r>
              <a:rPr lang="en-US" altLang="zh-CN" sz="2400" dirty="0">
                <a:solidFill>
                  <a:srgbClr val="FF0000"/>
                </a:solidFill>
              </a:rPr>
              <a:t>switch</a:t>
            </a:r>
            <a:r>
              <a:rPr lang="zh-CN" altLang="en-US" sz="2400" dirty="0"/>
              <a:t>的选项点击开。</a:t>
            </a:r>
            <a:endParaRPr lang="en-US" altLang="zh-CN" sz="2400" dirty="0"/>
          </a:p>
          <a:p>
            <a:pPr eaLnBrk="1" hangingPunct="1"/>
            <a:r>
              <a:rPr lang="en-US" altLang="zh-CN" sz="2400" dirty="0"/>
              <a:t>2</a:t>
            </a:r>
            <a:r>
              <a:rPr lang="zh-CN" altLang="en-US" sz="2400" dirty="0"/>
              <a:t>、选中</a:t>
            </a:r>
            <a:r>
              <a:rPr lang="en-US" altLang="zh-CN" sz="2400" dirty="0">
                <a:solidFill>
                  <a:srgbClr val="FF0000"/>
                </a:solidFill>
              </a:rPr>
              <a:t>vlan database </a:t>
            </a:r>
            <a:r>
              <a:rPr lang="zh-CN" altLang="en-US" sz="2400" dirty="0"/>
              <a:t>选项。右侧会弹开</a:t>
            </a:r>
            <a:r>
              <a:rPr lang="en-US" altLang="zh-CN" sz="2400" dirty="0">
                <a:solidFill>
                  <a:srgbClr val="FF0000"/>
                </a:solidFill>
              </a:rPr>
              <a:t>vlan</a:t>
            </a:r>
            <a:r>
              <a:rPr lang="zh-CN" altLang="en-US" sz="2400" dirty="0">
                <a:solidFill>
                  <a:srgbClr val="FF0000"/>
                </a:solidFill>
              </a:rPr>
              <a:t>设置窗口。</a:t>
            </a:r>
            <a:endParaRPr lang="en-US" altLang="zh-CN" sz="2400" dirty="0">
              <a:solidFill>
                <a:srgbClr val="FF0000"/>
              </a:solidFill>
            </a:endParaRPr>
          </a:p>
          <a:p>
            <a:pPr eaLnBrk="1" hangingPunct="1"/>
            <a:r>
              <a:rPr lang="en-US" altLang="zh-CN" sz="2400" dirty="0"/>
              <a:t>3</a:t>
            </a:r>
            <a:r>
              <a:rPr lang="zh-CN" altLang="en-US" sz="2400" dirty="0"/>
              <a:t>、在</a:t>
            </a:r>
            <a:r>
              <a:rPr lang="en-US" altLang="zh-CN" sz="2400" dirty="0">
                <a:solidFill>
                  <a:srgbClr val="FF0000"/>
                </a:solidFill>
              </a:rPr>
              <a:t>vlan</a:t>
            </a:r>
            <a:r>
              <a:rPr lang="zh-CN" altLang="en-US" sz="2400" dirty="0">
                <a:solidFill>
                  <a:srgbClr val="FF0000"/>
                </a:solidFill>
              </a:rPr>
              <a:t>设置窗口里</a:t>
            </a:r>
            <a:r>
              <a:rPr lang="zh-CN" altLang="en-US" sz="2400" dirty="0"/>
              <a:t>，添加需要的</a:t>
            </a:r>
            <a:r>
              <a:rPr lang="en-US" altLang="zh-CN" sz="2400" dirty="0"/>
              <a:t>vlan</a:t>
            </a:r>
            <a:r>
              <a:rPr lang="zh-CN" altLang="en-US" sz="2400" dirty="0"/>
              <a:t>号码。</a:t>
            </a:r>
            <a:r>
              <a:rPr lang="en-US" altLang="zh-CN" sz="2400" dirty="0"/>
              <a:t>Vlan</a:t>
            </a:r>
            <a:r>
              <a:rPr lang="zh-CN" altLang="en-US" sz="2400" dirty="0"/>
              <a:t>号码的命名规则：每个同学的学号后两位，或者学号后两位</a:t>
            </a:r>
            <a:r>
              <a:rPr lang="en-US" altLang="zh-CN" sz="2400" dirty="0"/>
              <a:t>+1</a:t>
            </a:r>
            <a:r>
              <a:rPr lang="zh-CN" altLang="en-US" sz="2400" dirty="0"/>
              <a:t>，这种关联号码。</a:t>
            </a:r>
            <a:r>
              <a:rPr lang="zh-CN" altLang="en-US" sz="2400" dirty="0">
                <a:solidFill>
                  <a:srgbClr val="FF0000"/>
                </a:solidFill>
              </a:rPr>
              <a:t>（注意：每个实验都是这样，如果不按规则命名，实验成绩取消）</a:t>
            </a:r>
            <a:endParaRPr lang="en-US" altLang="zh-CN" sz="2400" dirty="0">
              <a:solidFill>
                <a:srgbClr val="FF0000"/>
              </a:solidFill>
            </a:endParaRPr>
          </a:p>
          <a:p>
            <a:pPr eaLnBrk="1" hangingPunct="1"/>
            <a:r>
              <a:rPr lang="en-US" altLang="zh-CN" sz="2400" dirty="0"/>
              <a:t>4</a:t>
            </a:r>
            <a:r>
              <a:rPr lang="zh-CN" altLang="en-US" sz="2400" dirty="0"/>
              <a:t>、在</a:t>
            </a:r>
            <a:r>
              <a:rPr lang="en-US" altLang="zh-CN" sz="2400" dirty="0">
                <a:solidFill>
                  <a:srgbClr val="FF0000"/>
                </a:solidFill>
              </a:rPr>
              <a:t>interface</a:t>
            </a:r>
            <a:r>
              <a:rPr lang="zh-CN" altLang="en-US" sz="2400" dirty="0"/>
              <a:t>的选项里为每个端口设置</a:t>
            </a:r>
            <a:r>
              <a:rPr lang="en-US" altLang="zh-CN" sz="2400" dirty="0"/>
              <a:t>vlan</a:t>
            </a:r>
            <a:r>
              <a:rPr lang="zh-CN" altLang="en-US" sz="2400" dirty="0"/>
              <a:t>号码。连接主机的接口请选择</a:t>
            </a:r>
            <a:r>
              <a:rPr lang="en-US" altLang="zh-CN" sz="2400" dirty="0"/>
              <a:t>access</a:t>
            </a:r>
            <a:r>
              <a:rPr lang="zh-CN" altLang="en-US" sz="2400" dirty="0"/>
              <a:t>口，并配置</a:t>
            </a:r>
            <a:r>
              <a:rPr lang="en-US" altLang="zh-CN" sz="2400" dirty="0"/>
              <a:t>vlan</a:t>
            </a:r>
            <a:r>
              <a:rPr lang="zh-CN" altLang="en-US" sz="2400" dirty="0"/>
              <a:t>。连接</a:t>
            </a:r>
            <a:r>
              <a:rPr lang="en-US" altLang="zh-CN" sz="2400" dirty="0"/>
              <a:t>2</a:t>
            </a:r>
            <a:r>
              <a:rPr lang="zh-CN" altLang="en-US" sz="2400" dirty="0"/>
              <a:t>层交换机的口，请选择</a:t>
            </a:r>
            <a:r>
              <a:rPr lang="en-US" altLang="zh-CN" sz="2400" dirty="0"/>
              <a:t>trunk</a:t>
            </a:r>
            <a:r>
              <a:rPr lang="zh-CN" altLang="en-US" sz="2400" dirty="0"/>
              <a:t>口，并允许所有</a:t>
            </a:r>
            <a:r>
              <a:rPr lang="en-US" altLang="zh-CN" sz="2400" dirty="0"/>
              <a:t>vlan</a:t>
            </a:r>
            <a:r>
              <a:rPr lang="zh-CN" altLang="en-US" sz="2400" dirty="0"/>
              <a:t>通过。这样二层交换机配置完成。</a:t>
            </a:r>
            <a:endParaRPr lang="en-US" altLang="zh-CN" sz="2400" dirty="0"/>
          </a:p>
          <a:p>
            <a:pPr eaLnBrk="1" hangingPunct="1"/>
            <a:endParaRPr lang="zh-CN" alt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标题 1"/>
          <p:cNvSpPr>
            <a:spLocks noGrp="1"/>
          </p:cNvSpPr>
          <p:nvPr>
            <p:ph type="title"/>
          </p:nvPr>
        </p:nvSpPr>
        <p:spPr>
          <a:ln/>
        </p:spPr>
        <p:txBody>
          <a:bodyPr vert="horz" wrap="square" lIns="91440" tIns="45720" rIns="91440" bIns="45720" anchor="b" anchorCtr="0"/>
          <a:p>
            <a:pPr eaLnBrk="1" hangingPunct="1">
              <a:buNone/>
            </a:pPr>
            <a:endParaRPr lang="zh-CN" altLang="en-US" dirty="0"/>
          </a:p>
        </p:txBody>
      </p:sp>
      <p:sp>
        <p:nvSpPr>
          <p:cNvPr id="43011" name="内容占位符 2"/>
          <p:cNvSpPr>
            <a:spLocks noGrp="1"/>
          </p:cNvSpPr>
          <p:nvPr>
            <p:ph idx="1"/>
          </p:nvPr>
        </p:nvSpPr>
        <p:spPr>
          <a:ln/>
        </p:spPr>
        <p:txBody>
          <a:bodyPr vert="horz" wrap="square" lIns="91440" tIns="45720" rIns="91440" bIns="45720" anchor="t" anchorCtr="0"/>
          <a:p>
            <a:pPr eaLnBrk="1" hangingPunct="1"/>
            <a:r>
              <a:rPr lang="en-US" altLang="zh-CN" sz="2400" dirty="0"/>
              <a:t>5</a:t>
            </a:r>
            <a:r>
              <a:rPr lang="zh-CN" altLang="en-US" sz="2400" dirty="0"/>
              <a:t>、在网络拓扑图里，拖移</a:t>
            </a:r>
            <a:r>
              <a:rPr lang="en-US" altLang="zh-CN" sz="2400" dirty="0"/>
              <a:t>6</a:t>
            </a:r>
            <a:r>
              <a:rPr lang="zh-CN" altLang="en-US" sz="2400" dirty="0"/>
              <a:t>个主机，并在主机</a:t>
            </a:r>
            <a:r>
              <a:rPr lang="en-US" altLang="zh-CN" sz="2400" dirty="0"/>
              <a:t>ip</a:t>
            </a:r>
            <a:r>
              <a:rPr lang="zh-CN" altLang="en-US" sz="2400" dirty="0"/>
              <a:t>地址配置里为主机分配</a:t>
            </a:r>
            <a:r>
              <a:rPr lang="en-US" altLang="zh-CN" sz="2400" dirty="0"/>
              <a:t>IP</a:t>
            </a:r>
            <a:r>
              <a:rPr lang="zh-CN" altLang="en-US" sz="2400" dirty="0"/>
              <a:t>地址。把主机连到相应的二层交换机的端口，用来测试。（主机</a:t>
            </a:r>
            <a:r>
              <a:rPr lang="en-US" altLang="zh-CN" sz="2400" dirty="0"/>
              <a:t>ip</a:t>
            </a:r>
            <a:r>
              <a:rPr lang="zh-CN" altLang="en-US" sz="2400" dirty="0"/>
              <a:t>地址的命名规则：</a:t>
            </a:r>
            <a:r>
              <a:rPr lang="en-US" altLang="zh-CN" sz="2400" dirty="0"/>
              <a:t>192.168.</a:t>
            </a:r>
            <a:r>
              <a:rPr lang="zh-CN" altLang="en-US" sz="2400" dirty="0"/>
              <a:t>学号后两位</a:t>
            </a:r>
            <a:r>
              <a:rPr lang="en-US" altLang="zh-CN" sz="2400" dirty="0"/>
              <a:t>.*</a:t>
            </a:r>
            <a:r>
              <a:rPr lang="zh-CN" altLang="en-US" sz="2400" dirty="0"/>
              <a:t>）</a:t>
            </a:r>
            <a:endParaRPr lang="zh-CN" altLang="en-US" sz="2400" dirty="0"/>
          </a:p>
          <a:p>
            <a:pPr eaLnBrk="1" hangingPunct="1"/>
            <a:r>
              <a:rPr lang="en-US" altLang="zh-CN" sz="2400" dirty="0"/>
              <a:t>6</a:t>
            </a:r>
            <a:r>
              <a:rPr lang="zh-CN" altLang="en-US" sz="2400" dirty="0"/>
              <a:t>、配置完成后就可以测试了。如果同一个</a:t>
            </a:r>
            <a:r>
              <a:rPr lang="en-US" altLang="zh-CN" sz="2400" dirty="0"/>
              <a:t>VLAN</a:t>
            </a:r>
            <a:r>
              <a:rPr lang="zh-CN" altLang="en-US" sz="2400" dirty="0"/>
              <a:t>的主机能互相访问，不同</a:t>
            </a:r>
            <a:r>
              <a:rPr lang="en-US" altLang="zh-CN" sz="2400" dirty="0"/>
              <a:t>vlan</a:t>
            </a:r>
            <a:r>
              <a:rPr lang="zh-CN" altLang="en-US" sz="2400" dirty="0"/>
              <a:t>的主机不能互相访问。则</a:t>
            </a:r>
            <a:r>
              <a:rPr lang="en-US" altLang="zh-CN" sz="2400" dirty="0"/>
              <a:t>vlan</a:t>
            </a:r>
            <a:r>
              <a:rPr lang="zh-CN" altLang="en-US" sz="2400" dirty="0"/>
              <a:t>配置成功。实验完成。（可以用</a:t>
            </a:r>
            <a:r>
              <a:rPr lang="en-US" altLang="zh-CN" sz="2400" dirty="0"/>
              <a:t>ping </a:t>
            </a:r>
            <a:r>
              <a:rPr lang="zh-CN" altLang="en-US" sz="2400" dirty="0"/>
              <a:t>这个命令来测试；也可以用最右面一列，倒数第</a:t>
            </a:r>
            <a:r>
              <a:rPr lang="en-US" altLang="zh-CN" sz="2400" dirty="0"/>
              <a:t>2</a:t>
            </a:r>
            <a:r>
              <a:rPr lang="zh-CN" altLang="en-US" sz="2400" dirty="0"/>
              <a:t>行的网络包传送来测试，只要鼠标选中包，并在两个主机上分别点一下，就可以完成测试。如果网络通，则提示成功。如果网络不通，则提示失败。）</a:t>
            </a:r>
            <a:endParaRPr lang="zh-CN" altLang="en-US" sz="2400" dirty="0"/>
          </a:p>
          <a:p>
            <a:pPr eaLnBrk="1" hangingPunct="1"/>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p:cNvSpPr>
          <p:nvPr>
            <p:ph type="title" idx="4294967295"/>
          </p:nvPr>
        </p:nvSpPr>
        <p:spPr>
          <a:ln/>
        </p:spPr>
        <p:txBody>
          <a:bodyPr vert="horz" wrap="square" lIns="91440" tIns="45720" rIns="91440" bIns="45720" anchor="ctr" anchorCtr="0"/>
          <a:p>
            <a:pPr eaLnBrk="1" hangingPunct="1"/>
            <a:r>
              <a:rPr lang="zh-CN" altLang="en-US" dirty="0"/>
              <a:t>实验要求：完成以下</a:t>
            </a:r>
            <a:r>
              <a:rPr lang="en-US" altLang="zh-CN" dirty="0"/>
              <a:t>8</a:t>
            </a:r>
            <a:r>
              <a:rPr lang="zh-CN" altLang="en-US" dirty="0"/>
              <a:t>项内容。</a:t>
            </a:r>
            <a:endParaRPr lang="zh-CN" altLang="en-US" dirty="0"/>
          </a:p>
        </p:txBody>
      </p:sp>
      <p:sp>
        <p:nvSpPr>
          <p:cNvPr id="44035" name="Rectangle 3"/>
          <p:cNvSpPr>
            <a:spLocks noGrp="1"/>
          </p:cNvSpPr>
          <p:nvPr>
            <p:ph type="body" idx="4294967295"/>
          </p:nvPr>
        </p:nvSpPr>
        <p:spPr>
          <a:xfrm>
            <a:off x="250825" y="1689100"/>
            <a:ext cx="8569325" cy="5035550"/>
          </a:xfrm>
          <a:ln/>
        </p:spPr>
        <p:txBody>
          <a:bodyPr vert="horz" wrap="square" lIns="91440" tIns="45720" rIns="91440" bIns="45720" anchor="t" anchorCtr="0"/>
          <a:p>
            <a:pPr marL="0" indent="0" defTabSz="916305" eaLnBrk="1" hangingPunct="1"/>
            <a:r>
              <a:rPr lang="en-US" altLang="zh-CN" sz="2400" dirty="0">
                <a:latin typeface="宋体" panose="02010600030101010101" pitchFamily="2" charset="-122"/>
              </a:rPr>
              <a:t>1</a:t>
            </a:r>
            <a:r>
              <a:rPr lang="zh-CN" altLang="en-US" sz="2400" dirty="0">
                <a:latin typeface="宋体" panose="02010600030101010101" pitchFamily="2" charset="-122"/>
              </a:rPr>
              <a:t>、一个</a:t>
            </a:r>
            <a:r>
              <a:rPr lang="en-US" altLang="zh-CN" sz="2400" dirty="0"/>
              <a:t>HUB</a:t>
            </a:r>
            <a:r>
              <a:rPr lang="zh-CN" altLang="en-US" sz="2400" dirty="0">
                <a:latin typeface="宋体" panose="02010600030101010101" pitchFamily="2" charset="-122"/>
              </a:rPr>
              <a:t>的所有端口是属于同一个广播域吗？是属于同一个冲突域吗？交换机呢？</a:t>
            </a:r>
            <a:endParaRPr lang="zh-CN" altLang="en-US" sz="2400" dirty="0">
              <a:latin typeface="宋体" panose="02010600030101010101" pitchFamily="2" charset="-122"/>
            </a:endParaRPr>
          </a:p>
          <a:p>
            <a:pPr marL="0" indent="0" defTabSz="916305" eaLnBrk="1" hangingPunct="1"/>
            <a:r>
              <a:rPr lang="en-US" altLang="zh-CN" sz="2400" dirty="0">
                <a:latin typeface="宋体" panose="02010600030101010101" pitchFamily="2" charset="-122"/>
              </a:rPr>
              <a:t>2</a:t>
            </a:r>
            <a:r>
              <a:rPr lang="zh-CN" altLang="en-US" sz="2400" dirty="0">
                <a:latin typeface="宋体" panose="02010600030101010101" pitchFamily="2" charset="-122"/>
              </a:rPr>
              <a:t>、能够在一条链路上承载多</a:t>
            </a:r>
            <a:r>
              <a:rPr lang="en-US" altLang="zh-CN" sz="2400" dirty="0"/>
              <a:t>vlan</a:t>
            </a:r>
            <a:r>
              <a:rPr lang="zh-CN" altLang="en-US" sz="2400" dirty="0">
                <a:latin typeface="宋体" panose="02010600030101010101" pitchFamily="2" charset="-122"/>
              </a:rPr>
              <a:t>的链路，叫什么链路？该链路上的数据和只能承载单个</a:t>
            </a:r>
            <a:r>
              <a:rPr lang="en-US" altLang="zh-CN" sz="2400" dirty="0"/>
              <a:t>vlan</a:t>
            </a:r>
            <a:r>
              <a:rPr lang="zh-CN" altLang="en-US" sz="2400" dirty="0">
                <a:latin typeface="宋体" panose="02010600030101010101" pitchFamily="2" charset="-122"/>
              </a:rPr>
              <a:t>的链路上的数据有什么不同？</a:t>
            </a:r>
            <a:endParaRPr lang="zh-CN" altLang="en-US" sz="2400" dirty="0">
              <a:latin typeface="宋体" panose="02010600030101010101" pitchFamily="2" charset="-122"/>
            </a:endParaRPr>
          </a:p>
          <a:p>
            <a:pPr marL="0" indent="0" defTabSz="916305" eaLnBrk="1" hangingPunct="1"/>
            <a:r>
              <a:rPr lang="en-US" altLang="zh-CN" sz="2400" dirty="0">
                <a:latin typeface="宋体" panose="02010600030101010101" pitchFamily="2" charset="-122"/>
              </a:rPr>
              <a:t>3</a:t>
            </a:r>
            <a:r>
              <a:rPr lang="zh-CN" altLang="en-US" sz="2400" dirty="0">
                <a:latin typeface="宋体" panose="02010600030101010101" pitchFamily="2" charset="-122"/>
              </a:rPr>
              <a:t>、学会使用仿真器，在六节点星型网络里构造</a:t>
            </a:r>
            <a:r>
              <a:rPr lang="en-US" altLang="zh-CN" sz="2400" dirty="0">
                <a:latin typeface="宋体" panose="02010600030101010101" pitchFamily="2" charset="-122"/>
              </a:rPr>
              <a:t>VLAN</a:t>
            </a:r>
            <a:r>
              <a:rPr lang="zh-CN" altLang="en-US" sz="2400" dirty="0">
                <a:latin typeface="宋体" panose="02010600030101010101" pitchFamily="2" charset="-122"/>
              </a:rPr>
              <a:t>并测试。</a:t>
            </a:r>
            <a:endParaRPr lang="en-US" altLang="zh-CN" sz="2400" dirty="0">
              <a:latin typeface="宋体" panose="02010600030101010101" pitchFamily="2" charset="-122"/>
            </a:endParaRPr>
          </a:p>
          <a:p>
            <a:pPr marL="0" indent="0" defTabSz="916305" eaLnBrk="1" hangingPunct="1"/>
            <a:r>
              <a:rPr lang="en-US" altLang="zh-CN" sz="2400" dirty="0">
                <a:latin typeface="宋体" panose="02010600030101010101" pitchFamily="2" charset="-122"/>
              </a:rPr>
              <a:t>4</a:t>
            </a:r>
            <a:r>
              <a:rPr lang="zh-CN" altLang="en-US" sz="2400" dirty="0">
                <a:latin typeface="宋体" panose="02010600030101010101" pitchFamily="2" charset="-122"/>
              </a:rPr>
              <a:t>、在六节点的树型网络里构造</a:t>
            </a:r>
            <a:r>
              <a:rPr lang="en-US" altLang="zh-CN" sz="2400" dirty="0">
                <a:latin typeface="宋体" panose="02010600030101010101" pitchFamily="2" charset="-122"/>
              </a:rPr>
              <a:t>VLAN</a:t>
            </a:r>
            <a:r>
              <a:rPr lang="zh-CN" altLang="en-US" sz="2400" dirty="0">
                <a:latin typeface="宋体" panose="02010600030101010101" pitchFamily="2" charset="-122"/>
              </a:rPr>
              <a:t>并测试。</a:t>
            </a:r>
            <a:endParaRPr lang="en-US" altLang="zh-CN" sz="2400" dirty="0">
              <a:latin typeface="宋体" panose="02010600030101010101" pitchFamily="2" charset="-122"/>
            </a:endParaRPr>
          </a:p>
          <a:p>
            <a:pPr marL="0" indent="0" defTabSz="916305" eaLnBrk="1" hangingPunct="1"/>
            <a:r>
              <a:rPr lang="en-US" altLang="zh-CN" sz="2400" dirty="0">
                <a:latin typeface="宋体" panose="02010600030101010101" pitchFamily="2" charset="-122"/>
              </a:rPr>
              <a:t>5</a:t>
            </a:r>
            <a:r>
              <a:rPr lang="zh-CN" altLang="en-US" sz="2400" dirty="0">
                <a:latin typeface="宋体" panose="02010600030101010101" pitchFamily="2" charset="-122"/>
              </a:rPr>
              <a:t>、在六节点的总线型网络里构造</a:t>
            </a:r>
            <a:r>
              <a:rPr lang="en-US" altLang="zh-CN" sz="2400" dirty="0">
                <a:latin typeface="宋体" panose="02010600030101010101" pitchFamily="2" charset="-122"/>
              </a:rPr>
              <a:t>Vlan</a:t>
            </a:r>
            <a:r>
              <a:rPr lang="zh-CN" altLang="en-US" sz="2400" dirty="0">
                <a:latin typeface="宋体" panose="02010600030101010101" pitchFamily="2" charset="-122"/>
              </a:rPr>
              <a:t>并测试。</a:t>
            </a:r>
            <a:endParaRPr lang="en-US" altLang="zh-CN" sz="2400" dirty="0">
              <a:latin typeface="宋体" panose="02010600030101010101" pitchFamily="2" charset="-122"/>
            </a:endParaRPr>
          </a:p>
          <a:p>
            <a:pPr marL="0" indent="0" defTabSz="916305" eaLnBrk="1" hangingPunct="1"/>
            <a:r>
              <a:rPr lang="en-US" altLang="zh-CN" sz="2400" dirty="0">
                <a:latin typeface="宋体" panose="02010600030101010101" pitchFamily="2" charset="-122"/>
              </a:rPr>
              <a:t>6</a:t>
            </a:r>
            <a:r>
              <a:rPr lang="zh-CN" altLang="en-US" sz="2400" dirty="0">
                <a:latin typeface="宋体" panose="02010600030101010101" pitchFamily="2" charset="-122"/>
              </a:rPr>
              <a:t>、用二层网络设备能构造环形网络吗？</a:t>
            </a:r>
            <a:endParaRPr lang="zh-CN" altLang="en-US" sz="2400" dirty="0">
              <a:latin typeface="宋体" panose="02010600030101010101" pitchFamily="2" charset="-122"/>
            </a:endParaRPr>
          </a:p>
          <a:p>
            <a:pPr marL="0" indent="0" defTabSz="916305" eaLnBrk="1" hangingPunct="1"/>
            <a:r>
              <a:rPr lang="en-US" altLang="zh-CN" sz="2400" dirty="0">
                <a:latin typeface="宋体" panose="02010600030101010101" pitchFamily="2" charset="-122"/>
              </a:rPr>
              <a:t>7</a:t>
            </a:r>
            <a:r>
              <a:rPr lang="zh-CN" altLang="en-US" sz="2400" dirty="0">
                <a:latin typeface="宋体" panose="02010600030101010101" pitchFamily="2" charset="-122"/>
              </a:rPr>
              <a:t>、比较几种拓扑结构下网络的优缺点。</a:t>
            </a:r>
            <a:endParaRPr lang="zh-CN" altLang="en-US" sz="2400" dirty="0">
              <a:latin typeface="宋体" panose="02010600030101010101" pitchFamily="2" charset="-122"/>
            </a:endParaRPr>
          </a:p>
          <a:p>
            <a:pPr marL="0" indent="0" defTabSz="916305" eaLnBrk="1" hangingPunct="1"/>
            <a:r>
              <a:rPr lang="en-US" altLang="zh-CN" sz="2400" dirty="0">
                <a:latin typeface="宋体" panose="02010600030101010101" pitchFamily="2" charset="-122"/>
              </a:rPr>
              <a:t>8</a:t>
            </a:r>
            <a:r>
              <a:rPr lang="zh-CN" altLang="en-US" sz="2400" dirty="0">
                <a:latin typeface="宋体" panose="02010600030101010101" pitchFamily="2" charset="-122"/>
              </a:rPr>
              <a:t>、使用抓包软件</a:t>
            </a:r>
            <a:r>
              <a:rPr lang="en-US" altLang="zh-CN" sz="2400" dirty="0"/>
              <a:t>wireshark </a:t>
            </a:r>
            <a:r>
              <a:rPr lang="zh-CN" altLang="en-US" sz="2400" dirty="0">
                <a:latin typeface="宋体" panose="02010600030101010101" pitchFamily="2" charset="-122"/>
              </a:rPr>
              <a:t>，捕获广播域里的各种包。并分析。</a:t>
            </a:r>
            <a:endParaRPr lang="en-US" altLang="zh-CN" sz="2400" dirty="0">
              <a:latin typeface="宋体" panose="02010600030101010101" pitchFamily="2" charset="-122"/>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标题 1"/>
          <p:cNvSpPr>
            <a:spLocks noGrp="1"/>
          </p:cNvSpPr>
          <p:nvPr>
            <p:ph type="title"/>
          </p:nvPr>
        </p:nvSpPr>
        <p:spPr>
          <a:ln/>
        </p:spPr>
        <p:txBody>
          <a:bodyPr vert="horz" wrap="square" lIns="91440" tIns="45720" rIns="91440" bIns="45720" anchor="b" anchorCtr="0"/>
          <a:p>
            <a:pPr eaLnBrk="1" hangingPunct="1">
              <a:buNone/>
            </a:pPr>
            <a:endParaRPr lang="zh-CN" altLang="en-US" dirty="0"/>
          </a:p>
        </p:txBody>
      </p:sp>
      <p:sp>
        <p:nvSpPr>
          <p:cNvPr id="45059" name="内容占位符 2"/>
          <p:cNvSpPr>
            <a:spLocks noGrp="1"/>
          </p:cNvSpPr>
          <p:nvPr>
            <p:ph idx="1"/>
          </p:nvPr>
        </p:nvSpPr>
        <p:spPr>
          <a:ln/>
        </p:spPr>
        <p:txBody>
          <a:bodyPr vert="horz" wrap="square" lIns="91440" tIns="45720" rIns="91440" bIns="45720" anchor="t" anchorCtr="0"/>
          <a:p>
            <a:pPr eaLnBrk="1" hangingPunct="1"/>
            <a:r>
              <a:rPr lang="en-US" altLang="zh-CN" dirty="0"/>
              <a:t>9</a:t>
            </a:r>
            <a:r>
              <a:rPr lang="zh-CN" altLang="en-US" dirty="0"/>
              <a:t>、因为情况特殊，暂时没办法安排大家现场实验。请同学们自行下载程序、安装到电脑上，完成实验，撰写电子版实验报告。</a:t>
            </a:r>
            <a:endParaRPr lang="en-US" altLang="zh-CN" dirty="0"/>
          </a:p>
          <a:p>
            <a:pPr eaLnBrk="1" hangingPunct="1"/>
            <a:r>
              <a:rPr lang="zh-CN" altLang="en-US" dirty="0"/>
              <a:t>（完成前面</a:t>
            </a:r>
            <a:r>
              <a:rPr lang="en-US" altLang="zh-CN" dirty="0"/>
              <a:t>8</a:t>
            </a:r>
            <a:r>
              <a:rPr lang="zh-CN" altLang="en-US" dirty="0"/>
              <a:t>个要求，用数据、图表反应出完成的过程。）</a:t>
            </a:r>
            <a:endParaRPr lang="en-US" altLang="zh-CN" dirty="0"/>
          </a:p>
          <a:p>
            <a:pPr eaLnBrk="1" hangingPunct="1"/>
            <a:r>
              <a:rPr lang="zh-CN" altLang="en-US" dirty="0"/>
              <a:t>实验报告请发给各班学习委员，统一压缩后发到我的邮箱，请在标题上备注好班级。</a:t>
            </a:r>
            <a:endParaRPr lang="en-US" altLang="zh-CN" dirty="0"/>
          </a:p>
          <a:p>
            <a:pPr eaLnBrk="1" hangingPunct="1"/>
            <a:r>
              <a:rPr lang="zh-CN" altLang="en-US" dirty="0"/>
              <a:t>后面的实验，再看情况。谢谢同学们的理解与支持。</a:t>
            </a:r>
            <a:endParaRPr lang="zh-CN" altLang="en-US" dirty="0"/>
          </a:p>
        </p:txBody>
      </p:sp>
    </p:spTree>
  </p:cSld>
  <p:clrMapOvr>
    <a:masterClrMapping/>
  </p:clrMapOvr>
</p:sld>
</file>

<file path=ppt/tags/tag1.xml><?xml version="1.0" encoding="utf-8"?>
<p:tagLst xmlns:p="http://schemas.openxmlformats.org/presentationml/2006/main">
  <p:tag name="KSO_WM_DOC_GUID" val="{5f6076f6-c49e-411e-a156-f86c520323d5}"/>
</p:tagLst>
</file>

<file path=ppt/theme/theme1.xml><?xml version="1.0" encoding="utf-8"?>
<a:theme xmlns:a="http://schemas.openxmlformats.org/drawingml/2006/main" name="中文授课手册正文模板20071113">
  <a:themeElements>
    <a:clrScheme name="">
      <a:dk1>
        <a:srgbClr val="000000"/>
      </a:dk1>
      <a:lt1>
        <a:srgbClr val="FFFFFF"/>
      </a:lt1>
      <a:dk2>
        <a:srgbClr val="0087E2"/>
      </a:dk2>
      <a:lt2>
        <a:srgbClr val="808080"/>
      </a:lt2>
      <a:accent1>
        <a:srgbClr val="0087E2"/>
      </a:accent1>
      <a:accent2>
        <a:srgbClr val="FFCC00"/>
      </a:accent2>
      <a:accent3>
        <a:srgbClr val="FFFFFF"/>
      </a:accent3>
      <a:accent4>
        <a:srgbClr val="000000"/>
      </a:accent4>
      <a:accent5>
        <a:srgbClr val="AAC3EE"/>
      </a:accent5>
      <a:accent6>
        <a:srgbClr val="E5B700"/>
      </a:accent6>
      <a:hlink>
        <a:srgbClr val="009999"/>
      </a:hlink>
      <a:folHlink>
        <a:srgbClr val="99CC00"/>
      </a:folHlink>
    </a:clrScheme>
    <a:fontScheme name="">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中文授课手册正文模板20071113 1">
        <a:dk1>
          <a:srgbClr val="C0C0C0"/>
        </a:dk1>
        <a:lt1>
          <a:srgbClr val="FFFFFF"/>
        </a:lt1>
        <a:dk2>
          <a:srgbClr val="000000"/>
        </a:dk2>
        <a:lt2>
          <a:srgbClr val="0099FF"/>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clrMap bg1="dk2" tx1="lt1" bg2="dk1" tx2="lt2" accent1="accent1" accent2="accent2" accent3="accent3" accent4="accent4" accent5="accent5" accent6="accent6" hlink="hlink" folHlink="folHlink"/>
    </a:extraClrScheme>
    <a:extraClrScheme>
      <a:clrScheme name="中文授课手册正文模板20071113 2">
        <a:dk1>
          <a:srgbClr val="000000"/>
        </a:dk1>
        <a:lt1>
          <a:srgbClr val="FFFFFF"/>
        </a:lt1>
        <a:dk2>
          <a:srgbClr val="0087E2"/>
        </a:dk2>
        <a:lt2>
          <a:srgbClr val="808080"/>
        </a:lt2>
        <a:accent1>
          <a:srgbClr val="0087E2"/>
        </a:accent1>
        <a:accent2>
          <a:srgbClr val="FFCC00"/>
        </a:accent2>
        <a:accent3>
          <a:srgbClr val="FFFFFF"/>
        </a:accent3>
        <a:accent4>
          <a:srgbClr val="000000"/>
        </a:accent4>
        <a:accent5>
          <a:srgbClr val="AAC3EE"/>
        </a:accent5>
        <a:accent6>
          <a:srgbClr val="E7B900"/>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自定义设计方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中文授课手册正文模板20071113">
  <a:themeElements>
    <a:clrScheme name="">
      <a:dk1>
        <a:srgbClr val="000000"/>
      </a:dk1>
      <a:lt1>
        <a:srgbClr val="FFFFFF"/>
      </a:lt1>
      <a:dk2>
        <a:srgbClr val="0087E2"/>
      </a:dk2>
      <a:lt2>
        <a:srgbClr val="808080"/>
      </a:lt2>
      <a:accent1>
        <a:srgbClr val="0087E2"/>
      </a:accent1>
      <a:accent2>
        <a:srgbClr val="FFCC00"/>
      </a:accent2>
      <a:accent3>
        <a:srgbClr val="FFFFFF"/>
      </a:accent3>
      <a:accent4>
        <a:srgbClr val="000000"/>
      </a:accent4>
      <a:accent5>
        <a:srgbClr val="AAC3EE"/>
      </a:accent5>
      <a:accent6>
        <a:srgbClr val="E5B700"/>
      </a:accent6>
      <a:hlink>
        <a:srgbClr val="009999"/>
      </a:hlink>
      <a:folHlink>
        <a:srgbClr val="99CC00"/>
      </a:folHlink>
    </a:clrScheme>
    <a:fontScheme name="">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1_中文授课手册正文模板20071113 1">
        <a:dk1>
          <a:srgbClr val="C0C0C0"/>
        </a:dk1>
        <a:lt1>
          <a:srgbClr val="FFFFFF"/>
        </a:lt1>
        <a:dk2>
          <a:srgbClr val="000000"/>
        </a:dk2>
        <a:lt2>
          <a:srgbClr val="0099FF"/>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clrMap bg1="dk2" tx1="lt1" bg2="dk1" tx2="lt2" accent1="accent1" accent2="accent2" accent3="accent3" accent4="accent4" accent5="accent5" accent6="accent6" hlink="hlink" folHlink="folHlink"/>
    </a:extraClrScheme>
    <a:extraClrScheme>
      <a:clrScheme name="1_中文授课手册正文模板20071113 2">
        <a:dk1>
          <a:srgbClr val="000000"/>
        </a:dk1>
        <a:lt1>
          <a:srgbClr val="FFFFFF"/>
        </a:lt1>
        <a:dk2>
          <a:srgbClr val="0087E2"/>
        </a:dk2>
        <a:lt2>
          <a:srgbClr val="808080"/>
        </a:lt2>
        <a:accent1>
          <a:srgbClr val="0087E2"/>
        </a:accent1>
        <a:accent2>
          <a:srgbClr val="FFCC00"/>
        </a:accent2>
        <a:accent3>
          <a:srgbClr val="FFFFFF"/>
        </a:accent3>
        <a:accent4>
          <a:srgbClr val="000000"/>
        </a:accent4>
        <a:accent5>
          <a:srgbClr val="AAC3EE"/>
        </a:accent5>
        <a:accent6>
          <a:srgbClr val="E7B900"/>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Profile">
  <a:themeElements>
    <a:clrScheme name="">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C"/>
      </a:accent5>
      <a:accent6>
        <a:srgbClr val="B70000"/>
      </a:accent6>
      <a:hlink>
        <a:srgbClr val="336699"/>
      </a:hlink>
      <a:folHlink>
        <a:srgbClr val="003366"/>
      </a:folHlink>
    </a:clrScheme>
    <a:fontScheme nam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3702</Words>
  <Application>WPS 演示</Application>
  <PresentationFormat>全屏显示(4:3)</PresentationFormat>
  <Paragraphs>419</Paragraphs>
  <Slides>34</Slides>
  <Notes>3</Notes>
  <HiddenSlides>0</HiddenSlides>
  <MMClips>0</MMClips>
  <ScaleCrop>false</ScaleCrop>
  <HeadingPairs>
    <vt:vector size="6" baseType="variant">
      <vt:variant>
        <vt:lpstr>已用的字体</vt:lpstr>
      </vt:variant>
      <vt:variant>
        <vt:i4>10</vt:i4>
      </vt:variant>
      <vt:variant>
        <vt:lpstr>主题</vt:lpstr>
      </vt:variant>
      <vt:variant>
        <vt:i4>5</vt:i4>
      </vt:variant>
      <vt:variant>
        <vt:lpstr>幻灯片标题</vt:lpstr>
      </vt:variant>
      <vt:variant>
        <vt:i4>34</vt:i4>
      </vt:variant>
    </vt:vector>
  </HeadingPairs>
  <TitlesOfParts>
    <vt:vector size="49" baseType="lpstr">
      <vt:lpstr>Arial</vt:lpstr>
      <vt:lpstr>宋体</vt:lpstr>
      <vt:lpstr>Wingdings</vt:lpstr>
      <vt:lpstr>Beijing</vt:lpstr>
      <vt:lpstr>黑体</vt:lpstr>
      <vt:lpstr>Times New Roman</vt:lpstr>
      <vt:lpstr>Verdana</vt:lpstr>
      <vt:lpstr>Arial Black</vt:lpstr>
      <vt:lpstr>微软雅黑</vt:lpstr>
      <vt:lpstr>Arial Unicode MS</vt:lpstr>
      <vt:lpstr>中文授课手册正文模板20071113</vt:lpstr>
      <vt:lpstr>自定义设计方案</vt:lpstr>
      <vt:lpstr>1_自定义设计方案</vt:lpstr>
      <vt:lpstr>1_中文授课手册正文模板20071113</vt:lpstr>
      <vt:lpstr>Profile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ZTE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shihao</dc:creator>
  <cp:lastModifiedBy>JackyHappy</cp:lastModifiedBy>
  <cp:revision>235</cp:revision>
  <dcterms:created xsi:type="dcterms:W3CDTF">2002-05-23T02:41:34Z</dcterms:created>
  <dcterms:modified xsi:type="dcterms:W3CDTF">2026-04-26T14:16:42Z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2A46687D4F0046F4A27C3E4686DCDD5D_13</vt:lpwstr>
  </property>
</Properties>
</file>