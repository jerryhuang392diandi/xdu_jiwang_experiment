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10"/>
  </p:notesMasterIdLst>
  <p:sldIdLst>
    <p:sldId id="277" r:id="rId6"/>
    <p:sldId id="345" r:id="rId7"/>
    <p:sldId id="346" r:id="rId8"/>
    <p:sldId id="357" r:id="rId9"/>
    <p:sldId id="344" r:id="rId11"/>
    <p:sldId id="281" r:id="rId12"/>
    <p:sldId id="282" r:id="rId13"/>
    <p:sldId id="283" r:id="rId14"/>
    <p:sldId id="286" r:id="rId15"/>
    <p:sldId id="288" r:id="rId16"/>
    <p:sldId id="299" r:id="rId17"/>
    <p:sldId id="300" r:id="rId18"/>
    <p:sldId id="301" r:id="rId19"/>
    <p:sldId id="302" r:id="rId20"/>
    <p:sldId id="353" r:id="rId21"/>
    <p:sldId id="354" r:id="rId22"/>
    <p:sldId id="304" r:id="rId23"/>
    <p:sldId id="305" r:id="rId24"/>
    <p:sldId id="306" r:id="rId25"/>
    <p:sldId id="307" r:id="rId26"/>
    <p:sldId id="308" r:id="rId27"/>
    <p:sldId id="310" r:id="rId28"/>
    <p:sldId id="311" r:id="rId29"/>
    <p:sldId id="312" r:id="rId30"/>
    <p:sldId id="314" r:id="rId31"/>
    <p:sldId id="381" r:id="rId32"/>
    <p:sldId id="382" r:id="rId33"/>
    <p:sldId id="380" r:id="rId34"/>
    <p:sldId id="385" r:id="rId35"/>
    <p:sldId id="386" r:id="rId36"/>
    <p:sldId id="317" r:id="rId37"/>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3333FF"/>
    <a:srgbClr val="FFA8A0"/>
    <a:srgbClr val="FF0000"/>
    <a:srgbClr val="333399"/>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0" Type="http://schemas.openxmlformats.org/officeDocument/2006/relationships/tableStyles" Target="tableStyles.xml"/><Relationship Id="rId4" Type="http://schemas.openxmlformats.org/officeDocument/2006/relationships/slideMaster" Target="slideMasters/slideMaster3.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170" name="页眉占位符 7169"/>
          <p:cNvSpPr>
            <a:spLocks noGrp="1"/>
          </p:cNvSpPr>
          <p:nvPr>
            <p:ph type="hdr" sz="quarter"/>
          </p:nvPr>
        </p:nvSpPr>
        <p:spPr>
          <a:xfrm>
            <a:off x="0" y="0"/>
            <a:ext cx="2971800" cy="457200"/>
          </a:xfrm>
          <a:prstGeom prst="rect">
            <a:avLst/>
          </a:prstGeom>
          <a:noFill/>
          <a:ln w="9525">
            <a:noFill/>
          </a:ln>
        </p:spPr>
        <p:txBody>
          <a:bodyPr/>
          <a:p>
            <a:pPr lvl="0" fontAlgn="base"/>
            <a:endParaRPr lang="zh-CN" altLang="en-US" sz="1200" strike="noStrike" noProof="1"/>
          </a:p>
        </p:txBody>
      </p:sp>
      <p:sp>
        <p:nvSpPr>
          <p:cNvPr id="7171" name="日期占位符 7170"/>
          <p:cNvSpPr>
            <a:spLocks noGrp="1"/>
          </p:cNvSpPr>
          <p:nvPr>
            <p:ph type="dt" idx="1"/>
          </p:nvPr>
        </p:nvSpPr>
        <p:spPr>
          <a:xfrm>
            <a:off x="3886200" y="0"/>
            <a:ext cx="2971800" cy="457200"/>
          </a:xfrm>
          <a:prstGeom prst="rect">
            <a:avLst/>
          </a:prstGeom>
          <a:noFill/>
          <a:ln w="9525">
            <a:noFill/>
          </a:ln>
        </p:spPr>
        <p:txBody>
          <a:bodyPr/>
          <a:p>
            <a:pPr lvl="0" algn="r" fontAlgn="base"/>
            <a:endParaRPr lang="zh-CN" altLang="en-US" sz="1200" strike="noStrike" noProof="1"/>
          </a:p>
        </p:txBody>
      </p:sp>
      <p:sp>
        <p:nvSpPr>
          <p:cNvPr id="7172" name="幻灯片图像占位符 7171"/>
          <p:cNvSpPr>
            <a:spLocks noGrp="1"/>
          </p:cNvSpPr>
          <p:nvPr>
            <p:ph type="sldImg"/>
          </p:nvPr>
        </p:nvSpPr>
        <p:spPr>
          <a:xfrm>
            <a:off x="1143000" y="685800"/>
            <a:ext cx="4572000" cy="3429000"/>
          </a:xfrm>
          <a:prstGeom prst="rect">
            <a:avLst/>
          </a:prstGeom>
          <a:noFill/>
          <a:ln w="9525">
            <a:noFill/>
          </a:ln>
        </p:spPr>
      </p:sp>
      <p:sp>
        <p:nvSpPr>
          <p:cNvPr id="7173" name="文本占位符 7172"/>
          <p:cNvSpPr>
            <a:spLocks noGrp="1"/>
          </p:cNvSpPr>
          <p:nvPr>
            <p:ph type="body" sz="quarter"/>
          </p:nvPr>
        </p:nvSpPr>
        <p:spPr>
          <a:xfrm>
            <a:off x="914400" y="4343400"/>
            <a:ext cx="5029200" cy="4114800"/>
          </a:xfrm>
          <a:prstGeom prst="rect">
            <a:avLst/>
          </a:prstGeom>
          <a:noFill/>
          <a:ln w="9525">
            <a:noFill/>
          </a:ln>
        </p:spPr>
        <p:txBody>
          <a:bodyPr anchor="ctr"/>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7174" name="页脚占位符 7173"/>
          <p:cNvSpPr>
            <a:spLocks noGrp="1"/>
          </p:cNvSpPr>
          <p:nvPr>
            <p:ph type="ftr" sz="quarter" idx="4"/>
          </p:nvPr>
        </p:nvSpPr>
        <p:spPr>
          <a:xfrm>
            <a:off x="0" y="8686800"/>
            <a:ext cx="2971800" cy="457200"/>
          </a:xfrm>
          <a:prstGeom prst="rect">
            <a:avLst/>
          </a:prstGeom>
          <a:noFill/>
          <a:ln w="9525">
            <a:noFill/>
          </a:ln>
        </p:spPr>
        <p:txBody>
          <a:bodyPr anchor="b"/>
          <a:p>
            <a:pPr lvl="0" fontAlgn="base"/>
            <a:endParaRPr lang="zh-CN" altLang="en-US" sz="1200" strike="noStrike" noProof="1"/>
          </a:p>
        </p:txBody>
      </p:sp>
      <p:sp>
        <p:nvSpPr>
          <p:cNvPr id="7175" name="灯片编号占位符 7174"/>
          <p:cNvSpPr>
            <a:spLocks noGrp="1"/>
          </p:cNvSpPr>
          <p:nvPr>
            <p:ph type="sldNum" sz="quarter" idx="5"/>
          </p:nvPr>
        </p:nvSpPr>
        <p:spPr>
          <a:xfrm>
            <a:off x="3886200" y="8686800"/>
            <a:ext cx="2971800" cy="457200"/>
          </a:xfrm>
          <a:prstGeom prst="rect">
            <a:avLst/>
          </a:prstGeom>
          <a:noFill/>
          <a:ln w="9525">
            <a:noFill/>
          </a:ln>
        </p:spPr>
        <p:txBody>
          <a:bodyPr anchor="b"/>
          <a:p>
            <a:pPr lvl="0" algn="r" fontAlgn="base"/>
            <a:fld id="{9A0DB2DC-4C9A-4742-B13C-FB6460FD3503}" type="slidenum">
              <a:rPr lang="zh-CN" altLang="en-US" sz="1200" strike="noStrike" noProof="1">
                <a:latin typeface="Arial" panose="020B0604020202020204" pitchFamily="34" charset="0"/>
                <a:ea typeface="宋体" panose="02010600030101010101" pitchFamily="2" charset="-122"/>
                <a:cs typeface="+mn-cs"/>
              </a:rPr>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u="none" kern="1200" baseline="0">
        <a:solidFill>
          <a:schemeClr val="tx1"/>
        </a:solidFill>
        <a:latin typeface="Times New Roman" panose="02020603050405020304" pitchFamily="2"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u="none" kern="1200" baseline="0">
        <a:solidFill>
          <a:schemeClr val="tx1"/>
        </a:solidFill>
        <a:latin typeface="Times New Roman" panose="02020603050405020304" pitchFamily="2"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u="none" kern="1200" baseline="0">
        <a:solidFill>
          <a:schemeClr val="tx1"/>
        </a:solidFill>
        <a:latin typeface="Times New Roman" panose="02020603050405020304" pitchFamily="2"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u="none" kern="1200" baseline="0">
        <a:solidFill>
          <a:schemeClr val="tx1"/>
        </a:solidFill>
        <a:latin typeface="Times New Roman" panose="02020603050405020304" pitchFamily="2"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u="none" kern="1200" baseline="0">
        <a:solidFill>
          <a:schemeClr val="tx1"/>
        </a:solidFill>
        <a:latin typeface="Times New Roman" panose="02020603050405020304" pitchFamily="2"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u="none" kern="1200" baseline="0">
        <a:solidFill>
          <a:schemeClr val="tx1"/>
        </a:solidFill>
        <a:latin typeface="Times New Roman" panose="02020603050405020304" pitchFamily="2"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u="none" kern="1200" baseline="0">
        <a:solidFill>
          <a:schemeClr val="tx1"/>
        </a:solidFill>
        <a:latin typeface="Times New Roman" panose="02020603050405020304" pitchFamily="2"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u="none" kern="1200" baseline="0">
        <a:solidFill>
          <a:schemeClr val="tx1"/>
        </a:solidFill>
        <a:latin typeface="Times New Roman" panose="02020603050405020304" pitchFamily="2"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2290" name="幻灯片图像占位符 12289"/>
          <p:cNvSpPr>
            <a:spLocks noGrp="1" noTextEdit="1"/>
          </p:cNvSpPr>
          <p:nvPr>
            <p:ph type="sldImg"/>
          </p:nvPr>
        </p:nvSpPr>
        <p:spPr/>
      </p:sp>
      <p:sp>
        <p:nvSpPr>
          <p:cNvPr id="12291" name="文本占位符 12290"/>
          <p:cNvSpPr>
            <a:spLocks noGrp="1"/>
          </p:cNvSpPr>
          <p:nvPr>
            <p:ph type="body"/>
          </p:nvPr>
        </p:nvSpPr>
        <p:spPr/>
        <p:txBody>
          <a:bodyPr anchor="ctr"/>
          <a:p>
            <a:pPr lvl="0">
              <a:lnSpc>
                <a:spcPct val="130000"/>
              </a:lnSpc>
              <a:spcBef>
                <a:spcPct val="20000"/>
              </a:spcBef>
              <a:buClr>
                <a:srgbClr val="3333CC"/>
              </a:buClr>
              <a:buFont typeface="Wingdings" panose="05000000000000000000" pitchFamily="2" charset="2"/>
              <a:buChar char="Ø"/>
            </a:pPr>
            <a:r>
              <a:rPr lang="zh-CN" altLang="en-US" sz="2000">
                <a:latin typeface="宋体" panose="02010600030101010101" pitchFamily="2" charset="-122"/>
              </a:rPr>
              <a:t>动态路由协议通过路由信息的交换生成并维护转发引擎需要的路由表。</a:t>
            </a:r>
            <a:endParaRPr lang="zh-CN" altLang="en-US" sz="2000">
              <a:latin typeface="宋体" panose="02010600030101010101" pitchFamily="2" charset="-122"/>
            </a:endParaRPr>
          </a:p>
          <a:p>
            <a:pPr lvl="0">
              <a:lnSpc>
                <a:spcPct val="130000"/>
              </a:lnSpc>
              <a:spcBef>
                <a:spcPct val="20000"/>
              </a:spcBef>
              <a:buClr>
                <a:srgbClr val="3333CC"/>
              </a:buClr>
              <a:buFont typeface="Wingdings" panose="05000000000000000000" pitchFamily="2" charset="2"/>
              <a:buChar char="Ø"/>
            </a:pPr>
            <a:r>
              <a:rPr lang="zh-CN" altLang="en-US" sz="2000">
                <a:latin typeface="宋体" panose="02010600030101010101" pitchFamily="2" charset="-122"/>
              </a:rPr>
              <a:t>网络拓扑结构改变时自动更新路由表，并负责决定数据传输最佳路径</a:t>
            </a:r>
            <a:r>
              <a:rPr lang="zh-CN" altLang="en-US" sz="2800">
                <a:latin typeface="宋体" panose="02010600030101010101" pitchFamily="2" charset="-122"/>
              </a:rPr>
              <a:t>。</a:t>
            </a:r>
            <a:endParaRPr lang="zh-CN" altLang="en-US" sz="2800">
              <a:latin typeface="宋体" panose="02010600030101010101" pitchFamily="2" charset="-122"/>
            </a:endParaRPr>
          </a:p>
          <a:p>
            <a:pPr lvl="0">
              <a:lnSpc>
                <a:spcPct val="130000"/>
              </a:lnSpc>
              <a:spcBef>
                <a:spcPct val="20000"/>
              </a:spcBef>
              <a:buClr>
                <a:srgbClr val="3333CC"/>
              </a:buClr>
              <a:buFont typeface="Wingdings" panose="05000000000000000000" pitchFamily="2" charset="2"/>
            </a:pPr>
            <a:r>
              <a:rPr lang="zh-CN" altLang="en-US" sz="1800">
                <a:latin typeface="黑体" panose="02010609060101010101" pitchFamily="2" charset="-122"/>
                <a:ea typeface="黑体" panose="02010609060101010101" pitchFamily="2" charset="-122"/>
              </a:rPr>
              <a:t> </a:t>
            </a:r>
            <a:endParaRPr lang="zh-CN" altLang="en-US" sz="1800">
              <a:latin typeface="黑体" panose="02010609060101010101" pitchFamily="2" charset="-122"/>
              <a:ea typeface="黑体" panose="02010609060101010101" pitchFamily="2" charset="-122"/>
            </a:endParaRPr>
          </a:p>
          <a:p>
            <a:pPr lvl="0">
              <a:lnSpc>
                <a:spcPct val="130000"/>
              </a:lnSpc>
              <a:spcBef>
                <a:spcPct val="20000"/>
              </a:spcBef>
              <a:buClr>
                <a:srgbClr val="3333CC"/>
              </a:buClr>
              <a:buFont typeface="Wingdings" panose="05000000000000000000" pitchFamily="2" charset="2"/>
            </a:pPr>
            <a:r>
              <a:rPr lang="zh-CN" altLang="en-US" sz="1800">
                <a:solidFill>
                  <a:schemeClr val="accent2"/>
                </a:solidFill>
                <a:latin typeface="黑体" panose="02010609060101010101" pitchFamily="2" charset="-122"/>
                <a:ea typeface="黑体" panose="02010609060101010101" pitchFamily="2" charset="-122"/>
              </a:rPr>
              <a:t>动态路由协议的优点是可以自动适应网络状态的变化，自动维护路由信息而不用网络管理员的参与。其缺为由于需要相互交换路由信息，需要占用网络带宽，并且要占用系统资源。另外安全性也不如使用静态路由。</a:t>
            </a:r>
            <a:endParaRPr lang="zh-CN" altLang="en-US" sz="1800">
              <a:solidFill>
                <a:schemeClr val="accent2"/>
              </a:solidFill>
              <a:latin typeface="黑体" panose="02010609060101010101" pitchFamily="2" charset="-122"/>
              <a:ea typeface="黑体" panose="02010609060101010101" pitchFamily="2" charset="-122"/>
            </a:endParaRPr>
          </a:p>
          <a:p>
            <a:pPr lvl="0">
              <a:lnSpc>
                <a:spcPct val="130000"/>
              </a:lnSpc>
              <a:spcBef>
                <a:spcPct val="20000"/>
              </a:spcBef>
              <a:buClr>
                <a:srgbClr val="3333CC"/>
              </a:buClr>
              <a:buFont typeface="Wingdings" panose="05000000000000000000" pitchFamily="2" charset="2"/>
            </a:pPr>
            <a:r>
              <a:rPr lang="zh-CN" altLang="en-US" sz="1600">
                <a:latin typeface="黑体" panose="02010609060101010101" pitchFamily="2" charset="-122"/>
                <a:ea typeface="黑体" panose="02010609060101010101" pitchFamily="2" charset="-122"/>
              </a:rPr>
              <a:t>在有冗余连接的复杂网络环境中，适合采用动态路由协议。</a:t>
            </a:r>
            <a:endParaRPr lang="zh-CN" altLang="en-US" sz="1600">
              <a:latin typeface="黑体" panose="02010609060101010101" pitchFamily="2" charset="-122"/>
              <a:ea typeface="黑体" panose="02010609060101010101" pitchFamily="2" charset="-122"/>
            </a:endParaRPr>
          </a:p>
          <a:p>
            <a:pPr lvl="0">
              <a:lnSpc>
                <a:spcPct val="130000"/>
              </a:lnSpc>
              <a:spcBef>
                <a:spcPct val="20000"/>
              </a:spcBef>
              <a:buClr>
                <a:srgbClr val="3333CC"/>
              </a:buClr>
              <a:buFont typeface="Wingdings" panose="05000000000000000000" pitchFamily="2" charset="2"/>
            </a:pPr>
            <a:r>
              <a:rPr lang="zh-CN" altLang="en-US" sz="1600">
                <a:latin typeface="黑体" panose="02010609060101010101" pitchFamily="2" charset="-122"/>
                <a:ea typeface="黑体" panose="02010609060101010101" pitchFamily="2" charset="-122"/>
              </a:rPr>
              <a:t>目的网络是否可达取决于网络状态</a:t>
            </a:r>
            <a:endParaRPr lang="zh-CN" altLang="en-US" sz="1800">
              <a:latin typeface="黑体" panose="02010609060101010101" pitchFamily="2" charset="-122"/>
              <a:ea typeface="黑体" panose="02010609060101010101" pitchFamily="2" charset="-122"/>
            </a:endParaRPr>
          </a:p>
          <a:p>
            <a:pPr lvl="0"/>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4338" name="幻灯片图像占位符 14337"/>
          <p:cNvSpPr>
            <a:spLocks noGrp="1" noTextEdit="1"/>
          </p:cNvSpPr>
          <p:nvPr>
            <p:ph type="sldImg"/>
          </p:nvPr>
        </p:nvSpPr>
        <p:spPr/>
      </p:sp>
      <p:sp>
        <p:nvSpPr>
          <p:cNvPr id="14339" name="文本占位符 14338"/>
          <p:cNvSpPr>
            <a:spLocks noGrp="1"/>
          </p:cNvSpPr>
          <p:nvPr>
            <p:ph type="body"/>
          </p:nvPr>
        </p:nvSpPr>
        <p:spPr/>
        <p:txBody>
          <a:bodyPr anchor="ctr"/>
          <a:p>
            <a:pPr lvl="0"/>
            <a:r>
              <a:rPr lang="zh-CN" altLang="en-US"/>
              <a:t>前面提到，路由器之间的路由信息交换是基于路由协议实现的。交换路由信息的最终目的在于形成路由转发表，进而通过此表找到一条数据交换的“最佳”路径。每一种路由算法都有其衡量“最佳”的一套原则。大多数算法使用一个量化的参数来衡量路径的优劣，一般说来，参数值越小，路径越好。该参数可以通过路径的某一特性进行计算，也可以在综合多个特性的基础上进行计算，几个比较常用的特征是： </a:t>
            </a:r>
            <a:endParaRPr lang="zh-CN" altLang="en-US"/>
          </a:p>
          <a:p>
            <a:pPr lvl="0"/>
            <a:r>
              <a:rPr lang="en-US" altLang="zh-CN"/>
              <a:t>n	</a:t>
            </a:r>
            <a:r>
              <a:rPr lang="zh-CN" altLang="en-US"/>
              <a:t>路径所包含的路由器结点数（</a:t>
            </a:r>
            <a:r>
              <a:rPr lang="en-US" altLang="zh-CN"/>
              <a:t>hop count</a:t>
            </a:r>
            <a:r>
              <a:rPr lang="zh-CN" altLang="en-US"/>
              <a:t>） </a:t>
            </a:r>
            <a:endParaRPr lang="zh-CN" altLang="en-US"/>
          </a:p>
          <a:p>
            <a:pPr lvl="0"/>
            <a:r>
              <a:rPr lang="en-US" altLang="zh-CN"/>
              <a:t>n	</a:t>
            </a:r>
            <a:r>
              <a:rPr lang="zh-CN" altLang="en-US"/>
              <a:t>网络传输费用（</a:t>
            </a:r>
            <a:r>
              <a:rPr lang="en-US" altLang="zh-CN"/>
              <a:t>cost</a:t>
            </a:r>
            <a:r>
              <a:rPr lang="zh-CN" altLang="en-US"/>
              <a:t>） </a:t>
            </a:r>
            <a:endParaRPr lang="zh-CN" altLang="en-US"/>
          </a:p>
          <a:p>
            <a:pPr lvl="0"/>
            <a:r>
              <a:rPr lang="en-US" altLang="zh-CN"/>
              <a:t>n	</a:t>
            </a:r>
            <a:r>
              <a:rPr lang="zh-CN" altLang="en-US"/>
              <a:t>带宽（</a:t>
            </a:r>
            <a:r>
              <a:rPr lang="en-US" altLang="zh-CN"/>
              <a:t>bandwidth</a:t>
            </a:r>
            <a:r>
              <a:rPr lang="zh-CN" altLang="en-US"/>
              <a:t>） </a:t>
            </a:r>
            <a:endParaRPr lang="zh-CN" altLang="en-US"/>
          </a:p>
          <a:p>
            <a:pPr lvl="0"/>
            <a:r>
              <a:rPr lang="en-US" altLang="zh-CN"/>
              <a:t>n	</a:t>
            </a:r>
            <a:r>
              <a:rPr lang="zh-CN" altLang="en-US"/>
              <a:t>延迟（</a:t>
            </a:r>
            <a:r>
              <a:rPr lang="en-US" altLang="zh-CN"/>
              <a:t>delay</a:t>
            </a:r>
            <a:r>
              <a:rPr lang="zh-CN" altLang="en-US"/>
              <a:t>） </a:t>
            </a:r>
            <a:endParaRPr lang="zh-CN" altLang="en-US"/>
          </a:p>
          <a:p>
            <a:pPr lvl="0"/>
            <a:r>
              <a:rPr lang="en-US" altLang="zh-CN"/>
              <a:t>n	</a:t>
            </a:r>
            <a:r>
              <a:rPr lang="zh-CN" altLang="en-US"/>
              <a:t>负载（</a:t>
            </a:r>
            <a:r>
              <a:rPr lang="en-US" altLang="zh-CN"/>
              <a:t>load</a:t>
            </a:r>
            <a:r>
              <a:rPr lang="zh-CN" altLang="en-US"/>
              <a:t>） </a:t>
            </a:r>
            <a:endParaRPr lang="zh-CN" altLang="en-US"/>
          </a:p>
          <a:p>
            <a:pPr lvl="0"/>
            <a:r>
              <a:rPr lang="en-US" altLang="zh-CN"/>
              <a:t>n	</a:t>
            </a:r>
            <a:r>
              <a:rPr lang="zh-CN" altLang="en-US"/>
              <a:t>可靠性（</a:t>
            </a:r>
            <a:r>
              <a:rPr lang="en-US" altLang="zh-CN"/>
              <a:t>reliability</a:t>
            </a:r>
            <a:r>
              <a:rPr lang="zh-CN" altLang="en-US"/>
              <a:t>） </a:t>
            </a:r>
            <a:endParaRPr lang="zh-CN" altLang="en-US"/>
          </a:p>
          <a:p>
            <a:pPr lvl="0"/>
            <a:r>
              <a:rPr lang="en-US" altLang="zh-CN"/>
              <a:t>n	</a:t>
            </a:r>
            <a:r>
              <a:rPr lang="zh-CN" altLang="en-US"/>
              <a:t>最大传输单元</a:t>
            </a:r>
            <a:r>
              <a:rPr lang="en-US" altLang="zh-CN"/>
              <a:t>MTU</a:t>
            </a:r>
            <a:r>
              <a:rPr lang="zh-CN" altLang="en-US"/>
              <a:t>（</a:t>
            </a:r>
            <a:r>
              <a:rPr lang="en-US" altLang="zh-CN"/>
              <a:t>maximum transmission unit</a:t>
            </a:r>
            <a:r>
              <a:rPr lang="zh-CN" altLang="en-US"/>
              <a:t>） </a:t>
            </a:r>
            <a:endParaRPr lang="zh-CN" altLang="en-US"/>
          </a:p>
          <a:p>
            <a:pPr lvl="0"/>
            <a:r>
              <a:rPr lang="zh-CN" altLang="en-US"/>
              <a:t>依据路由器间交换路由信息的内容及路由算法，将路由协议分为：距离</a:t>
            </a:r>
            <a:r>
              <a:rPr lang="en-US" altLang="zh-CN"/>
              <a:t>-</a:t>
            </a:r>
            <a:r>
              <a:rPr lang="zh-CN" altLang="en-US"/>
              <a:t>矢量路由协议和链路状态路由协议。</a:t>
            </a:r>
            <a:endParaRPr lang="zh-CN" altLang="en-US"/>
          </a:p>
          <a:p>
            <a:pPr lvl="0"/>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6386" name="幻灯片图像占位符 16385"/>
          <p:cNvSpPr>
            <a:spLocks noGrp="1" noTextEdit="1"/>
          </p:cNvSpPr>
          <p:nvPr>
            <p:ph type="sldImg"/>
          </p:nvPr>
        </p:nvSpPr>
        <p:spPr/>
      </p:sp>
      <p:sp>
        <p:nvSpPr>
          <p:cNvPr id="16387" name="文本占位符 16386"/>
          <p:cNvSpPr>
            <a:spLocks noGrp="1"/>
          </p:cNvSpPr>
          <p:nvPr>
            <p:ph type="body"/>
          </p:nvPr>
        </p:nvSpPr>
        <p:spPr/>
        <p:txBody>
          <a:bodyPr anchor="ctr"/>
          <a:p>
            <a:pPr lvl="0"/>
            <a:r>
              <a:rPr lang="zh-CN" altLang="en-US"/>
              <a:t>基于距离－矢量的路由算法具有这样的特点：</a:t>
            </a:r>
            <a:endParaRPr lang="zh-CN" altLang="en-US"/>
          </a:p>
          <a:p>
            <a:pPr lvl="0">
              <a:buChar char="•"/>
            </a:pPr>
            <a:r>
              <a:rPr lang="zh-CN" altLang="en-US"/>
              <a:t>路由器之间周期性的交换路由表</a:t>
            </a:r>
            <a:endParaRPr lang="zh-CN" altLang="en-US"/>
          </a:p>
          <a:p>
            <a:pPr lvl="0">
              <a:buChar char="•"/>
            </a:pPr>
            <a:r>
              <a:rPr lang="zh-CN" altLang="en-US"/>
              <a:t>交换的是整张路由表的内容</a:t>
            </a:r>
            <a:endParaRPr lang="zh-CN" altLang="en-US"/>
          </a:p>
          <a:p>
            <a:pPr lvl="0">
              <a:buChar char="•"/>
            </a:pPr>
            <a:r>
              <a:rPr lang="zh-CN" altLang="en-US"/>
              <a:t>每个路由器和它直连的邻居之间交换内容</a:t>
            </a:r>
            <a:endParaRPr lang="zh-CN" altLang="en-US"/>
          </a:p>
          <a:p>
            <a:pPr lvl="0">
              <a:buChar char="•"/>
            </a:pPr>
            <a:r>
              <a:rPr lang="zh-CN" altLang="en-US"/>
              <a:t>网络拓扑发生了变化之后，路由器之间会通过定期交换更新包来获得网络的变化信息。</a:t>
            </a:r>
            <a:endParaRPr lang="zh-CN" altLang="en-US"/>
          </a:p>
          <a:p>
            <a:pPr lvl="0"/>
            <a:endParaRPr lang="zh-CN" altLang="en-US"/>
          </a:p>
          <a:p>
            <a:pPr lvl="0"/>
            <a:r>
              <a:rPr lang="zh-CN" altLang="en-US"/>
              <a:t>以上图为例，</a:t>
            </a:r>
            <a:r>
              <a:rPr lang="en-US" altLang="zh-CN"/>
              <a:t>router B </a:t>
            </a:r>
            <a:r>
              <a:rPr lang="zh-CN" altLang="en-US"/>
              <a:t>从 </a:t>
            </a:r>
            <a:r>
              <a:rPr lang="en-US" altLang="zh-CN"/>
              <a:t>router A </a:t>
            </a:r>
            <a:r>
              <a:rPr lang="zh-CN" altLang="en-US"/>
              <a:t>收到信息，在加上距离矢量</a:t>
            </a:r>
            <a:r>
              <a:rPr lang="en-US" altLang="zh-CN"/>
              <a:t>metric</a:t>
            </a:r>
            <a:r>
              <a:rPr lang="zh-CN" altLang="en-US"/>
              <a:t>之后，把自己的路由表发送给 </a:t>
            </a:r>
            <a:r>
              <a:rPr lang="en-US" altLang="zh-CN"/>
              <a:t>router C</a:t>
            </a:r>
            <a:r>
              <a:rPr lang="zh-CN" altLang="en-US"/>
              <a:t>。</a:t>
            </a:r>
            <a:r>
              <a:rPr lang="zh-CN" altLang="en-US"/>
              <a:t>就这样一步一步，把路由信息传播出去。</a:t>
            </a:r>
            <a:endParaRPr lang="zh-CN" altLang="en-US"/>
          </a:p>
          <a:p>
            <a:pPr lvl="0"/>
            <a:r>
              <a:rPr lang="zh-CN" altLang="en-US"/>
              <a:t>通过这种方式，该算法行程了自己的路由信息数据库。但是，距离－矢量算法没有办法让路由器对网络的拓扑结构有更深刻的了解。</a:t>
            </a:r>
            <a:endParaRPr lang="zh-CN" altLang="en-US"/>
          </a:p>
          <a:p>
            <a:pPr lvl="0"/>
            <a:endParaRPr lang="zh-CN" altLang="en-US"/>
          </a:p>
          <a:p>
            <a:pPr lvl="0"/>
            <a:endParaRPr lang="zh-CN" altLang="en-US"/>
          </a:p>
          <a:p>
            <a:pPr lvl="0"/>
            <a:r>
              <a:rPr lang="zh-CN" altLang="en-US"/>
              <a:t>距离</a:t>
            </a:r>
            <a:r>
              <a:rPr lang="en-US" altLang="zh-CN"/>
              <a:t>-</a:t>
            </a:r>
            <a:r>
              <a:rPr lang="zh-CN" altLang="en-US"/>
              <a:t>矢量路由协议的缺陷：</a:t>
            </a:r>
            <a:endParaRPr lang="zh-CN" altLang="en-US"/>
          </a:p>
          <a:p>
            <a:pPr lvl="0"/>
            <a:r>
              <a:rPr lang="en-US" altLang="zh-CN"/>
              <a:t>l	</a:t>
            </a:r>
            <a:r>
              <a:rPr lang="zh-CN" altLang="en-US"/>
              <a:t>一是</a:t>
            </a:r>
            <a:r>
              <a:rPr lang="en-US" altLang="zh-CN"/>
              <a:t>metric</a:t>
            </a:r>
            <a:r>
              <a:rPr lang="zh-CN" altLang="en-US"/>
              <a:t>的可信度。因为距离仅仅表示的是跳数，对路由器之间的链路的带宽，延迟等无考虑。这会导致数据包传送会走在一个看起来跳数是小，但实际带宽窄和延时大的链路上。</a:t>
            </a:r>
            <a:endParaRPr lang="zh-CN" altLang="en-US"/>
          </a:p>
          <a:p>
            <a:pPr lvl="0"/>
            <a:r>
              <a:rPr lang="en-US" altLang="zh-CN"/>
              <a:t>l	</a:t>
            </a:r>
            <a:r>
              <a:rPr lang="zh-CN" altLang="en-US"/>
              <a:t>二是交换路由信息的方式，即路由器交换它们可以通过定期广播整个路由表所能到达的适用网络号码。在稍大一点的网络中，路由器之间交换的路由表会很大，而且很难维护，导致收敛很缓慢。</a:t>
            </a:r>
            <a:endParaRPr lang="zh-CN" altLang="en-US"/>
          </a:p>
          <a:p>
            <a:pPr lvl="0"/>
            <a:r>
              <a:rPr lang="en-US" altLang="zh-CN"/>
              <a:t>l	</a:t>
            </a:r>
            <a:r>
              <a:rPr lang="zh-CN" altLang="en-US"/>
              <a:t>三是不支持可变长度子网掩码或</a:t>
            </a:r>
            <a:r>
              <a:rPr lang="en-US" altLang="zh-CN"/>
              <a:t>CIDR</a:t>
            </a:r>
            <a:r>
              <a:rPr lang="zh-CN" altLang="en-US"/>
              <a:t>，</a:t>
            </a:r>
            <a:r>
              <a:rPr lang="zh-CN" altLang="en-US"/>
              <a:t>就是说距离矢量网络是平面的，它们缺少层次，亦即缺少聚合。但</a:t>
            </a:r>
            <a:r>
              <a:rPr lang="en-US" altLang="zh-CN"/>
              <a:t>RIPV2</a:t>
            </a:r>
            <a:r>
              <a:rPr lang="zh-CN" altLang="en-US"/>
              <a:t>已经克服了此缺陷。</a:t>
            </a:r>
            <a:endParaRPr lang="zh-CN" altLang="en-US"/>
          </a:p>
          <a:p>
            <a:pPr lvl="0"/>
            <a:endParaRPr lang="zh-CN" altLang="en-US"/>
          </a:p>
          <a:p>
            <a:pPr lvl="0"/>
            <a:endParaRPr lang="zh-CN" altLang="en-US"/>
          </a:p>
          <a:p>
            <a:pPr lvl="0"/>
            <a:r>
              <a:rPr lang="zh-CN" altLang="en-US"/>
              <a:t>距离－矢量路由协议包括：</a:t>
            </a:r>
            <a:endParaRPr lang="zh-CN" altLang="en-US"/>
          </a:p>
          <a:p>
            <a:pPr lvl="0"/>
            <a:r>
              <a:rPr lang="en-US" altLang="zh-CN"/>
              <a:t>RIP</a:t>
            </a:r>
            <a:endParaRPr lang="en-US" altLang="zh-CN"/>
          </a:p>
          <a:p>
            <a:pPr lvl="0"/>
            <a:r>
              <a:rPr lang="en-US" altLang="zh-CN"/>
              <a:t>IGRP(cisco</a:t>
            </a:r>
            <a:r>
              <a:rPr lang="en-US" altLang="zh-CN"/>
              <a:t> </a:t>
            </a:r>
            <a:r>
              <a:rPr lang="zh-CN" altLang="en-US"/>
              <a:t>私有的协议</a:t>
            </a:r>
            <a:r>
              <a:rPr lang="en-US" altLang="zh-CN"/>
              <a:t>)</a:t>
            </a:r>
            <a:endParaRPr lang="en-US" altLang="zh-CN"/>
          </a:p>
          <a:p>
            <a:pPr lvl="0"/>
            <a:endParaRPr lang="en-US" altLang="zh-CN"/>
          </a:p>
          <a:p>
            <a:pPr lvl="0"/>
            <a:endParaRPr lang="en-US" altLang="zh-CN"/>
          </a:p>
          <a:p>
            <a:pPr lvl="0"/>
            <a:r>
              <a:rPr lang="zh-CN" altLang="en-US"/>
              <a:t>距离向量协议如</a:t>
            </a:r>
            <a:r>
              <a:rPr lang="en-US" altLang="zh-CN"/>
              <a:t>RIP</a:t>
            </a:r>
            <a:r>
              <a:rPr lang="zh-CN" altLang="en-US"/>
              <a:t>，</a:t>
            </a:r>
            <a:r>
              <a:rPr lang="zh-CN" altLang="en-US"/>
              <a:t>是通过跳数来计算开销，由于选路性能低效，同时跳数受到限制，最大为</a:t>
            </a:r>
            <a:r>
              <a:rPr lang="en-US" altLang="zh-CN"/>
              <a:t>15</a:t>
            </a:r>
            <a:r>
              <a:rPr lang="zh-CN" altLang="en-US"/>
              <a:t>，使之只适合应用于小型网络。</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8434" name="幻灯片图像占位符 18433"/>
          <p:cNvSpPr>
            <a:spLocks noGrp="1" noTextEdit="1"/>
          </p:cNvSpPr>
          <p:nvPr>
            <p:ph type="sldImg"/>
          </p:nvPr>
        </p:nvSpPr>
        <p:spPr/>
      </p:sp>
      <p:sp>
        <p:nvSpPr>
          <p:cNvPr id="18435" name="文本占位符 18434"/>
          <p:cNvSpPr>
            <a:spLocks noGrp="1"/>
          </p:cNvSpPr>
          <p:nvPr>
            <p:ph type="body"/>
          </p:nvPr>
        </p:nvSpPr>
        <p:spPr/>
        <p:txBody>
          <a:bodyPr anchor="ctr"/>
          <a:p>
            <a:pPr lvl="0"/>
            <a:r>
              <a:rPr lang="zh-CN" altLang="en-US"/>
              <a:t>第二种的路由算法就是链路状态算法。</a:t>
            </a:r>
            <a:endParaRPr lang="zh-CN" altLang="en-US"/>
          </a:p>
          <a:p>
            <a:pPr lvl="0"/>
            <a:r>
              <a:rPr lang="zh-CN" altLang="en-US"/>
              <a:t>基于链路状态的路由算法也叫最短路径优先（</a:t>
            </a:r>
            <a:r>
              <a:rPr lang="en-US" altLang="zh-CN"/>
              <a:t>SPF</a:t>
            </a:r>
            <a:r>
              <a:rPr lang="zh-CN" altLang="en-US"/>
              <a:t>）</a:t>
            </a:r>
            <a:r>
              <a:rPr lang="zh-CN" altLang="en-US"/>
              <a:t>算法，该算法维护着关于整个网络拓扑信息的复杂数据库。比起距离矢量路由协议来，链路状态算法能够更加全面的反应出网络的实际情况。</a:t>
            </a:r>
            <a:endParaRPr lang="zh-CN" altLang="en-US"/>
          </a:p>
          <a:p>
            <a:pPr lvl="0"/>
            <a:endParaRPr lang="zh-CN" altLang="en-US"/>
          </a:p>
          <a:p>
            <a:pPr lvl="0"/>
            <a:r>
              <a:rPr lang="zh-CN" altLang="en-US"/>
              <a:t>链路状态路由协议有</a:t>
            </a:r>
            <a:r>
              <a:rPr lang="en-US" altLang="zh-CN"/>
              <a:t>OSPF</a:t>
            </a:r>
            <a:r>
              <a:rPr lang="zh-CN" altLang="en-US"/>
              <a:t>、</a:t>
            </a:r>
            <a:r>
              <a:rPr lang="en-US" altLang="zh-CN"/>
              <a:t>IS-IS</a:t>
            </a:r>
            <a:r>
              <a:rPr lang="zh-CN" altLang="en-US"/>
              <a:t>等。链路状态路由协议工作的基础是路由器交换称为链路状态的信息元素，它带有关于链路和节点的信息。链路状态型路由协议只当网络拓扑结构发生变化时，通过交换链路状态和节点信息实现路由动态更新，这使得它能够适应更大更复杂的网络拓扑。</a:t>
            </a:r>
            <a:endParaRPr lang="zh-CN" altLang="en-US"/>
          </a:p>
          <a:p>
            <a:pPr lvl="0"/>
            <a:endParaRPr lang="zh-CN" altLang="en-US"/>
          </a:p>
          <a:p>
            <a:pPr lvl="0"/>
            <a:r>
              <a:rPr lang="zh-CN" altLang="en-US"/>
              <a:t>由于链路状态协议本身不能提供国际互联网域间选路所需的全球连通解决办法，在超大型网络中，以及在链路波动较大时，链路状态的重新传输和计算工作会非常繁重，导致路由器内存和</a:t>
            </a:r>
            <a:r>
              <a:rPr lang="en-US" altLang="zh-CN"/>
              <a:t>CPU</a:t>
            </a:r>
            <a:r>
              <a:rPr lang="zh-CN" altLang="en-US"/>
              <a:t>不堪重负，因此它仍然被限制于内部选路。</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0482" name="幻灯片图像占位符 20481"/>
          <p:cNvSpPr>
            <a:spLocks noGrp="1" noTextEdit="1"/>
          </p:cNvSpPr>
          <p:nvPr>
            <p:ph type="sldImg"/>
          </p:nvPr>
        </p:nvSpPr>
        <p:spPr/>
      </p:sp>
      <p:sp>
        <p:nvSpPr>
          <p:cNvPr id="20483" name="文本占位符 20482"/>
          <p:cNvSpPr>
            <a:spLocks noGrp="1"/>
          </p:cNvSpPr>
          <p:nvPr>
            <p:ph type="body"/>
          </p:nvPr>
        </p:nvSpPr>
        <p:spPr/>
        <p:txBody>
          <a:bodyPr anchor="ctr"/>
          <a:p>
            <a:pPr lvl="0"/>
            <a:r>
              <a:rPr lang="zh-CN" altLang="en-US"/>
              <a:t>大的</a:t>
            </a:r>
            <a:r>
              <a:rPr lang="en-US" altLang="zh-CN"/>
              <a:t>ISP</a:t>
            </a:r>
            <a:r>
              <a:rPr lang="zh-CN" altLang="en-US"/>
              <a:t>的网络可能含有上千台路由器，而小的提供商通常具有十几台路由器，每个</a:t>
            </a:r>
            <a:r>
              <a:rPr lang="en-US" altLang="zh-CN"/>
              <a:t>ISP</a:t>
            </a:r>
            <a:r>
              <a:rPr lang="zh-CN" altLang="en-US"/>
              <a:t>管理自己的内部网络，一般称为一个管理域。它和其他</a:t>
            </a:r>
            <a:r>
              <a:rPr lang="en-US" altLang="zh-CN"/>
              <a:t>ISP</a:t>
            </a:r>
            <a:r>
              <a:rPr lang="zh-CN" altLang="en-US"/>
              <a:t>的连通称为域间连接。这样</a:t>
            </a:r>
            <a:r>
              <a:rPr lang="en-US" altLang="zh-CN"/>
              <a:t>Internet</a:t>
            </a:r>
            <a:r>
              <a:rPr lang="zh-CN" altLang="en-US"/>
              <a:t>又可以讲是由一个个域互连而成。由于将网络分割为逻辑组（自治域），则产生了相应的两种路由协议（如图所示）：</a:t>
            </a:r>
            <a:endParaRPr lang="zh-CN" altLang="en-US"/>
          </a:p>
          <a:p>
            <a:pPr lvl="0"/>
            <a:r>
              <a:rPr lang="en-US" altLang="zh-CN"/>
              <a:t>n	</a:t>
            </a:r>
            <a:r>
              <a:rPr lang="zh-CN" altLang="en-US"/>
              <a:t>负责一个路由域（在一个管理域内运行同一种路由协议的域称为一个路由域）内路由的路由协议，称为域内路由协议（</a:t>
            </a:r>
            <a:r>
              <a:rPr lang="en-US" altLang="zh-CN"/>
              <a:t>Interior Gateway Protocol</a:t>
            </a:r>
            <a:r>
              <a:rPr lang="zh-CN" altLang="en-US"/>
              <a:t>，</a:t>
            </a:r>
            <a:r>
              <a:rPr lang="en-US" altLang="zh-CN"/>
              <a:t>IGP</a:t>
            </a:r>
            <a:r>
              <a:rPr lang="zh-CN" altLang="en-US"/>
              <a:t>）。</a:t>
            </a:r>
            <a:r>
              <a:rPr lang="zh-CN" altLang="en-US"/>
              <a:t>域内路由协议的作用是确保在一个域内每个路由器均遵循相同的方式表示路由信息，并且遵循相同的发布和处理信息的规则。域内路由协议对单播协议而言有：</a:t>
            </a:r>
            <a:r>
              <a:rPr lang="en-US" altLang="zh-CN"/>
              <a:t>RIP</a:t>
            </a:r>
            <a:r>
              <a:rPr lang="zh-CN" altLang="en-US"/>
              <a:t>、</a:t>
            </a:r>
            <a:r>
              <a:rPr lang="en-US" altLang="zh-CN"/>
              <a:t>OSPF</a:t>
            </a:r>
            <a:r>
              <a:rPr lang="zh-CN" altLang="en-US"/>
              <a:t>、</a:t>
            </a:r>
            <a:r>
              <a:rPr lang="en-US" altLang="zh-CN"/>
              <a:t>IGRP</a:t>
            </a:r>
            <a:r>
              <a:rPr lang="zh-CN" altLang="en-US"/>
              <a:t>等，对组播协议而言有：</a:t>
            </a:r>
            <a:r>
              <a:rPr lang="en-US" altLang="zh-CN"/>
              <a:t>DVMRP</a:t>
            </a:r>
            <a:r>
              <a:rPr lang="zh-CN" altLang="en-US"/>
              <a:t>，</a:t>
            </a:r>
            <a:r>
              <a:rPr lang="en-US" altLang="zh-CN"/>
              <a:t>PIM-SM</a:t>
            </a:r>
            <a:r>
              <a:rPr lang="zh-CN" altLang="en-US"/>
              <a:t>，</a:t>
            </a:r>
            <a:r>
              <a:rPr lang="en-US" altLang="zh-CN"/>
              <a:t>PIM-DM</a:t>
            </a:r>
            <a:r>
              <a:rPr lang="zh-CN" altLang="en-US"/>
              <a:t>等。</a:t>
            </a:r>
            <a:endParaRPr lang="zh-CN" altLang="en-US"/>
          </a:p>
          <a:p>
            <a:pPr lvl="0"/>
            <a:r>
              <a:rPr lang="en-US" altLang="zh-CN"/>
              <a:t>n	</a:t>
            </a:r>
            <a:r>
              <a:rPr lang="zh-CN" altLang="en-US"/>
              <a:t>负责在自治系统之间或域间完成路由和可到达信息的交互，称为域间路由协议（</a:t>
            </a:r>
            <a:r>
              <a:rPr lang="en-US" altLang="zh-CN"/>
              <a:t>Exterior Gateway Protocol</a:t>
            </a:r>
            <a:r>
              <a:rPr lang="zh-CN" altLang="en-US"/>
              <a:t>，</a:t>
            </a:r>
            <a:r>
              <a:rPr lang="en-US" altLang="zh-CN"/>
              <a:t>EGP</a:t>
            </a:r>
            <a:r>
              <a:rPr lang="zh-CN" altLang="en-US"/>
              <a:t>）。</a:t>
            </a:r>
            <a:r>
              <a:rPr lang="zh-CN" altLang="en-US"/>
              <a:t>域间路由协议对单播协议而言有：</a:t>
            </a:r>
            <a:r>
              <a:rPr lang="en-US" altLang="zh-CN"/>
              <a:t>BGP</a:t>
            </a:r>
            <a:r>
              <a:rPr lang="zh-CN" altLang="en-US"/>
              <a:t>等；对组播协议而言有：</a:t>
            </a:r>
            <a:r>
              <a:rPr lang="en-US" altLang="zh-CN"/>
              <a:t>MBGP(</a:t>
            </a:r>
            <a:r>
              <a:rPr lang="zh-CN" altLang="en-US"/>
              <a:t>多协议</a:t>
            </a:r>
            <a:r>
              <a:rPr lang="en-US" altLang="zh-CN"/>
              <a:t>BGP)</a:t>
            </a:r>
            <a:r>
              <a:rPr lang="zh-CN" altLang="en-US"/>
              <a:t>、</a:t>
            </a:r>
            <a:r>
              <a:rPr lang="en-US" altLang="zh-CN"/>
              <a:t>BGMP(</a:t>
            </a:r>
            <a:r>
              <a:rPr lang="zh-CN" altLang="en-US"/>
              <a:t>边界网关组播协议</a:t>
            </a:r>
            <a:r>
              <a:rPr lang="en-US" altLang="zh-CN"/>
              <a:t>)</a:t>
            </a:r>
            <a:r>
              <a:rPr lang="zh-CN" altLang="en-US"/>
              <a:t>、</a:t>
            </a:r>
            <a:r>
              <a:rPr lang="en-US" altLang="zh-CN"/>
              <a:t>MSDP(</a:t>
            </a:r>
            <a:r>
              <a:rPr lang="zh-CN" altLang="en-US"/>
              <a:t>组播源发现协议</a:t>
            </a:r>
            <a:r>
              <a:rPr lang="en-US" altLang="zh-CN"/>
              <a:t>)</a:t>
            </a:r>
            <a:r>
              <a:rPr lang="zh-CN" altLang="en-US"/>
              <a:t>等。</a:t>
            </a:r>
            <a:r>
              <a:rPr lang="en-US" altLang="zh-CN"/>
              <a:t>EGP</a:t>
            </a:r>
            <a:r>
              <a:rPr lang="zh-CN" altLang="en-US"/>
              <a:t>协议主要是早期的</a:t>
            </a:r>
            <a:r>
              <a:rPr lang="en-US" altLang="zh-CN"/>
              <a:t>EGP</a:t>
            </a:r>
            <a:r>
              <a:rPr lang="zh-CN" altLang="en-US"/>
              <a:t>协议（此处的</a:t>
            </a:r>
            <a:r>
              <a:rPr lang="en-US" altLang="zh-CN"/>
              <a:t>EGP</a:t>
            </a:r>
            <a:r>
              <a:rPr lang="zh-CN" altLang="en-US"/>
              <a:t>是外部网关协议的一种，两者不能混淆），其效率太低，目前仅被作为一种标准的外部网关协议，没有被广泛使用。而</a:t>
            </a:r>
            <a:r>
              <a:rPr lang="en-US" altLang="zh-CN"/>
              <a:t>BGP</a:t>
            </a:r>
            <a:r>
              <a:rPr lang="zh-CN" altLang="en-US"/>
              <a:t>协议特别是</a:t>
            </a:r>
            <a:r>
              <a:rPr lang="en-US" altLang="zh-CN"/>
              <a:t>BGP-4</a:t>
            </a:r>
            <a:r>
              <a:rPr lang="zh-CN" altLang="en-US"/>
              <a:t>，</a:t>
            </a:r>
            <a:r>
              <a:rPr lang="zh-CN" altLang="en-US"/>
              <a:t>由于能处理聚合（采用</a:t>
            </a:r>
            <a:r>
              <a:rPr lang="en-US" altLang="zh-CN"/>
              <a:t>CIDR</a:t>
            </a:r>
            <a:r>
              <a:rPr lang="zh-CN" altLang="en-US"/>
              <a:t>无类域间路由技术）和超网（</a:t>
            </a:r>
            <a:r>
              <a:rPr lang="en-US" altLang="zh-CN"/>
              <a:t>supernet</a:t>
            </a:r>
            <a:r>
              <a:rPr lang="zh-CN" altLang="en-US"/>
              <a:t>）</a:t>
            </a:r>
            <a:r>
              <a:rPr lang="zh-CN" altLang="en-US"/>
              <a:t>的功能，为互联网提供可控制的无循环拓扑，在互联网上被大量使用。</a:t>
            </a:r>
            <a:endParaRPr lang="zh-CN" altLang="en-US"/>
          </a:p>
          <a:p>
            <a:pPr lvl="0"/>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3554" name="幻灯片图像占位符 23553"/>
          <p:cNvSpPr>
            <a:spLocks noGrp="1" noTextEdit="1"/>
          </p:cNvSpPr>
          <p:nvPr>
            <p:ph type="sldImg"/>
          </p:nvPr>
        </p:nvSpPr>
        <p:spPr/>
      </p:sp>
      <p:sp>
        <p:nvSpPr>
          <p:cNvPr id="23555" name="文本占位符 23554"/>
          <p:cNvSpPr>
            <a:spLocks noGrp="1"/>
          </p:cNvSpPr>
          <p:nvPr>
            <p:ph type="body"/>
          </p:nvPr>
        </p:nvSpPr>
        <p:spPr/>
        <p:txBody>
          <a:bodyPr anchor="ctr"/>
          <a:p>
            <a:pPr lvl="0"/>
            <a:r>
              <a:rPr lang="en-US" altLang="zh-CN"/>
              <a:t>RIP</a:t>
            </a:r>
            <a:r>
              <a:rPr lang="zh-CN" altLang="en-US"/>
              <a:t>一个比较大的缺陷是</a:t>
            </a:r>
            <a:r>
              <a:rPr lang="en-US" altLang="zh-CN"/>
              <a:t>Metric</a:t>
            </a:r>
            <a:r>
              <a:rPr lang="zh-CN" altLang="en-US"/>
              <a:t>只是简单的用跳数来表示，并不能准确的反映路径的真实状况。如图所示，有三条路径的跳数是一样的，所以</a:t>
            </a:r>
            <a:r>
              <a:rPr lang="en-US" altLang="zh-CN"/>
              <a:t>RIP</a:t>
            </a:r>
            <a:r>
              <a:rPr lang="zh-CN" altLang="en-US"/>
              <a:t>就认为这三条路径是一样的路径，但实际上三条路径的带宽差异很大。</a:t>
            </a:r>
            <a:r>
              <a:rPr lang="zh-CN" altLang="en-US" sz="1900"/>
              <a:t>最多支持相同</a:t>
            </a:r>
            <a:r>
              <a:rPr lang="en-US" altLang="zh-CN" sz="1900"/>
              <a:t>hop</a:t>
            </a:r>
            <a:r>
              <a:rPr lang="zh-CN" altLang="en-US" sz="1900"/>
              <a:t>数的</a:t>
            </a:r>
            <a:r>
              <a:rPr lang="en-US" altLang="zh-CN" sz="1900"/>
              <a:t>6</a:t>
            </a:r>
            <a:r>
              <a:rPr lang="zh-CN" altLang="en-US" sz="1900"/>
              <a:t>条路径，实现负载均衡</a:t>
            </a:r>
            <a:endParaRPr lang="zh-CN" altLang="en-US" sz="1900"/>
          </a:p>
          <a:p>
            <a:pPr lvl="0"/>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5602" name="幻灯片图像占位符 25601"/>
          <p:cNvSpPr>
            <a:spLocks noGrp="1" noTextEdit="1"/>
          </p:cNvSpPr>
          <p:nvPr>
            <p:ph type="sldImg"/>
          </p:nvPr>
        </p:nvSpPr>
        <p:spPr/>
      </p:sp>
      <p:sp>
        <p:nvSpPr>
          <p:cNvPr id="25603" name="文本占位符 25602"/>
          <p:cNvSpPr>
            <a:spLocks noGrp="1"/>
          </p:cNvSpPr>
          <p:nvPr>
            <p:ph type="body"/>
          </p:nvPr>
        </p:nvSpPr>
        <p:spPr/>
        <p:txBody>
          <a:bodyPr anchor="ctr"/>
          <a:p>
            <a:pPr lvl="0"/>
            <a:r>
              <a:rPr lang="zh-CN" altLang="en-US"/>
              <a:t>如图所示，正常状态下，每个路由器的路由表是正常的。</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7650" name="幻灯片图像占位符 27649"/>
          <p:cNvSpPr>
            <a:spLocks noGrp="1" noTextEdit="1"/>
          </p:cNvSpPr>
          <p:nvPr>
            <p:ph type="sldImg"/>
          </p:nvPr>
        </p:nvSpPr>
        <p:spPr/>
      </p:sp>
      <p:sp>
        <p:nvSpPr>
          <p:cNvPr id="27651" name="文本占位符 27650"/>
          <p:cNvSpPr>
            <a:spLocks noGrp="1"/>
          </p:cNvSpPr>
          <p:nvPr>
            <p:ph type="body"/>
          </p:nvPr>
        </p:nvSpPr>
        <p:spPr/>
        <p:txBody>
          <a:bodyPr anchor="ctr"/>
          <a:p>
            <a:pPr lvl="0" algn="just"/>
            <a:r>
              <a:rPr lang="en-US" altLang="zh-CN"/>
              <a:t>1</a:t>
            </a:r>
            <a:r>
              <a:rPr lang="zh-CN" altLang="en-US"/>
              <a:t>．</a:t>
            </a:r>
            <a:r>
              <a:rPr lang="en-US" altLang="zh-CN"/>
              <a:t>  </a:t>
            </a:r>
            <a:r>
              <a:rPr lang="zh-CN" altLang="en-US"/>
              <a:t>如图所示，当</a:t>
            </a:r>
            <a:r>
              <a:rPr lang="en-US" altLang="zh-CN"/>
              <a:t>RouterC</a:t>
            </a:r>
            <a:r>
              <a:rPr lang="zh-CN" altLang="en-US"/>
              <a:t>的</a:t>
            </a:r>
            <a:r>
              <a:rPr lang="en-US" altLang="zh-CN"/>
              <a:t>E0</a:t>
            </a:r>
            <a:r>
              <a:rPr lang="zh-CN" altLang="en-US"/>
              <a:t>端口</a:t>
            </a:r>
            <a:r>
              <a:rPr lang="en-US" altLang="zh-CN"/>
              <a:t>down</a:t>
            </a:r>
            <a:r>
              <a:rPr lang="zh-CN" altLang="en-US"/>
              <a:t>掉了，便失去与</a:t>
            </a:r>
            <a:r>
              <a:rPr lang="en-US" altLang="zh-CN"/>
              <a:t>10.4.0.0</a:t>
            </a:r>
            <a:r>
              <a:rPr lang="zh-CN" altLang="en-US"/>
              <a:t>网络的连接。</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9698" name="幻灯片图像占位符 29697"/>
          <p:cNvSpPr>
            <a:spLocks noGrp="1" noTextEdit="1"/>
          </p:cNvSpPr>
          <p:nvPr>
            <p:ph type="sldImg"/>
          </p:nvPr>
        </p:nvSpPr>
        <p:spPr/>
      </p:sp>
      <p:sp>
        <p:nvSpPr>
          <p:cNvPr id="29699" name="文本占位符 29698"/>
          <p:cNvSpPr>
            <a:spLocks noGrp="1"/>
          </p:cNvSpPr>
          <p:nvPr>
            <p:ph type="body"/>
          </p:nvPr>
        </p:nvSpPr>
        <p:spPr/>
        <p:txBody>
          <a:bodyPr anchor="ctr"/>
          <a:p>
            <a:pPr lvl="0" algn="just"/>
            <a:r>
              <a:rPr lang="en-US" altLang="zh-CN"/>
              <a:t>2</a:t>
            </a:r>
            <a:r>
              <a:rPr lang="zh-CN" altLang="en-US"/>
              <a:t>．</a:t>
            </a:r>
            <a:r>
              <a:rPr lang="en-US" altLang="zh-CN"/>
              <a:t>  </a:t>
            </a:r>
            <a:r>
              <a:rPr lang="zh-CN" altLang="en-US"/>
              <a:t>如果</a:t>
            </a:r>
            <a:r>
              <a:rPr lang="en-US" altLang="zh-CN"/>
              <a:t>RouterB</a:t>
            </a:r>
            <a:r>
              <a:rPr lang="zh-CN" altLang="en-US"/>
              <a:t>这时发送路由更新（该更新信息包里包含了到网络</a:t>
            </a:r>
            <a:r>
              <a:rPr lang="en-US" altLang="zh-CN"/>
              <a:t>10.4.0.0</a:t>
            </a:r>
            <a:r>
              <a:rPr lang="zh-CN" altLang="en-US"/>
              <a:t>的路由信息，跳数为</a:t>
            </a:r>
            <a:r>
              <a:rPr lang="en-US" altLang="zh-CN"/>
              <a:t>1</a:t>
            </a:r>
            <a:r>
              <a:rPr lang="zh-CN" altLang="en-US"/>
              <a:t>），</a:t>
            </a:r>
            <a:r>
              <a:rPr lang="en-US" altLang="zh-CN"/>
              <a:t>RouterC</a:t>
            </a:r>
            <a:r>
              <a:rPr lang="zh-CN" altLang="en-US"/>
              <a:t>就会接受该信息（因为接受到的路由信息更新包里的有关网络</a:t>
            </a:r>
            <a:r>
              <a:rPr lang="en-US" altLang="zh-CN"/>
              <a:t>10.4.0.0</a:t>
            </a:r>
            <a:r>
              <a:rPr lang="zh-CN" altLang="en-US"/>
              <a:t>的路由比自己的要好），并将到网络</a:t>
            </a:r>
            <a:r>
              <a:rPr lang="en-US" altLang="zh-CN"/>
              <a:t>10.4.0.0</a:t>
            </a:r>
            <a:r>
              <a:rPr lang="zh-CN" altLang="en-US"/>
              <a:t>的路由安装到自己的路由表里。</a:t>
            </a:r>
            <a:endParaRPr lang="zh-CN" altLang="en-US"/>
          </a:p>
          <a:p>
            <a:pPr lvl="0" algn="just"/>
            <a:r>
              <a:rPr lang="en-US" altLang="zh-CN"/>
              <a:t>3</a:t>
            </a:r>
            <a:r>
              <a:rPr lang="zh-CN" altLang="en-US"/>
              <a:t>．</a:t>
            </a:r>
            <a:r>
              <a:rPr lang="en-US" altLang="zh-CN"/>
              <a:t>  </a:t>
            </a:r>
            <a:r>
              <a:rPr lang="zh-CN" altLang="en-US"/>
              <a:t>此时，</a:t>
            </a:r>
            <a:r>
              <a:rPr lang="en-US" altLang="zh-CN"/>
              <a:t>RouterC</a:t>
            </a:r>
            <a:r>
              <a:rPr lang="zh-CN" altLang="en-US"/>
              <a:t>将发送新的路由更新信息，可以到达网络</a:t>
            </a:r>
            <a:r>
              <a:rPr lang="en-US" altLang="zh-CN"/>
              <a:t>10.4.0.0</a:t>
            </a:r>
            <a:r>
              <a:rPr lang="zh-CN" altLang="en-US"/>
              <a:t>，且跳数为</a:t>
            </a:r>
            <a:r>
              <a:rPr lang="en-US" altLang="zh-CN"/>
              <a:t>2</a:t>
            </a:r>
            <a:r>
              <a:rPr lang="zh-CN" altLang="en-US"/>
              <a:t>。</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1746" name="幻灯片图像占位符 31745"/>
          <p:cNvSpPr>
            <a:spLocks noGrp="1" noTextEdit="1"/>
          </p:cNvSpPr>
          <p:nvPr>
            <p:ph type="sldImg"/>
          </p:nvPr>
        </p:nvSpPr>
        <p:spPr/>
      </p:sp>
      <p:sp>
        <p:nvSpPr>
          <p:cNvPr id="31747" name="文本占位符 31746"/>
          <p:cNvSpPr>
            <a:spLocks noGrp="1"/>
          </p:cNvSpPr>
          <p:nvPr>
            <p:ph type="body"/>
          </p:nvPr>
        </p:nvSpPr>
        <p:spPr/>
        <p:txBody>
          <a:bodyPr anchor="ctr"/>
          <a:p>
            <a:pPr lvl="0" algn="just"/>
            <a:r>
              <a:rPr lang="en-US" altLang="zh-CN"/>
              <a:t>4</a:t>
            </a:r>
            <a:r>
              <a:rPr lang="zh-CN" altLang="en-US"/>
              <a:t>．</a:t>
            </a:r>
            <a:r>
              <a:rPr lang="en-US" altLang="zh-CN"/>
              <a:t>  </a:t>
            </a:r>
            <a:r>
              <a:rPr lang="en-US" altLang="zh-CN"/>
              <a:t>RouterB</a:t>
            </a:r>
            <a:r>
              <a:rPr lang="zh-CN" altLang="en-US"/>
              <a:t>在收到这个更新信息之后，因为和路由表里原有的路由信息属于同一个端口，所以就会接受，并放入自己的路由表（此时，跳数为</a:t>
            </a:r>
            <a:r>
              <a:rPr lang="en-US" altLang="zh-CN"/>
              <a:t>3</a:t>
            </a:r>
            <a:r>
              <a:rPr lang="zh-CN" altLang="en-US"/>
              <a:t>）。</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3794" name="幻灯片图像占位符 33793"/>
          <p:cNvSpPr>
            <a:spLocks noGrp="1" noTextEdit="1"/>
          </p:cNvSpPr>
          <p:nvPr>
            <p:ph type="sldImg"/>
          </p:nvPr>
        </p:nvSpPr>
        <p:spPr/>
      </p:sp>
      <p:sp>
        <p:nvSpPr>
          <p:cNvPr id="33795" name="文本占位符 33794"/>
          <p:cNvSpPr>
            <a:spLocks noGrp="1"/>
          </p:cNvSpPr>
          <p:nvPr>
            <p:ph type="body"/>
          </p:nvPr>
        </p:nvSpPr>
        <p:spPr/>
        <p:txBody>
          <a:bodyPr anchor="ctr"/>
          <a:p>
            <a:pPr lvl="0"/>
            <a:r>
              <a:rPr lang="en-US" altLang="zh-CN"/>
              <a:t>5</a:t>
            </a:r>
            <a:r>
              <a:rPr lang="zh-CN" altLang="en-US"/>
              <a:t>．</a:t>
            </a:r>
            <a:r>
              <a:rPr lang="en-US" altLang="zh-CN"/>
              <a:t>  </a:t>
            </a:r>
            <a:r>
              <a:rPr lang="zh-CN" altLang="en-US"/>
              <a:t>如此反复，</a:t>
            </a:r>
            <a:r>
              <a:rPr lang="en-US" altLang="zh-CN"/>
              <a:t>B</a:t>
            </a:r>
            <a:r>
              <a:rPr lang="zh-CN" altLang="en-US"/>
              <a:t>和</a:t>
            </a:r>
            <a:r>
              <a:rPr lang="en-US" altLang="zh-CN"/>
              <a:t>C</a:t>
            </a:r>
            <a:r>
              <a:rPr lang="zh-CN" altLang="en-US"/>
              <a:t>中有关网络</a:t>
            </a:r>
            <a:r>
              <a:rPr lang="en-US" altLang="zh-CN"/>
              <a:t>10.4.0.0</a:t>
            </a:r>
            <a:r>
              <a:rPr lang="zh-CN" altLang="en-US"/>
              <a:t>的路由信息的跳数，将不断增大，直到无限大。</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6866" name="幻灯片图像占位符 36865"/>
          <p:cNvSpPr>
            <a:spLocks noGrp="1" noTextEdit="1"/>
          </p:cNvSpPr>
          <p:nvPr>
            <p:ph type="sldImg"/>
          </p:nvPr>
        </p:nvSpPr>
        <p:spPr/>
      </p:sp>
      <p:sp>
        <p:nvSpPr>
          <p:cNvPr id="36867" name="文本占位符 36866"/>
          <p:cNvSpPr>
            <a:spLocks noGrp="1"/>
          </p:cNvSpPr>
          <p:nvPr>
            <p:ph type="body"/>
          </p:nvPr>
        </p:nvSpPr>
        <p:spPr/>
        <p:txBody>
          <a:bodyPr anchor="ctr"/>
          <a:p>
            <a:pPr lvl="0"/>
            <a:r>
              <a:rPr lang="zh-CN" altLang="en-US"/>
              <a:t>设置跳数的极限值：将跳数的极限值设为</a:t>
            </a:r>
            <a:r>
              <a:rPr lang="en-US" altLang="zh-CN"/>
              <a:t>16</a:t>
            </a:r>
            <a:r>
              <a:rPr lang="zh-CN" altLang="en-US"/>
              <a:t>，当跳数达到</a:t>
            </a:r>
            <a:r>
              <a:rPr lang="en-US" altLang="zh-CN"/>
              <a:t>16</a:t>
            </a:r>
            <a:r>
              <a:rPr lang="zh-CN" altLang="en-US"/>
              <a:t>时，就说明网络已经不可达，将不再进行发送。 </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8914" name="幻灯片图像占位符 38913"/>
          <p:cNvSpPr>
            <a:spLocks noGrp="1" noTextEdit="1"/>
          </p:cNvSpPr>
          <p:nvPr>
            <p:ph type="sldImg"/>
          </p:nvPr>
        </p:nvSpPr>
        <p:spPr/>
      </p:sp>
      <p:sp>
        <p:nvSpPr>
          <p:cNvPr id="38915" name="文本占位符 38914"/>
          <p:cNvSpPr>
            <a:spLocks noGrp="1"/>
          </p:cNvSpPr>
          <p:nvPr>
            <p:ph type="body"/>
          </p:nvPr>
        </p:nvSpPr>
        <p:spPr/>
        <p:txBody>
          <a:bodyPr anchor="ctr"/>
          <a:p>
            <a:pPr lvl="0"/>
            <a:r>
              <a:rPr lang="en-US" altLang="zh-CN"/>
              <a:t>“</a:t>
            </a:r>
            <a:r>
              <a:rPr lang="zh-CN" altLang="en-US"/>
              <a:t>水平分割”是用于解决上述问题的一种办法，具体工作原理是：路由器从某个接口上接收到某条路由信息之后，将不再通过该接口去宣告这条路由信息。如图所示，这将防止路由器</a:t>
            </a:r>
            <a:r>
              <a:rPr lang="en-US" altLang="zh-CN"/>
              <a:t>B</a:t>
            </a:r>
            <a:r>
              <a:rPr lang="zh-CN" altLang="en-US"/>
              <a:t>宣告到网络</a:t>
            </a:r>
            <a:r>
              <a:rPr lang="en-US" altLang="zh-CN"/>
              <a:t>10.4.0.0</a:t>
            </a:r>
            <a:r>
              <a:rPr lang="zh-CN" altLang="en-US"/>
              <a:t>的路由回到路由器</a:t>
            </a:r>
            <a:r>
              <a:rPr lang="en-US" altLang="zh-CN"/>
              <a:t>C</a:t>
            </a:r>
            <a:r>
              <a:rPr lang="zh-CN" altLang="en-US"/>
              <a:t>。</a:t>
            </a:r>
            <a:r>
              <a:rPr lang="zh-CN" altLang="en-US"/>
              <a:t>然后，在</a:t>
            </a:r>
            <a:r>
              <a:rPr lang="en-US" altLang="zh-CN"/>
              <a:t>30</a:t>
            </a:r>
            <a:r>
              <a:rPr lang="zh-CN" altLang="en-US"/>
              <a:t>秒内，</a:t>
            </a:r>
            <a:r>
              <a:rPr lang="en-US" altLang="zh-CN"/>
              <a:t>A</a:t>
            </a:r>
            <a:r>
              <a:rPr lang="zh-CN" altLang="en-US"/>
              <a:t>将宣告到网络</a:t>
            </a:r>
            <a:r>
              <a:rPr lang="en-US" altLang="zh-CN"/>
              <a:t>10.4.0.0</a:t>
            </a:r>
            <a:r>
              <a:rPr lang="zh-CN" altLang="en-US"/>
              <a:t>的跳跃计数是</a:t>
            </a:r>
            <a:r>
              <a:rPr lang="en-US" altLang="zh-CN"/>
              <a:t>16</a:t>
            </a:r>
            <a:r>
              <a:rPr lang="zh-CN" altLang="en-US"/>
              <a:t>，即向其他</a:t>
            </a:r>
            <a:r>
              <a:rPr lang="en-US" altLang="zh-CN"/>
              <a:t>Router</a:t>
            </a:r>
            <a:r>
              <a:rPr lang="zh-CN" altLang="en-US"/>
              <a:t>宣告网络</a:t>
            </a:r>
            <a:r>
              <a:rPr lang="en-US" altLang="zh-CN"/>
              <a:t>10.4.0.0</a:t>
            </a:r>
            <a:r>
              <a:rPr lang="zh-CN" altLang="en-US"/>
              <a:t>是不可到达的。 </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40962" name="幻灯片图像占位符 40961"/>
          <p:cNvSpPr>
            <a:spLocks noGrp="1" noTextEdit="1"/>
          </p:cNvSpPr>
          <p:nvPr>
            <p:ph type="sldImg"/>
          </p:nvPr>
        </p:nvSpPr>
        <p:spPr/>
      </p:sp>
      <p:sp>
        <p:nvSpPr>
          <p:cNvPr id="40963" name="文本占位符 40962"/>
          <p:cNvSpPr>
            <a:spLocks noGrp="1"/>
          </p:cNvSpPr>
          <p:nvPr>
            <p:ph type="body"/>
          </p:nvPr>
        </p:nvSpPr>
        <p:spPr/>
        <p:txBody>
          <a:bodyPr anchor="ctr"/>
          <a:p>
            <a:pPr lvl="0"/>
            <a:r>
              <a:rPr lang="zh-CN" altLang="en-US"/>
              <a:t>另外一种解决这些问题的方法，是毒性逆转（</a:t>
            </a:r>
            <a:r>
              <a:rPr lang="en-US" altLang="zh-CN"/>
              <a:t>Poisoned Reverse</a:t>
            </a:r>
            <a:r>
              <a:rPr lang="zh-CN" altLang="en-US"/>
              <a:t>）。</a:t>
            </a:r>
            <a:r>
              <a:rPr lang="zh-CN" altLang="en-US"/>
              <a:t>毒性逆转（</a:t>
            </a:r>
            <a:r>
              <a:rPr lang="en-US" altLang="zh-CN"/>
              <a:t>Poisoned Reverse</a:t>
            </a:r>
            <a:r>
              <a:rPr lang="zh-CN" altLang="en-US"/>
              <a:t>）</a:t>
            </a:r>
            <a:r>
              <a:rPr lang="zh-CN" altLang="en-US"/>
              <a:t>实际上是一种改进的水平分割，这种方法的运作原理是：路由器从某个接口上接收到某个网段的路由信息之后，并不是不往回发送信息了，而是发送，只不过是将这个网段标志为不可达，再发送出去。收到此种的路由信息后，接收方路由器会立刻抛弃该路由，而不是等待其老化时间到（</a:t>
            </a:r>
            <a:r>
              <a:rPr lang="en-US" altLang="zh-CN"/>
              <a:t>Age Out</a:t>
            </a:r>
            <a:r>
              <a:rPr lang="zh-CN" altLang="en-US"/>
              <a:t>）。</a:t>
            </a:r>
            <a:r>
              <a:rPr lang="zh-CN" altLang="en-US"/>
              <a:t>这样可以加速路由的收敛。 </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43010" name="幻灯片图像占位符 43009"/>
          <p:cNvSpPr>
            <a:spLocks noGrp="1" noTextEdit="1"/>
          </p:cNvSpPr>
          <p:nvPr>
            <p:ph type="sldImg"/>
          </p:nvPr>
        </p:nvSpPr>
        <p:spPr/>
      </p:sp>
      <p:sp>
        <p:nvSpPr>
          <p:cNvPr id="43011" name="文本占位符 43010"/>
          <p:cNvSpPr>
            <a:spLocks noGrp="1"/>
          </p:cNvSpPr>
          <p:nvPr>
            <p:ph type="body"/>
          </p:nvPr>
        </p:nvSpPr>
        <p:spPr/>
        <p:txBody>
          <a:bodyPr anchor="ctr"/>
          <a:p>
            <a:pPr lvl="0"/>
            <a:r>
              <a:rPr lang="en-US" altLang="zh-CN"/>
              <a:t>“</a:t>
            </a:r>
            <a:r>
              <a:rPr lang="zh-CN" altLang="en-US"/>
              <a:t>触发更新”可以用来加快路由信息的扩散，当每个路由器检测到某个接口正在或已经停止工作，或者是某个相邻节点瘫痪了，或者是一个新的子网或邻居节点加入进来，这时它将立刻发送一个“触发更新”，这将大大的加速了网络的收敛速度。 </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45058" name="幻灯片图像占位符 45057"/>
          <p:cNvSpPr>
            <a:spLocks noGrp="1" noTextEdit="1"/>
          </p:cNvSpPr>
          <p:nvPr>
            <p:ph type="sldImg"/>
          </p:nvPr>
        </p:nvSpPr>
        <p:spPr/>
      </p:sp>
      <p:sp>
        <p:nvSpPr>
          <p:cNvPr id="45059" name="文本占位符 45058"/>
          <p:cNvSpPr>
            <a:spLocks noGrp="1"/>
          </p:cNvSpPr>
          <p:nvPr>
            <p:ph type="body"/>
          </p:nvPr>
        </p:nvSpPr>
        <p:spPr/>
        <p:txBody>
          <a:bodyPr anchor="ctr"/>
          <a:p>
            <a:pPr lvl="0" algn="just"/>
            <a:r>
              <a:rPr lang="en-US" altLang="zh-CN"/>
              <a:t>RIP</a:t>
            </a:r>
            <a:r>
              <a:rPr lang="zh-CN" altLang="en-US"/>
              <a:t>使用一些定时器来管理路由表，具体如下：</a:t>
            </a:r>
            <a:endParaRPr lang="zh-CN" altLang="en-US"/>
          </a:p>
          <a:p>
            <a:pPr lvl="0" algn="just"/>
            <a:r>
              <a:rPr lang="en-US" altLang="zh-CN">
                <a:latin typeface="Wingdings" panose="05000000000000000000" pitchFamily="2" charset="2"/>
              </a:rPr>
              <a:t>n</a:t>
            </a:r>
            <a:r>
              <a:rPr lang="en-US" altLang="zh-CN"/>
              <a:t>         </a:t>
            </a:r>
            <a:r>
              <a:rPr lang="zh-CN" altLang="en-US"/>
              <a:t>刷新定时器（</a:t>
            </a:r>
            <a:r>
              <a:rPr lang="en-US" altLang="zh-CN"/>
              <a:t>update timer</a:t>
            </a:r>
            <a:r>
              <a:rPr lang="zh-CN" altLang="en-US"/>
              <a:t>）</a:t>
            </a:r>
            <a:endParaRPr lang="zh-CN" altLang="en-US"/>
          </a:p>
          <a:p>
            <a:pPr lvl="0" algn="just"/>
            <a:r>
              <a:rPr lang="en-US" altLang="zh-CN"/>
              <a:t>RFC</a:t>
            </a:r>
            <a:r>
              <a:rPr lang="zh-CN" altLang="en-US"/>
              <a:t>协议规定每隔一定的时间间隔发送一次路由信息的更新报文，这个过程称为路由信息通告。更新报文使用</a:t>
            </a:r>
            <a:r>
              <a:rPr lang="en-US" altLang="zh-CN"/>
              <a:t>UDP</a:t>
            </a:r>
            <a:r>
              <a:rPr lang="zh-CN" altLang="en-US"/>
              <a:t>端口</a:t>
            </a:r>
            <a:r>
              <a:rPr lang="en-US" altLang="zh-CN"/>
              <a:t>520</a:t>
            </a:r>
            <a:r>
              <a:rPr lang="zh-CN" altLang="en-US"/>
              <a:t>，所有</a:t>
            </a:r>
            <a:r>
              <a:rPr lang="en-US" altLang="zh-CN"/>
              <a:t>RIP</a:t>
            </a:r>
            <a:r>
              <a:rPr lang="zh-CN" altLang="en-US"/>
              <a:t>信息被封装在</a:t>
            </a:r>
            <a:r>
              <a:rPr lang="en-US" altLang="zh-CN"/>
              <a:t>UDP</a:t>
            </a:r>
            <a:r>
              <a:rPr lang="zh-CN" altLang="en-US"/>
              <a:t>段中。</a:t>
            </a:r>
            <a:r>
              <a:rPr lang="en-US" altLang="zh-CN"/>
              <a:t>RIP</a:t>
            </a:r>
            <a:r>
              <a:rPr lang="zh-CN" altLang="en-US"/>
              <a:t>定义了</a:t>
            </a:r>
            <a:r>
              <a:rPr lang="en-US" altLang="zh-CN"/>
              <a:t>2</a:t>
            </a:r>
            <a:r>
              <a:rPr lang="zh-CN" altLang="en-US"/>
              <a:t>个信息类型：</a:t>
            </a:r>
            <a:r>
              <a:rPr lang="en-US" altLang="zh-CN"/>
              <a:t>Request message</a:t>
            </a:r>
            <a:r>
              <a:rPr lang="zh-CN" altLang="en-US"/>
              <a:t>和</a:t>
            </a:r>
            <a:r>
              <a:rPr lang="en-US" altLang="zh-CN"/>
              <a:t>Response message</a:t>
            </a:r>
            <a:r>
              <a:rPr lang="zh-CN" altLang="en-US"/>
              <a:t>。</a:t>
            </a:r>
            <a:r>
              <a:rPr lang="en-US" altLang="zh-CN"/>
              <a:t>Request</a:t>
            </a:r>
            <a:r>
              <a:rPr lang="zh-CN" altLang="en-US"/>
              <a:t>被用来要求邻居路由器送</a:t>
            </a:r>
            <a:r>
              <a:rPr lang="en-US" altLang="zh-CN"/>
              <a:t>Update</a:t>
            </a:r>
            <a:r>
              <a:rPr lang="zh-CN" altLang="en-US"/>
              <a:t>包。</a:t>
            </a:r>
            <a:r>
              <a:rPr lang="en-US" altLang="zh-CN"/>
              <a:t>Response</a:t>
            </a:r>
            <a:r>
              <a:rPr lang="zh-CN" altLang="en-US"/>
              <a:t>用来传送</a:t>
            </a:r>
            <a:r>
              <a:rPr lang="en-US" altLang="zh-CN"/>
              <a:t>Update</a:t>
            </a:r>
            <a:r>
              <a:rPr lang="zh-CN" altLang="en-US"/>
              <a:t>包。这个时间间隔由刷新定时器（</a:t>
            </a:r>
            <a:r>
              <a:rPr lang="en-US" altLang="zh-CN"/>
              <a:t>update timer</a:t>
            </a:r>
            <a:r>
              <a:rPr lang="zh-CN" altLang="en-US"/>
              <a:t>）</a:t>
            </a:r>
            <a:r>
              <a:rPr lang="zh-CN" altLang="en-US"/>
              <a:t>控制，缺省为</a:t>
            </a:r>
            <a:r>
              <a:rPr lang="en-US" altLang="zh-CN"/>
              <a:t>30</a:t>
            </a:r>
            <a:r>
              <a:rPr lang="zh-CN" altLang="en-US"/>
              <a:t>秒。严格地讲，刷新定时器随机产生一个介于约</a:t>
            </a:r>
            <a:r>
              <a:rPr lang="en-US" altLang="zh-CN"/>
              <a:t>25</a:t>
            </a:r>
            <a:r>
              <a:rPr lang="zh-CN" altLang="en-US"/>
              <a:t>到</a:t>
            </a:r>
            <a:r>
              <a:rPr lang="en-US" altLang="zh-CN"/>
              <a:t>30</a:t>
            </a:r>
            <a:r>
              <a:rPr lang="zh-CN" altLang="en-US"/>
              <a:t>秒之间的时间值，借用这种差异来扰乱路由表的同步。当共享同一个广播域的多个路由器开始同时发送它们的广播刷新报文时，将会导致传输阻塞。</a:t>
            </a:r>
            <a:endParaRPr lang="zh-CN" altLang="en-US"/>
          </a:p>
          <a:p>
            <a:pPr lvl="0" algn="just"/>
            <a:r>
              <a:rPr lang="en-US" altLang="zh-CN">
                <a:latin typeface="Wingdings" panose="05000000000000000000" pitchFamily="2" charset="2"/>
              </a:rPr>
              <a:t>n</a:t>
            </a:r>
            <a:r>
              <a:rPr lang="en-US" altLang="zh-CN"/>
              <a:t>         </a:t>
            </a:r>
            <a:r>
              <a:rPr lang="zh-CN" altLang="en-US"/>
              <a:t>失效定时器（</a:t>
            </a:r>
            <a:r>
              <a:rPr lang="en-US" altLang="zh-CN"/>
              <a:t>invalid timer</a:t>
            </a:r>
            <a:r>
              <a:rPr lang="zh-CN" altLang="en-US"/>
              <a:t>）</a:t>
            </a:r>
            <a:endParaRPr lang="zh-CN" altLang="en-US"/>
          </a:p>
          <a:p>
            <a:pPr lvl="0" algn="just"/>
            <a:r>
              <a:rPr lang="zh-CN" altLang="en-US"/>
              <a:t>失效定时器被用作迟滞机制。这个定时器会使路由信息在路由表内保持一段时间，而不被路由表刷新报文来更新。如果一条已建立的路由在</a:t>
            </a:r>
            <a:r>
              <a:rPr lang="en-US" altLang="zh-CN"/>
              <a:t>6</a:t>
            </a:r>
            <a:r>
              <a:rPr lang="zh-CN" altLang="en-US"/>
              <a:t>个刷新间隔内仍没有被刷新，这条路由将被标示为不可达，但它仍存在于路由表中。</a:t>
            </a:r>
            <a:endParaRPr lang="zh-CN" altLang="en-US"/>
          </a:p>
          <a:p>
            <a:pPr lvl="0" algn="just"/>
            <a:r>
              <a:rPr lang="en-US" altLang="zh-CN">
                <a:latin typeface="Wingdings" panose="05000000000000000000" pitchFamily="2" charset="2"/>
              </a:rPr>
              <a:t>n</a:t>
            </a:r>
            <a:r>
              <a:rPr lang="en-US" altLang="zh-CN"/>
              <a:t>         </a:t>
            </a:r>
            <a:r>
              <a:rPr lang="zh-CN" altLang="en-US"/>
              <a:t>抑制定时器（</a:t>
            </a:r>
            <a:r>
              <a:rPr lang="en-US" altLang="zh-CN"/>
              <a:t>holddown</a:t>
            </a:r>
            <a:r>
              <a:rPr lang="en-US" altLang="zh-CN"/>
              <a:t> timer</a:t>
            </a:r>
            <a:r>
              <a:rPr lang="zh-CN" altLang="en-US"/>
              <a:t>）</a:t>
            </a:r>
            <a:endParaRPr lang="zh-CN" altLang="en-US"/>
          </a:p>
          <a:p>
            <a:pPr lvl="0" algn="just"/>
            <a:r>
              <a:rPr lang="zh-CN" altLang="en-US"/>
              <a:t>当路由表中某条路由被标示为不可达时，触发抑制定时器。抑制定时器和清除定时器用来计量该条路由彻底从路由表中删除前的时间。</a:t>
            </a:r>
            <a:endParaRPr lang="zh-CN" altLang="en-US"/>
          </a:p>
          <a:p>
            <a:pPr lvl="0" algn="just"/>
            <a:r>
              <a:rPr lang="zh-CN" altLang="en-US"/>
              <a:t>当网络路由处于抑制状态时，关于该路由的刷新就会被忽略。抑制定时器计时终止后，该路由仍将作为一条可能已经断掉的路由保持在路由表中，但是，任何一条接受到的网络刷新都将是可用的。</a:t>
            </a:r>
            <a:endParaRPr lang="zh-CN" altLang="en-US"/>
          </a:p>
          <a:p>
            <a:pPr lvl="0" algn="just"/>
            <a:r>
              <a:rPr lang="en-US" altLang="zh-CN">
                <a:latin typeface="Wingdings" panose="05000000000000000000" pitchFamily="2" charset="2"/>
              </a:rPr>
              <a:t>n</a:t>
            </a:r>
            <a:r>
              <a:rPr lang="en-US" altLang="zh-CN"/>
              <a:t>         </a:t>
            </a:r>
            <a:r>
              <a:rPr lang="zh-CN" altLang="en-US"/>
              <a:t>清除定时器（</a:t>
            </a:r>
            <a:r>
              <a:rPr lang="en-US" altLang="zh-CN"/>
              <a:t>flush timer</a:t>
            </a:r>
            <a:r>
              <a:rPr lang="zh-CN" altLang="en-US"/>
              <a:t>）</a:t>
            </a:r>
            <a:endParaRPr lang="zh-CN" altLang="en-US"/>
          </a:p>
          <a:p>
            <a:pPr lvl="0" algn="just"/>
            <a:r>
              <a:rPr lang="zh-CN" altLang="en-US"/>
              <a:t>当路由表中某条路由被标示为不可达时，触发清除定时器。抑制定时器和清除定时器用来计量该条路由彻底从路由表中删除前的时间。</a:t>
            </a:r>
            <a:endParaRPr lang="zh-CN" altLang="en-US"/>
          </a:p>
          <a:p>
            <a:pPr lvl="0" algn="just"/>
            <a:r>
              <a:rPr lang="zh-CN" altLang="en-US"/>
              <a:t>在抑制定时器计时终止后的</a:t>
            </a:r>
            <a:r>
              <a:rPr lang="en-US" altLang="zh-CN"/>
              <a:t>60</a:t>
            </a:r>
            <a:r>
              <a:rPr lang="zh-CN" altLang="en-US"/>
              <a:t>秒中，路由器如果没有收到那条被标示为不可达路由的刷新报文，则彻底清除这条路由。</a:t>
            </a:r>
            <a:endParaRPr lang="zh-CN" altLang="en-US"/>
          </a:p>
          <a:p>
            <a:pPr lvl="0" algn="just"/>
            <a:r>
              <a:rPr lang="zh-CN" altLang="en-US"/>
              <a:t>下面的输出信息显示了所用的定时器：</a:t>
            </a:r>
            <a:endParaRPr lang="zh-CN" altLang="en-US"/>
          </a:p>
          <a:p>
            <a:pPr lvl="0" algn="just"/>
            <a:r>
              <a:rPr lang="en-US" altLang="zh-CN"/>
              <a:t>ZXR10#show </a:t>
            </a:r>
            <a:r>
              <a:rPr lang="en-US" altLang="zh-CN"/>
              <a:t>ip</a:t>
            </a:r>
            <a:r>
              <a:rPr lang="en-US" altLang="zh-CN"/>
              <a:t> rip</a:t>
            </a:r>
            <a:endParaRPr lang="en-US" altLang="zh-CN"/>
          </a:p>
          <a:p>
            <a:pPr lvl="0" algn="just"/>
            <a:r>
              <a:rPr lang="en-US" altLang="zh-CN"/>
              <a:t>rip version :  2</a:t>
            </a:r>
            <a:endParaRPr lang="en-US" altLang="zh-CN"/>
          </a:p>
          <a:p>
            <a:pPr lvl="0" algn="just"/>
            <a:r>
              <a:rPr lang="en-US" altLang="zh-CN"/>
              <a:t>update timer:  30 seconds</a:t>
            </a:r>
            <a:endParaRPr lang="en-US" altLang="zh-CN"/>
          </a:p>
          <a:p>
            <a:pPr lvl="0" algn="just"/>
            <a:r>
              <a:rPr lang="en-US" altLang="zh-CN"/>
              <a:t>invalid timer: 180 seconds</a:t>
            </a:r>
            <a:endParaRPr lang="en-US" altLang="zh-CN"/>
          </a:p>
          <a:p>
            <a:pPr lvl="0" algn="just"/>
            <a:r>
              <a:rPr lang="en-US" altLang="zh-CN"/>
              <a:t>holddown</a:t>
            </a:r>
            <a:r>
              <a:rPr lang="en-US" altLang="zh-CN"/>
              <a:t> timer:180 seconds</a:t>
            </a:r>
            <a:endParaRPr lang="en-US" altLang="zh-CN"/>
          </a:p>
          <a:p>
            <a:pPr lvl="0" algn="just"/>
            <a:r>
              <a:rPr lang="en-US" altLang="zh-CN"/>
              <a:t>flush timer :  240 seconds</a:t>
            </a:r>
            <a:endParaRPr lang="en-US" altLang="zh-CN"/>
          </a:p>
          <a:p>
            <a:pPr lvl="0"/>
            <a:endParaRPr lang="en-US" altLang="zh-CN"/>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48130" name="幻灯片图像占位符 48129"/>
          <p:cNvSpPr>
            <a:spLocks noGrp="1" noChangeAspect="1"/>
          </p:cNvSpPr>
          <p:nvPr>
            <p:ph type="sldImg"/>
          </p:nvPr>
        </p:nvSpPr>
        <p:spPr>
          <a:xfrm>
            <a:off x="1103313" y="301625"/>
            <a:ext cx="4700587" cy="3525838"/>
          </a:xfrm>
        </p:spPr>
      </p:sp>
      <p:sp>
        <p:nvSpPr>
          <p:cNvPr id="48131" name="文本占位符 48130"/>
          <p:cNvSpPr>
            <a:spLocks noGrp="1"/>
          </p:cNvSpPr>
          <p:nvPr>
            <p:ph type="body"/>
          </p:nvPr>
        </p:nvSpPr>
        <p:spPr>
          <a:xfrm>
            <a:off x="523875" y="4052888"/>
            <a:ext cx="5835650" cy="4579937"/>
          </a:xfrm>
        </p:spPr>
        <p:txBody>
          <a:bodyPr vert="horz" wrap="square" lIns="86493" tIns="43247" rIns="86493" bIns="43247" anchor="t"/>
          <a:p>
            <a:pPr lvl="0"/>
            <a:r>
              <a:rPr lang="zh-CN" altLang="en-US"/>
              <a:t>关于</a:t>
            </a:r>
            <a:r>
              <a:rPr lang="en-US" altLang="zh-CN"/>
              <a:t>RIP</a:t>
            </a:r>
            <a:r>
              <a:rPr lang="zh-CN" altLang="en-US"/>
              <a:t>的配置步骤如下：</a:t>
            </a:r>
            <a:endParaRPr lang="zh-CN" altLang="en-US"/>
          </a:p>
          <a:p>
            <a:pPr lvl="0"/>
            <a:r>
              <a:rPr lang="en-US" altLang="zh-CN"/>
              <a:t>1</a:t>
            </a:r>
            <a:r>
              <a:rPr lang="zh-CN" altLang="en-US"/>
              <a:t>、开启</a:t>
            </a:r>
            <a:r>
              <a:rPr lang="en-US" altLang="zh-CN"/>
              <a:t>RIP</a:t>
            </a:r>
            <a:r>
              <a:rPr lang="zh-CN" altLang="en-US"/>
              <a:t>路由功能（路由进程）：</a:t>
            </a:r>
            <a:endParaRPr lang="zh-CN" altLang="en-US"/>
          </a:p>
          <a:p>
            <a:pPr lvl="0"/>
            <a:r>
              <a:rPr lang="en-US" altLang="zh-CN" sz="2400" b="1">
                <a:solidFill>
                  <a:srgbClr val="000000"/>
                </a:solidFill>
                <a:latin typeface="Courier" pitchFamily="1" charset="0"/>
              </a:rPr>
              <a:t>Router(config)#router</a:t>
            </a:r>
            <a:r>
              <a:rPr lang="en-US" altLang="zh-CN" sz="2400" b="1">
                <a:solidFill>
                  <a:srgbClr val="000000"/>
                </a:solidFill>
                <a:latin typeface="Courier" pitchFamily="1" charset="0"/>
              </a:rPr>
              <a:t> rip</a:t>
            </a:r>
            <a:endParaRPr lang="en-US" altLang="zh-CN" sz="2400" b="1">
              <a:solidFill>
                <a:srgbClr val="000000"/>
              </a:solidFill>
              <a:latin typeface="Courier" pitchFamily="1" charset="0"/>
            </a:endParaRPr>
          </a:p>
          <a:p>
            <a:pPr lvl="0"/>
            <a:endParaRPr lang="en-US" altLang="zh-CN" sz="2400" b="1">
              <a:solidFill>
                <a:srgbClr val="000000"/>
              </a:solidFill>
              <a:latin typeface="Courier" pitchFamily="1" charset="0"/>
            </a:endParaRPr>
          </a:p>
          <a:p>
            <a:pPr lvl="0"/>
            <a:r>
              <a:rPr lang="en-US" altLang="zh-CN"/>
              <a:t>2</a:t>
            </a:r>
            <a:r>
              <a:rPr lang="zh-CN" altLang="en-US"/>
              <a:t>、</a:t>
            </a:r>
            <a:r>
              <a:rPr lang="zh-CN" altLang="en-US"/>
              <a:t>宣告相关网段：</a:t>
            </a:r>
            <a:endParaRPr lang="zh-CN" altLang="en-US"/>
          </a:p>
          <a:p>
            <a:pPr lvl="0"/>
            <a:r>
              <a:rPr lang="en-US" altLang="zh-CN" sz="2400" b="1">
                <a:solidFill>
                  <a:srgbClr val="000000"/>
                </a:solidFill>
                <a:latin typeface="Courier" pitchFamily="1" charset="0"/>
              </a:rPr>
              <a:t>Router(config</a:t>
            </a:r>
            <a:r>
              <a:rPr lang="en-US" altLang="zh-CN" sz="2400" b="1">
                <a:solidFill>
                  <a:srgbClr val="000000"/>
                </a:solidFill>
                <a:latin typeface="Courier" pitchFamily="1" charset="0"/>
              </a:rPr>
              <a:t>-router)# </a:t>
            </a:r>
            <a:r>
              <a:rPr lang="en-US" altLang="zh-CN" sz="2400" b="1">
                <a:solidFill>
                  <a:srgbClr val="000000"/>
                </a:solidFill>
              </a:rPr>
              <a:t>network</a:t>
            </a:r>
            <a:r>
              <a:rPr lang="en-US" altLang="zh-CN" sz="2400" b="1" i="1">
                <a:solidFill>
                  <a:srgbClr val="000000"/>
                </a:solidFill>
              </a:rPr>
              <a:t>  </a:t>
            </a:r>
            <a:r>
              <a:rPr lang="en-US" altLang="zh-CN" sz="2400" i="1">
                <a:solidFill>
                  <a:srgbClr val="000000"/>
                </a:solidFill>
              </a:rPr>
              <a:t>network  </a:t>
            </a:r>
            <a:r>
              <a:rPr lang="en-US" altLang="zh-CN" sz="2400" i="1">
                <a:solidFill>
                  <a:srgbClr val="000000"/>
                </a:solidFill>
              </a:rPr>
              <a:t>wildmask</a:t>
            </a:r>
            <a:endParaRPr lang="en-US" altLang="zh-CN" sz="2400" i="1">
              <a:solidFill>
                <a:srgbClr val="000000"/>
              </a:solidFill>
            </a:endParaRPr>
          </a:p>
          <a:p>
            <a:pPr lvl="0"/>
            <a:r>
              <a:rPr lang="zh-CN" altLang="en-US" sz="2400" i="1">
                <a:solidFill>
                  <a:srgbClr val="000000"/>
                </a:solidFill>
              </a:rPr>
              <a:t>请</a:t>
            </a:r>
            <a:r>
              <a:rPr lang="zh-CN" altLang="en-US" sz="2400" i="1">
                <a:solidFill>
                  <a:srgbClr val="000000"/>
                </a:solidFill>
              </a:rPr>
              <a:t>注意：掩码是用反码的形式。</a:t>
            </a:r>
            <a:endParaRPr lang="zh-CN" altLang="en-US" sz="2400" i="1">
              <a:solidFill>
                <a:srgbClr val="000000"/>
              </a:solidFill>
            </a:endParaRPr>
          </a:p>
          <a:p>
            <a:pPr lvl="0"/>
            <a:endParaRPr lang="zh-CN" altLang="en-US" sz="2400" i="1">
              <a:solidFill>
                <a:srgbClr val="000000"/>
              </a:solidFill>
            </a:endParaRPr>
          </a:p>
          <a:p>
            <a:pPr lvl="0"/>
            <a:r>
              <a:rPr lang="zh-CN" altLang="en-US" sz="2400" i="1">
                <a:solidFill>
                  <a:srgbClr val="000000"/>
                </a:solidFill>
              </a:rPr>
              <a:t>如果想删除相关语句，则在该语句的前面加上“</a:t>
            </a:r>
            <a:r>
              <a:rPr lang="en-US" altLang="zh-CN" sz="2400" i="1">
                <a:solidFill>
                  <a:srgbClr val="000000"/>
                </a:solidFill>
              </a:rPr>
              <a:t>no”</a:t>
            </a:r>
            <a:r>
              <a:rPr lang="zh-CN" altLang="en-US" sz="2400" i="1">
                <a:solidFill>
                  <a:srgbClr val="000000"/>
                </a:solidFill>
              </a:rPr>
              <a:t>即可：</a:t>
            </a:r>
            <a:endParaRPr lang="zh-CN" altLang="en-US" sz="2400" i="1">
              <a:solidFill>
                <a:srgbClr val="000000"/>
              </a:solidFill>
            </a:endParaRPr>
          </a:p>
          <a:p>
            <a:pPr lvl="0"/>
            <a:r>
              <a:rPr lang="en-US" altLang="zh-CN" sz="2400" b="1">
                <a:solidFill>
                  <a:srgbClr val="000000"/>
                </a:solidFill>
                <a:latin typeface="Courier" pitchFamily="1" charset="0"/>
              </a:rPr>
              <a:t>Router(config)#no</a:t>
            </a:r>
            <a:r>
              <a:rPr lang="en-US" altLang="zh-CN" sz="2400" b="1">
                <a:solidFill>
                  <a:srgbClr val="000000"/>
                </a:solidFill>
                <a:latin typeface="Courier" pitchFamily="1" charset="0"/>
              </a:rPr>
              <a:t> router rip</a:t>
            </a:r>
            <a:endParaRPr lang="en-US" altLang="zh-CN" sz="2400" b="1">
              <a:solidFill>
                <a:srgbClr val="000000"/>
              </a:solidFill>
              <a:latin typeface="Courier" pitchFamily="1" charset="0"/>
            </a:endParaRPr>
          </a:p>
          <a:p>
            <a:pPr lvl="0"/>
            <a:r>
              <a:rPr lang="en-US" altLang="zh-CN" sz="2400" b="1">
                <a:solidFill>
                  <a:srgbClr val="000000"/>
                </a:solidFill>
                <a:latin typeface="Courier" pitchFamily="1" charset="0"/>
              </a:rPr>
              <a:t>Router(config-router)#no</a:t>
            </a:r>
            <a:r>
              <a:rPr lang="en-US" altLang="zh-CN" sz="2400" b="1">
                <a:solidFill>
                  <a:srgbClr val="000000"/>
                </a:solidFill>
                <a:latin typeface="Courier" pitchFamily="1" charset="0"/>
              </a:rPr>
              <a:t>  </a:t>
            </a:r>
            <a:r>
              <a:rPr lang="en-US" altLang="zh-CN" sz="2400" b="1">
                <a:solidFill>
                  <a:srgbClr val="000000"/>
                </a:solidFill>
              </a:rPr>
              <a:t>network</a:t>
            </a:r>
            <a:r>
              <a:rPr lang="en-US" altLang="zh-CN" sz="2400" b="1" i="1">
                <a:solidFill>
                  <a:srgbClr val="000000"/>
                </a:solidFill>
              </a:rPr>
              <a:t>  </a:t>
            </a:r>
            <a:r>
              <a:rPr lang="en-US" altLang="zh-CN" sz="2400" i="1">
                <a:solidFill>
                  <a:srgbClr val="000000"/>
                </a:solidFill>
              </a:rPr>
              <a:t>network  </a:t>
            </a:r>
            <a:r>
              <a:rPr lang="en-US" altLang="zh-CN" sz="2400" i="1">
                <a:solidFill>
                  <a:srgbClr val="000000"/>
                </a:solidFill>
              </a:rPr>
              <a:t>wildmask</a:t>
            </a:r>
            <a:endParaRPr lang="en-US" altLang="zh-CN" sz="2400" i="1">
              <a:solidFill>
                <a:srgbClr val="000000"/>
              </a:solidFill>
            </a:endParaRPr>
          </a:p>
          <a:p>
            <a:pPr lvl="0"/>
            <a:endParaRPr lang="en-US" altLang="zh-CN" sz="2400" i="1">
              <a:solidFill>
                <a:srgbClr val="000000"/>
              </a:solidFill>
            </a:endParaRPr>
          </a:p>
          <a:p>
            <a:pPr lvl="0"/>
            <a:endParaRPr lang="en-US" altLang="zh-CN" sz="2400" i="1">
              <a:solidFill>
                <a:srgbClr val="000000"/>
              </a:solidFill>
            </a:endParaRPr>
          </a:p>
          <a:p>
            <a:pPr lvl="0"/>
            <a:endParaRPr lang="en-US" altLang="zh-CN" sz="2400" i="1">
              <a:solidFill>
                <a:srgbClr val="000000"/>
              </a:solidFill>
            </a:endParaRPr>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50178" name="幻灯片图像占位符 50177"/>
          <p:cNvSpPr>
            <a:spLocks noGrp="1" noChangeAspect="1"/>
          </p:cNvSpPr>
          <p:nvPr>
            <p:ph type="sldImg"/>
          </p:nvPr>
        </p:nvSpPr>
        <p:spPr>
          <a:xfrm>
            <a:off x="1103313" y="301625"/>
            <a:ext cx="4700587" cy="3525838"/>
          </a:xfrm>
        </p:spPr>
      </p:sp>
      <p:sp>
        <p:nvSpPr>
          <p:cNvPr id="50179" name="文本占位符 50178"/>
          <p:cNvSpPr>
            <a:spLocks noGrp="1"/>
          </p:cNvSpPr>
          <p:nvPr>
            <p:ph type="body"/>
          </p:nvPr>
        </p:nvSpPr>
        <p:spPr>
          <a:xfrm>
            <a:off x="523875" y="4052888"/>
            <a:ext cx="5835650" cy="4579937"/>
          </a:xfrm>
        </p:spPr>
        <p:txBody>
          <a:bodyPr vert="horz" wrap="square" lIns="86493" tIns="43247" rIns="86493" bIns="43247" anchor="t"/>
          <a:p>
            <a:pPr lvl="0"/>
            <a:r>
              <a:rPr lang="zh-CN" altLang="en-US"/>
              <a:t>经过以上的配置，</a:t>
            </a:r>
            <a:r>
              <a:rPr lang="en-US" altLang="zh-CN"/>
              <a:t>RIP</a:t>
            </a:r>
            <a:r>
              <a:rPr lang="zh-CN" altLang="en-US"/>
              <a:t>就</a:t>
            </a:r>
            <a:r>
              <a:rPr lang="zh-CN" altLang="en-US"/>
              <a:t>可以正常工作了，</a:t>
            </a:r>
            <a:r>
              <a:rPr lang="en-US" altLang="zh-CN"/>
              <a:t>router A </a:t>
            </a:r>
            <a:r>
              <a:rPr lang="zh-CN" altLang="en-US"/>
              <a:t>和 </a:t>
            </a:r>
            <a:r>
              <a:rPr lang="en-US" altLang="zh-CN"/>
              <a:t>router B </a:t>
            </a:r>
            <a:r>
              <a:rPr lang="zh-CN" altLang="en-US"/>
              <a:t>就可以自动的交换路由信息了，自动生成路由表了。</a:t>
            </a:r>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52226" name="幻灯片图像占位符 52225"/>
          <p:cNvSpPr>
            <a:spLocks noGrp="1" noChangeAspect="1"/>
          </p:cNvSpPr>
          <p:nvPr>
            <p:ph type="sldImg"/>
          </p:nvPr>
        </p:nvSpPr>
        <p:spPr>
          <a:xfrm>
            <a:off x="1103313" y="301625"/>
            <a:ext cx="4700587" cy="3525838"/>
          </a:xfrm>
        </p:spPr>
      </p:sp>
      <p:sp>
        <p:nvSpPr>
          <p:cNvPr id="52227" name="文本占位符 52226"/>
          <p:cNvSpPr>
            <a:spLocks noGrp="1"/>
          </p:cNvSpPr>
          <p:nvPr>
            <p:ph type="body"/>
          </p:nvPr>
        </p:nvSpPr>
        <p:spPr>
          <a:xfrm>
            <a:off x="523875" y="4052888"/>
            <a:ext cx="5835650" cy="4579937"/>
          </a:xfrm>
        </p:spPr>
        <p:txBody>
          <a:bodyPr vert="horz" wrap="square" lIns="86493" tIns="43247" rIns="86493" bIns="43247" anchor="t"/>
          <a:p>
            <a:pPr lvl="0"/>
            <a:r>
              <a:rPr lang="zh-CN" altLang="en-US" b="1"/>
              <a:t>用 </a:t>
            </a:r>
            <a:r>
              <a:rPr lang="en-US" altLang="zh-CN" b="1"/>
              <a:t>show </a:t>
            </a:r>
            <a:r>
              <a:rPr lang="en-US" altLang="zh-CN" b="1"/>
              <a:t>ip</a:t>
            </a:r>
            <a:r>
              <a:rPr lang="en-US" altLang="zh-CN" b="1"/>
              <a:t> route </a:t>
            </a:r>
            <a:r>
              <a:rPr lang="zh-CN" altLang="en-US" b="1"/>
              <a:t>来显示路由表，如图所示。</a:t>
            </a:r>
            <a:endParaRPr lang="zh-CN" altLang="en-US" b="1"/>
          </a:p>
          <a:p>
            <a:pPr lvl="0"/>
            <a:endParaRPr lang="zh-CN" altLang="en-US" sz="1600" b="1">
              <a:latin typeface="Courier" pitchFamily="1" charset="0"/>
            </a:endParaRPr>
          </a:p>
          <a:p>
            <a:pPr lvl="0"/>
            <a:r>
              <a:rPr lang="zh-CN" altLang="en-US" sz="1600" b="1">
                <a:latin typeface="Courier" pitchFamily="1" charset="0"/>
              </a:rPr>
              <a:t>以上输出的含义是：</a:t>
            </a:r>
            <a:r>
              <a:rPr lang="zh-CN" altLang="en-US" sz="1600" b="1">
                <a:latin typeface="Courier" pitchFamily="1" charset="0"/>
              </a:rPr>
              <a:t> </a:t>
            </a:r>
            <a:endParaRPr lang="zh-CN" altLang="en-US" sz="1600" b="1">
              <a:latin typeface="Courier" pitchFamily="1" charset="0"/>
            </a:endParaRPr>
          </a:p>
          <a:p>
            <a:pPr lvl="0"/>
            <a:r>
              <a:rPr lang="en-US" altLang="zh-CN" sz="1600" b="1">
                <a:latin typeface="Courier" pitchFamily="1" charset="0"/>
              </a:rPr>
              <a:t>192.168.2.0     255.255.255.0   	40.1.1.6       	fei_3/1       rip     120  2</a:t>
            </a:r>
            <a:endParaRPr lang="en-US" altLang="zh-CN" sz="1600" b="1">
              <a:latin typeface="Courier" pitchFamily="1" charset="0"/>
            </a:endParaRPr>
          </a:p>
          <a:p>
            <a:pPr lvl="0"/>
            <a:endParaRPr lang="en-US" altLang="zh-CN" sz="1600" b="1">
              <a:latin typeface="Courier" pitchFamily="1" charset="0"/>
            </a:endParaRPr>
          </a:p>
          <a:p>
            <a:pPr lvl="0"/>
            <a:r>
              <a:rPr lang="zh-CN" altLang="en-US" b="1"/>
              <a:t>路由器</a:t>
            </a:r>
            <a:r>
              <a:rPr lang="en-US" altLang="zh-CN" b="1"/>
              <a:t>A</a:t>
            </a:r>
            <a:r>
              <a:rPr lang="zh-CN" altLang="en-US" b="1"/>
              <a:t>从路由器</a:t>
            </a:r>
            <a:r>
              <a:rPr lang="en-US" altLang="zh-CN" b="1"/>
              <a:t>B</a:t>
            </a:r>
            <a:r>
              <a:rPr lang="zh-CN" altLang="en-US" b="1"/>
              <a:t>那里学来了 </a:t>
            </a:r>
            <a:r>
              <a:rPr lang="en-US" altLang="zh-CN" b="1"/>
              <a:t>192.168.2.0/24</a:t>
            </a:r>
            <a:r>
              <a:rPr lang="zh-CN" altLang="en-US" b="1"/>
              <a:t>的动态路由，下一跳是</a:t>
            </a:r>
            <a:r>
              <a:rPr lang="en-US" altLang="zh-CN" b="1"/>
              <a:t>40.1.1.6</a:t>
            </a:r>
            <a:r>
              <a:rPr lang="zh-CN" altLang="en-US" b="1"/>
              <a:t>，去这个（ </a:t>
            </a:r>
            <a:r>
              <a:rPr lang="en-US" altLang="zh-CN" b="1"/>
              <a:t>40.1.1.6 </a:t>
            </a:r>
            <a:r>
              <a:rPr lang="zh-CN" altLang="en-US" b="1"/>
              <a:t>）下一跳的本地出口是</a:t>
            </a:r>
            <a:r>
              <a:rPr lang="en-US" altLang="zh-CN" b="1"/>
              <a:t>fei_3/1</a:t>
            </a:r>
            <a:r>
              <a:rPr lang="zh-CN" altLang="en-US" b="1"/>
              <a:t>，</a:t>
            </a:r>
            <a:r>
              <a:rPr lang="zh-CN" altLang="en-US" b="1"/>
              <a:t>生成该条路由条目的协议是</a:t>
            </a:r>
            <a:r>
              <a:rPr lang="en-US" altLang="zh-CN" b="1"/>
              <a:t>RIP</a:t>
            </a:r>
            <a:r>
              <a:rPr lang="zh-CN" altLang="en-US" b="1"/>
              <a:t>，</a:t>
            </a:r>
            <a:r>
              <a:rPr lang="en-US" altLang="zh-CN" b="1"/>
              <a:t>RIP</a:t>
            </a:r>
            <a:r>
              <a:rPr lang="zh-CN" altLang="en-US" b="1"/>
              <a:t>的缺省路由优先级是</a:t>
            </a:r>
            <a:r>
              <a:rPr lang="en-US" altLang="zh-CN" b="1"/>
              <a:t>120</a:t>
            </a:r>
            <a:r>
              <a:rPr lang="zh-CN" altLang="en-US" b="1"/>
              <a:t>，该路由条目的跳数是</a:t>
            </a:r>
            <a:r>
              <a:rPr lang="en-US" altLang="zh-CN" b="1"/>
              <a:t>2</a:t>
            </a:r>
            <a:r>
              <a:rPr lang="zh-CN" altLang="en-US" b="1"/>
              <a:t>跳。</a:t>
            </a:r>
            <a:endParaRPr lang="zh-CN" altLang="en-US"/>
          </a:p>
          <a:p>
            <a:pPr lvl="0"/>
            <a:endParaRPr lang="zh-CN" altLang="en-US"/>
          </a:p>
          <a:p>
            <a:pPr lvl="0"/>
            <a:endParaRPr lang="zh-CN" altLang="en-US"/>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p:pic>
        <p:nvPicPr>
          <p:cNvPr id="5122" name="图片 2049" descr="图片2"/>
          <p:cNvPicPr>
            <a:picLocks noChangeAspect="1"/>
          </p:cNvPicPr>
          <p:nvPr/>
        </p:nvPicPr>
        <p:blipFill>
          <a:blip r:embed="rId2"/>
          <a:stretch>
            <a:fillRect/>
          </a:stretch>
        </p:blipFill>
        <p:spPr>
          <a:xfrm>
            <a:off x="0" y="0"/>
            <a:ext cx="9144000" cy="6856413"/>
          </a:xfrm>
          <a:prstGeom prst="rect">
            <a:avLst/>
          </a:prstGeom>
          <a:noFill/>
          <a:ln w="9525">
            <a:noFill/>
          </a:ln>
        </p:spPr>
      </p:pic>
      <p:sp>
        <p:nvSpPr>
          <p:cNvPr id="5123" name="文本框 2052"/>
          <p:cNvSpPr txBox="1"/>
          <p:nvPr/>
        </p:nvSpPr>
        <p:spPr>
          <a:xfrm>
            <a:off x="4572000" y="6021388"/>
            <a:ext cx="4273550" cy="396875"/>
          </a:xfrm>
          <a:prstGeom prst="rect">
            <a:avLst/>
          </a:prstGeom>
          <a:noFill/>
          <a:ln w="9525">
            <a:noFill/>
          </a:ln>
        </p:spPr>
        <p:txBody>
          <a:bodyPr anchor="t">
            <a:spAutoFit/>
          </a:bodyPr>
          <a:p>
            <a:pPr lvl="0" algn="r">
              <a:spcBef>
                <a:spcPct val="50000"/>
              </a:spcBef>
            </a:pPr>
            <a:r>
              <a:rPr lang="zh-CN" altLang="en-US" sz="2000" b="1">
                <a:latin typeface="Arial" panose="020B0604020202020204" pitchFamily="34" charset="0"/>
                <a:ea typeface="黑体" panose="02010609060101010101" pitchFamily="2" charset="-122"/>
              </a:rPr>
              <a:t>承载网</a:t>
            </a:r>
            <a:r>
              <a:rPr lang="en-US" altLang="zh-CN" sz="2000" b="1">
                <a:latin typeface="Arial" panose="020B0604020202020204" pitchFamily="34" charset="0"/>
                <a:ea typeface="黑体" panose="02010609060101010101" pitchFamily="2" charset="-122"/>
              </a:rPr>
              <a:t>D&amp;T</a:t>
            </a:r>
            <a:r>
              <a:rPr lang="zh-CN" altLang="en-US" sz="2000" b="1">
                <a:latin typeface="Arial" panose="020B0604020202020204" pitchFamily="34" charset="0"/>
                <a:ea typeface="黑体" panose="02010609060101010101" pitchFamily="2" charset="-122"/>
              </a:rPr>
              <a:t>团队</a:t>
            </a:r>
            <a:endParaRPr lang="zh-CN" altLang="en-US" sz="2000" b="1">
              <a:latin typeface="Arial" panose="020B0604020202020204" pitchFamily="34" charset="0"/>
              <a:ea typeface="黑体" panose="02010609060101010101" pitchFamily="2" charset="-122"/>
            </a:endParaRPr>
          </a:p>
        </p:txBody>
      </p:sp>
      <p:sp>
        <p:nvSpPr>
          <p:cNvPr id="2051" name="标题 2050"/>
          <p:cNvSpPr>
            <a:spLocks noGrp="1"/>
          </p:cNvSpPr>
          <p:nvPr>
            <p:ph type="ctrTitle" hasCustomPrompt="1"/>
          </p:nvPr>
        </p:nvSpPr>
        <p:spPr>
          <a:xfrm>
            <a:off x="928688" y="1630363"/>
            <a:ext cx="7269162" cy="792162"/>
          </a:xfrm>
          <a:prstGeom prst="rect">
            <a:avLst/>
          </a:prstGeom>
          <a:noFill/>
          <a:ln w="9525">
            <a:noFill/>
          </a:ln>
          <a:effectLst>
            <a:outerShdw dist="35921" dir="2699999" algn="ctr" rotWithShape="0">
              <a:schemeClr val="tx1"/>
            </a:outerShdw>
          </a:effectLst>
        </p:spPr>
        <p:txBody>
          <a:bodyPr anchor="ctr"/>
          <a:lstStyle>
            <a:lvl1pPr lvl="0" algn="ctr">
              <a:buClrTx/>
              <a:buSzTx/>
              <a:buFontTx/>
              <a:defRPr sz="3200">
                <a:solidFill>
                  <a:schemeClr val="accent2"/>
                </a:solidFill>
              </a:defRPr>
            </a:lvl1pPr>
          </a:lstStyle>
          <a:p>
            <a:pPr lvl="0" fontAlgn="base"/>
            <a:r>
              <a:rPr lang="en-US" altLang="zh-CN" strike="noStrike" noProof="1"/>
              <a:t>Presentation Title</a:t>
            </a:r>
            <a:endParaRPr lang="en-US" altLang="zh-CN" strike="noStrike" noProof="1"/>
          </a:p>
        </p:txBody>
      </p:sp>
      <p:sp>
        <p:nvSpPr>
          <p:cNvPr id="2052" name="副标题 2051"/>
          <p:cNvSpPr>
            <a:spLocks noGrp="1"/>
          </p:cNvSpPr>
          <p:nvPr>
            <p:ph type="subTitle" idx="1" hasCustomPrompt="1"/>
          </p:nvPr>
        </p:nvSpPr>
        <p:spPr>
          <a:xfrm>
            <a:off x="1860550" y="2493963"/>
            <a:ext cx="5432425" cy="503237"/>
          </a:xfrm>
          <a:prstGeom prst="rect">
            <a:avLst/>
          </a:prstGeom>
          <a:noFill/>
          <a:ln w="9525">
            <a:noFill/>
          </a:ln>
          <a:effectLst>
            <a:outerShdw dist="35921" dir="2699999" algn="ctr" rotWithShape="0">
              <a:schemeClr val="tx1"/>
            </a:outerShdw>
          </a:effectLst>
        </p:spPr>
        <p:txBody>
          <a:bodyPr anchor="t"/>
          <a:lstStyle>
            <a:lvl1pPr marL="0" lvl="0" indent="0" algn="ctr">
              <a:buClr>
                <a:schemeClr val="tx2"/>
              </a:buClr>
              <a:buSzPct val="105000"/>
              <a:buFont typeface="Wingdings" panose="05000000000000000000" pitchFamily="2" charset="2"/>
              <a:buNone/>
              <a:defRPr>
                <a:solidFill>
                  <a:schemeClr val="bg1"/>
                </a:solidFill>
                <a:ea typeface="楷体_GB2312" pitchFamily="1" charset="-122"/>
              </a:defRPr>
            </a:lvl1pPr>
            <a:lvl2pPr marL="457200" lvl="1" indent="0" algn="ctr">
              <a:buClr>
                <a:schemeClr val="tx2"/>
              </a:buClr>
              <a:buSzPct val="105000"/>
              <a:buFont typeface="Wingdings" panose="05000000000000000000" pitchFamily="2" charset="2"/>
              <a:buNone/>
              <a:defRPr>
                <a:solidFill>
                  <a:schemeClr val="bg1"/>
                </a:solidFill>
                <a:ea typeface="楷体_GB2312" pitchFamily="1" charset="-122"/>
              </a:defRPr>
            </a:lvl2pPr>
            <a:lvl3pPr marL="914400" lvl="2" indent="0" algn="ctr">
              <a:buClr>
                <a:schemeClr val="tx2"/>
              </a:buClr>
              <a:buSzPct val="105000"/>
              <a:buFont typeface="Wingdings" panose="05000000000000000000" pitchFamily="2" charset="2"/>
              <a:buNone/>
              <a:defRPr>
                <a:solidFill>
                  <a:schemeClr val="bg1"/>
                </a:solidFill>
                <a:ea typeface="楷体_GB2312" pitchFamily="1" charset="-122"/>
              </a:defRPr>
            </a:lvl3pPr>
            <a:lvl4pPr marL="1371600" lvl="3" indent="0" algn="ctr">
              <a:buClr>
                <a:schemeClr val="tx2"/>
              </a:buClr>
              <a:buSzTx/>
              <a:buFont typeface="Arial" panose="020B0604020202020204" pitchFamily="34" charset="0"/>
              <a:buNone/>
              <a:defRPr>
                <a:solidFill>
                  <a:schemeClr val="bg1"/>
                </a:solidFill>
                <a:ea typeface="楷体_GB2312" pitchFamily="1" charset="-122"/>
              </a:defRPr>
            </a:lvl4pPr>
            <a:lvl5pPr marL="1828800" lvl="4" indent="0" algn="ctr">
              <a:buClr>
                <a:schemeClr val="tx2"/>
              </a:buClr>
              <a:buSzTx/>
              <a:buFont typeface="Arial" panose="020B0604020202020204" pitchFamily="34" charset="0"/>
              <a:buNone/>
              <a:defRPr>
                <a:solidFill>
                  <a:schemeClr val="bg1"/>
                </a:solidFill>
                <a:ea typeface="楷体_GB2312" pitchFamily="1" charset="-122"/>
              </a:defRPr>
            </a:lvl5pPr>
          </a:lstStyle>
          <a:p>
            <a:pPr lvl="0" fontAlgn="base"/>
            <a:r>
              <a:rPr lang="en-US" altLang="zh-CN" strike="noStrike" noProof="1"/>
              <a:t>Presentation Subtitle</a:t>
            </a:r>
            <a:endParaRPr lang="en-US" altLang="zh-CN" strike="noStrike" noProof="1"/>
          </a:p>
        </p:txBody>
      </p:sp>
    </p:spTree>
  </p:cSld>
  <p:clrMapOvr>
    <a:masterClrMapping/>
  </p:clrMapOvr>
  <p:transition/>
  <p:hf sldNum="0"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灯片编号占位符 3"/>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灯片编号占位符 3"/>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4213" y="1628775"/>
            <a:ext cx="3845814" cy="42481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999" y="1628775"/>
            <a:ext cx="3845814" cy="42481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灯片编号占位符 4"/>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灯片编号占位符 6"/>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灯片编号占位符 4"/>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灯片编号占位符 4"/>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灯片编号占位符 3"/>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5360" y="836613"/>
            <a:ext cx="2120503" cy="504031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23850" y="836613"/>
            <a:ext cx="6238582" cy="504031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灯片编号占位符 3"/>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灯片编号占位符 3"/>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灯片编号占位符 3"/>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灯片编号占位符 3"/>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2124075" y="2276475"/>
            <a:ext cx="3033713" cy="345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5281613" y="2276475"/>
            <a:ext cx="3033713" cy="345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灯片编号占位符 4"/>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灯片编号占位符 6"/>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灯片编号占位符 4"/>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灯片编号占位符 4"/>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灯片编号占位符 3"/>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8704" y="1339850"/>
            <a:ext cx="1548210" cy="43926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2124075" y="1339850"/>
            <a:ext cx="4554877" cy="43926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灯片编号占位符 3"/>
          <p:cNvSpPr>
            <a:spLocks noGrp="1"/>
          </p:cNvSpPr>
          <p:nvPr>
            <p:ph type="sldNum" sz="quarter" idx="10"/>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57200" y="1600200"/>
            <a:ext cx="8229600" cy="4526280"/>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28650" y="1825625"/>
            <a:ext cx="38862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a:prstGeom prst="rect">
            <a:avLst/>
          </a:prstGeo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a:prstGeom prst="rect">
            <a:avLst/>
          </a:prstGeo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a:prstGeom prst="rect">
            <a:avLst/>
          </a:prstGeo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a:prstGeom prst="rect">
            <a:avLst/>
          </a:prstGeo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a:prstGeom prst="rect">
            <a:avLst/>
          </a:prstGeo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6280"/>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28650" y="365125"/>
            <a:ext cx="5800725" cy="5811838"/>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p:sp>
        <p:nvSpPr>
          <p:cNvPr id="6146" name="直接连接符 6145"/>
          <p:cNvSpPr/>
          <p:nvPr/>
        </p:nvSpPr>
        <p:spPr>
          <a:xfrm>
            <a:off x="7315200" y="1066800"/>
            <a:ext cx="0" cy="4495800"/>
          </a:xfrm>
          <a:prstGeom prst="line">
            <a:avLst/>
          </a:prstGeom>
          <a:ln w="9525" cap="flat" cmpd="sng">
            <a:solidFill>
              <a:schemeClr val="tx1"/>
            </a:solidFill>
            <a:prstDash val="solid"/>
            <a:round/>
            <a:headEnd type="none" w="med" len="med"/>
            <a:tailEnd type="none" w="med" len="med"/>
          </a:ln>
        </p:spPr>
      </p:sp>
      <p:grpSp>
        <p:nvGrpSpPr>
          <p:cNvPr id="2" name="组合 6151"/>
          <p:cNvGrpSpPr/>
          <p:nvPr/>
        </p:nvGrpSpPr>
        <p:grpSpPr>
          <a:xfrm>
            <a:off x="7493000" y="2992438"/>
            <a:ext cx="1338263" cy="2189162"/>
            <a:chOff x="0" y="0"/>
            <a:chExt cx="843" cy="1379"/>
          </a:xfrm>
        </p:grpSpPr>
        <p:sp>
          <p:nvSpPr>
            <p:cNvPr id="3" name="椭圆 6152"/>
            <p:cNvSpPr/>
            <p:nvPr/>
          </p:nvSpPr>
          <p:spPr>
            <a:xfrm>
              <a:off x="0" y="0"/>
              <a:ext cx="127" cy="127"/>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49" name="椭圆 6153"/>
            <p:cNvSpPr/>
            <p:nvPr/>
          </p:nvSpPr>
          <p:spPr>
            <a:xfrm>
              <a:off x="179" y="0"/>
              <a:ext cx="127" cy="127"/>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50" name="椭圆 6154"/>
            <p:cNvSpPr/>
            <p:nvPr/>
          </p:nvSpPr>
          <p:spPr>
            <a:xfrm>
              <a:off x="358" y="0"/>
              <a:ext cx="127" cy="127"/>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51" name="椭圆 6155"/>
            <p:cNvSpPr/>
            <p:nvPr/>
          </p:nvSpPr>
          <p:spPr>
            <a:xfrm>
              <a:off x="0" y="179"/>
              <a:ext cx="127" cy="127"/>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52" name="椭圆 6156"/>
            <p:cNvSpPr/>
            <p:nvPr/>
          </p:nvSpPr>
          <p:spPr>
            <a:xfrm>
              <a:off x="179" y="179"/>
              <a:ext cx="127" cy="127"/>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53" name="椭圆 6157"/>
            <p:cNvSpPr/>
            <p:nvPr/>
          </p:nvSpPr>
          <p:spPr>
            <a:xfrm>
              <a:off x="358" y="179"/>
              <a:ext cx="127" cy="127"/>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54" name="椭圆 6158"/>
            <p:cNvSpPr/>
            <p:nvPr/>
          </p:nvSpPr>
          <p:spPr>
            <a:xfrm>
              <a:off x="537" y="179"/>
              <a:ext cx="127" cy="127"/>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55" name="椭圆 6159"/>
            <p:cNvSpPr/>
            <p:nvPr/>
          </p:nvSpPr>
          <p:spPr>
            <a:xfrm>
              <a:off x="0" y="358"/>
              <a:ext cx="127" cy="127"/>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56" name="椭圆 6160"/>
            <p:cNvSpPr/>
            <p:nvPr/>
          </p:nvSpPr>
          <p:spPr>
            <a:xfrm>
              <a:off x="179" y="358"/>
              <a:ext cx="127" cy="127"/>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57" name="椭圆 6161"/>
            <p:cNvSpPr/>
            <p:nvPr/>
          </p:nvSpPr>
          <p:spPr>
            <a:xfrm>
              <a:off x="358" y="358"/>
              <a:ext cx="127" cy="127"/>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58" name="椭圆 6162"/>
            <p:cNvSpPr/>
            <p:nvPr/>
          </p:nvSpPr>
          <p:spPr>
            <a:xfrm>
              <a:off x="537" y="358"/>
              <a:ext cx="127" cy="127"/>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59" name="椭圆 6163"/>
            <p:cNvSpPr/>
            <p:nvPr/>
          </p:nvSpPr>
          <p:spPr>
            <a:xfrm>
              <a:off x="716" y="358"/>
              <a:ext cx="127" cy="127"/>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60" name="椭圆 6164"/>
            <p:cNvSpPr/>
            <p:nvPr/>
          </p:nvSpPr>
          <p:spPr>
            <a:xfrm>
              <a:off x="0" y="536"/>
              <a:ext cx="127" cy="128"/>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61" name="椭圆 6165"/>
            <p:cNvSpPr/>
            <p:nvPr/>
          </p:nvSpPr>
          <p:spPr>
            <a:xfrm>
              <a:off x="179" y="536"/>
              <a:ext cx="127" cy="128"/>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62" name="椭圆 6166"/>
            <p:cNvSpPr/>
            <p:nvPr/>
          </p:nvSpPr>
          <p:spPr>
            <a:xfrm>
              <a:off x="358" y="536"/>
              <a:ext cx="127" cy="128"/>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63" name="椭圆 6167"/>
            <p:cNvSpPr/>
            <p:nvPr/>
          </p:nvSpPr>
          <p:spPr>
            <a:xfrm>
              <a:off x="537" y="536"/>
              <a:ext cx="127" cy="128"/>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64" name="椭圆 6168"/>
            <p:cNvSpPr/>
            <p:nvPr/>
          </p:nvSpPr>
          <p:spPr>
            <a:xfrm>
              <a:off x="0" y="715"/>
              <a:ext cx="127" cy="128"/>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65" name="椭圆 6169"/>
            <p:cNvSpPr/>
            <p:nvPr/>
          </p:nvSpPr>
          <p:spPr>
            <a:xfrm>
              <a:off x="179" y="715"/>
              <a:ext cx="127" cy="128"/>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66" name="椭圆 6170"/>
            <p:cNvSpPr/>
            <p:nvPr/>
          </p:nvSpPr>
          <p:spPr>
            <a:xfrm>
              <a:off x="358" y="715"/>
              <a:ext cx="127" cy="128"/>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67" name="椭圆 6171"/>
            <p:cNvSpPr/>
            <p:nvPr/>
          </p:nvSpPr>
          <p:spPr>
            <a:xfrm>
              <a:off x="537" y="715"/>
              <a:ext cx="127" cy="128"/>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68" name="椭圆 6172"/>
            <p:cNvSpPr/>
            <p:nvPr/>
          </p:nvSpPr>
          <p:spPr>
            <a:xfrm>
              <a:off x="716" y="715"/>
              <a:ext cx="127" cy="128"/>
            </a:xfrm>
            <a:prstGeom prst="ellipse">
              <a:avLst/>
            </a:prstGeom>
            <a:solidFill>
              <a:schemeClr val="folHlink"/>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69" name="椭圆 6173"/>
            <p:cNvSpPr/>
            <p:nvPr/>
          </p:nvSpPr>
          <p:spPr>
            <a:xfrm>
              <a:off x="0" y="894"/>
              <a:ext cx="127" cy="127"/>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70" name="椭圆 6174"/>
            <p:cNvSpPr/>
            <p:nvPr/>
          </p:nvSpPr>
          <p:spPr>
            <a:xfrm>
              <a:off x="179" y="894"/>
              <a:ext cx="127" cy="127"/>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71" name="椭圆 6175"/>
            <p:cNvSpPr/>
            <p:nvPr/>
          </p:nvSpPr>
          <p:spPr>
            <a:xfrm>
              <a:off x="358" y="894"/>
              <a:ext cx="127" cy="127"/>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72" name="椭圆 6176"/>
            <p:cNvSpPr/>
            <p:nvPr/>
          </p:nvSpPr>
          <p:spPr>
            <a:xfrm>
              <a:off x="537" y="894"/>
              <a:ext cx="127" cy="127"/>
            </a:xfrm>
            <a:prstGeom prst="ellipse">
              <a:avLst/>
            </a:prstGeom>
            <a:solidFill>
              <a:schemeClr val="folHlink"/>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73" name="椭圆 6177"/>
            <p:cNvSpPr/>
            <p:nvPr/>
          </p:nvSpPr>
          <p:spPr>
            <a:xfrm>
              <a:off x="0" y="1073"/>
              <a:ext cx="127" cy="127"/>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74" name="椭圆 6178"/>
            <p:cNvSpPr/>
            <p:nvPr/>
          </p:nvSpPr>
          <p:spPr>
            <a:xfrm>
              <a:off x="179" y="1073"/>
              <a:ext cx="127" cy="127"/>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75" name="椭圆 6179"/>
            <p:cNvSpPr/>
            <p:nvPr/>
          </p:nvSpPr>
          <p:spPr>
            <a:xfrm>
              <a:off x="358" y="1073"/>
              <a:ext cx="127" cy="127"/>
            </a:xfrm>
            <a:prstGeom prst="ellipse">
              <a:avLst/>
            </a:prstGeom>
            <a:solidFill>
              <a:schemeClr val="folHlink"/>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76" name="椭圆 6180"/>
            <p:cNvSpPr/>
            <p:nvPr/>
          </p:nvSpPr>
          <p:spPr>
            <a:xfrm>
              <a:off x="537" y="1073"/>
              <a:ext cx="127" cy="127"/>
            </a:xfrm>
            <a:prstGeom prst="ellipse">
              <a:avLst/>
            </a:prstGeom>
            <a:solidFill>
              <a:schemeClr val="folHlink"/>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77" name="椭圆 6181"/>
            <p:cNvSpPr/>
            <p:nvPr/>
          </p:nvSpPr>
          <p:spPr>
            <a:xfrm>
              <a:off x="179" y="1252"/>
              <a:ext cx="127" cy="127"/>
            </a:xfrm>
            <a:prstGeom prst="ellipse">
              <a:avLst/>
            </a:prstGeom>
            <a:solidFill>
              <a:schemeClr val="folHlink"/>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6178" name="椭圆 6182"/>
            <p:cNvSpPr/>
            <p:nvPr/>
          </p:nvSpPr>
          <p:spPr>
            <a:xfrm>
              <a:off x="537" y="1252"/>
              <a:ext cx="127" cy="127"/>
            </a:xfrm>
            <a:prstGeom prst="ellipse">
              <a:avLst/>
            </a:prstGeom>
            <a:solidFill>
              <a:schemeClr val="folHlink"/>
            </a:solidFill>
            <a:ln w="9525">
              <a:noFill/>
            </a:ln>
          </p:spPr>
          <p:txBody>
            <a:bodyPr anchor="t"/>
            <a:p>
              <a:pPr lvl="0"/>
              <a:endParaRPr lang="zh-CN" altLang="en-US">
                <a:latin typeface="Arial" panose="020B0604020202020204" pitchFamily="34" charset="0"/>
                <a:ea typeface="宋体" panose="02010600030101010101" pitchFamily="2" charset="-122"/>
              </a:endParaRPr>
            </a:p>
          </p:txBody>
        </p:sp>
      </p:grpSp>
      <p:sp>
        <p:nvSpPr>
          <p:cNvPr id="6179" name="直接连接符 6183"/>
          <p:cNvSpPr/>
          <p:nvPr/>
        </p:nvSpPr>
        <p:spPr>
          <a:xfrm>
            <a:off x="304800" y="2819400"/>
            <a:ext cx="8229600" cy="0"/>
          </a:xfrm>
          <a:prstGeom prst="line">
            <a:avLst/>
          </a:prstGeom>
          <a:ln w="6350" cap="flat" cmpd="sng">
            <a:solidFill>
              <a:schemeClr val="tx1"/>
            </a:solidFill>
            <a:prstDash val="solid"/>
            <a:round/>
            <a:headEnd type="none" w="med" len="med"/>
            <a:tailEnd type="none" w="med" len="med"/>
          </a:ln>
        </p:spPr>
      </p:sp>
      <p:sp>
        <p:nvSpPr>
          <p:cNvPr id="6147" name="标题 6146"/>
          <p:cNvSpPr>
            <a:spLocks noGrp="1"/>
          </p:cNvSpPr>
          <p:nvPr>
            <p:ph type="ctrTitle"/>
          </p:nvPr>
        </p:nvSpPr>
        <p:spPr>
          <a:xfrm>
            <a:off x="315913" y="466725"/>
            <a:ext cx="6781800" cy="2133600"/>
          </a:xfrm>
          <a:prstGeom prst="rect">
            <a:avLst/>
          </a:prstGeom>
          <a:noFill/>
          <a:ln w="9525">
            <a:noFill/>
          </a:ln>
        </p:spPr>
        <p:txBody>
          <a:bodyPr anchor="b"/>
          <a:lstStyle>
            <a:lvl1pPr lvl="0" algn="r">
              <a:buClrTx/>
              <a:buSzTx/>
              <a:buFontTx/>
              <a:defRPr sz="4800"/>
            </a:lvl1pPr>
          </a:lstStyle>
          <a:p>
            <a:pPr lvl="0" fontAlgn="base"/>
            <a:r>
              <a:rPr lang="zh-CN" altLang="en-US" strike="noStrike" noProof="1"/>
              <a:t>单击此处编辑母版标题样式</a:t>
            </a:r>
            <a:endParaRPr lang="zh-CN" altLang="en-US" strike="noStrike" noProof="1"/>
          </a:p>
        </p:txBody>
      </p:sp>
      <p:sp>
        <p:nvSpPr>
          <p:cNvPr id="6148" name="副标题 6147"/>
          <p:cNvSpPr>
            <a:spLocks noGrp="1"/>
          </p:cNvSpPr>
          <p:nvPr>
            <p:ph type="subTitle" idx="1"/>
          </p:nvPr>
        </p:nvSpPr>
        <p:spPr>
          <a:xfrm>
            <a:off x="849313" y="3049588"/>
            <a:ext cx="6248400" cy="2362200"/>
          </a:xfrm>
          <a:prstGeom prst="rect">
            <a:avLst/>
          </a:prstGeom>
          <a:noFill/>
          <a:ln w="9525">
            <a:noFill/>
          </a:ln>
        </p:spPr>
        <p:txBody>
          <a:bodyPr anchor="t"/>
          <a:lstStyle>
            <a:lvl1pPr marL="0" lvl="0" indent="0" algn="r">
              <a:buClr>
                <a:schemeClr val="tx2"/>
              </a:buClr>
              <a:buSzPct val="70000"/>
              <a:buFont typeface="Wingdings" panose="05000000000000000000" pitchFamily="2" charset="2"/>
              <a:buNone/>
              <a:defRPr sz="3200"/>
            </a:lvl1pPr>
            <a:lvl2pPr marL="344805" lvl="1" indent="0" algn="ctr">
              <a:buClr>
                <a:schemeClr val="tx2"/>
              </a:buClr>
              <a:buSzPct val="70000"/>
              <a:buFont typeface="Wingdings" panose="05000000000000000000" pitchFamily="2" charset="2"/>
              <a:buNone/>
              <a:defRPr sz="3200"/>
            </a:lvl2pPr>
            <a:lvl3pPr marL="694055" lvl="2" indent="0" algn="ctr">
              <a:buClr>
                <a:schemeClr val="tx2"/>
              </a:buClr>
              <a:buSzPct val="70000"/>
              <a:buFont typeface="Wingdings" panose="05000000000000000000" pitchFamily="2" charset="2"/>
              <a:buNone/>
              <a:defRPr sz="3200"/>
            </a:lvl3pPr>
            <a:lvl4pPr marL="989330" lvl="3" indent="0" algn="ctr">
              <a:buClr>
                <a:schemeClr val="tx2"/>
              </a:buClr>
              <a:buSzPct val="70000"/>
              <a:buFont typeface="Wingdings" panose="05000000000000000000" pitchFamily="2" charset="2"/>
              <a:buNone/>
              <a:defRPr sz="3200"/>
            </a:lvl4pPr>
            <a:lvl5pPr marL="1282700" lvl="4" indent="0" algn="ctr">
              <a:buClr>
                <a:schemeClr val="tx2"/>
              </a:buClr>
              <a:buSzPct val="70000"/>
              <a:buFont typeface="Wingdings" panose="05000000000000000000" pitchFamily="2" charset="2"/>
              <a:buNone/>
              <a:defRPr sz="3200"/>
            </a:lvl5pPr>
          </a:lstStyle>
          <a:p>
            <a:pPr lvl="0" fontAlgn="base"/>
            <a:r>
              <a:rPr lang="zh-CN" altLang="en-US" strike="noStrike" noProof="1"/>
              <a:t>单击此处编辑母版副标题样式</a:t>
            </a:r>
            <a:endParaRPr lang="zh-CN" altLang="en-US" strike="noStrike" noProof="1"/>
          </a:p>
        </p:txBody>
      </p:sp>
      <p:sp>
        <p:nvSpPr>
          <p:cNvPr id="4" name="日期占位符 6148"/>
          <p:cNvSpPr>
            <a:spLocks noGrp="1"/>
          </p:cNvSpPr>
          <p:nvPr>
            <p:ph type="dt" sz="half" idx="2"/>
          </p:nvPr>
        </p:nvSpPr>
        <p:spPr>
          <a:xfrm>
            <a:off x="457200" y="6248400"/>
            <a:ext cx="2133600" cy="457200"/>
          </a:xfrm>
          <a:prstGeom prst="rect">
            <a:avLst/>
          </a:prstGeom>
          <a:noFill/>
          <a:ln w="9525">
            <a:noFill/>
          </a:ln>
        </p:spPr>
        <p:txBody>
          <a:bodyPr anchor="t"/>
          <a:lstStyle>
            <a:lvl1pPr>
              <a:defRPr sz="1000">
                <a:latin typeface="Arial" panose="020B0604020202020204" pitchFamily="34" charset="0"/>
              </a:defRPr>
            </a:lvl1pPr>
          </a:lstStyle>
          <a:p>
            <a:pPr fontAlgn="base"/>
            <a:fld id="{BB962C8B-B14F-4D97-AF65-F5344CB8AC3E}" type="datetime1">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
        <p:nvSpPr>
          <p:cNvPr id="5" name="页脚占位符 6149"/>
          <p:cNvSpPr>
            <a:spLocks noGrp="1"/>
          </p:cNvSpPr>
          <p:nvPr>
            <p:ph type="ftr" sz="quarter" idx="3"/>
          </p:nvPr>
        </p:nvSpPr>
        <p:spPr>
          <a:xfrm>
            <a:off x="3124200" y="6248400"/>
            <a:ext cx="2895600" cy="457200"/>
          </a:xfrm>
          <a:prstGeom prst="rect">
            <a:avLst/>
          </a:prstGeom>
          <a:noFill/>
          <a:ln w="9525">
            <a:noFill/>
          </a:ln>
        </p:spPr>
        <p:txBody>
          <a:bodyPr anchor="t"/>
          <a:lstStyle>
            <a:lvl1pPr algn="ctr">
              <a:defRPr sz="1000">
                <a:latin typeface="Arial" panose="020B0604020202020204" pitchFamily="34" charset="0"/>
              </a:defRPr>
            </a:lvl1pPr>
          </a:lstStyle>
          <a:p>
            <a:pPr fontAlgn="base"/>
            <a:endParaRPr lang="zh-CN" altLang="en-US" strike="noStrike" noProof="1"/>
          </a:p>
        </p:txBody>
      </p:sp>
      <p:sp>
        <p:nvSpPr>
          <p:cNvPr id="6" name="灯片编号占位符 6150"/>
          <p:cNvSpPr>
            <a:spLocks noGrp="1"/>
          </p:cNvSpPr>
          <p:nvPr>
            <p:ph type="sldNum" sz="quarter" idx="4"/>
          </p:nvPr>
        </p:nvSpPr>
        <p:spPr>
          <a:xfrm>
            <a:off x="6553200" y="6248400"/>
            <a:ext cx="2133600" cy="457200"/>
          </a:xfrm>
          <a:prstGeom prst="rect">
            <a:avLst/>
          </a:prstGeom>
          <a:noFill/>
          <a:ln w="9525">
            <a:noFill/>
          </a:ln>
        </p:spPr>
        <p:txBody>
          <a:bodyPr anchor="t"/>
          <a:lstStyle>
            <a:lvl1pPr algn="r">
              <a:defRPr sz="1000">
                <a:latin typeface="Arial" panose="020B0604020202020204" pitchFamily="34" charset="0"/>
              </a:defRPr>
            </a:lvl1pPr>
          </a:lstStyle>
          <a:p>
            <a:pPr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p>
            <a:pPr lvl="0" fontAlgn="base"/>
            <a:endParaRPr lang="zh-CN" altLang="en-US" strike="noStrike" noProof="1"/>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p>
            <a:pPr lvl="0" fontAlgn="base"/>
            <a:endParaRPr lang="zh-CN" altLang="en-US" strike="noStrike" noProof="1"/>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719263"/>
            <a:ext cx="4032504" cy="4411662"/>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719263"/>
            <a:ext cx="4032504" cy="4411662"/>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p>
            <a:pPr lvl="0" fontAlgn="base"/>
            <a:endParaRPr lang="zh-CN" altLang="en-US" strike="noStrike" noProof="1"/>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a:latin typeface="Times New Roman" panose="02020603050405020304" pitchFamily="2" charset="0"/>
            </a:endParaRPr>
          </a:p>
        </p:txBody>
      </p:sp>
      <p:sp>
        <p:nvSpPr>
          <p:cNvPr id="8" name="页脚占位符 7"/>
          <p:cNvSpPr>
            <a:spLocks noGrp="1"/>
          </p:cNvSpPr>
          <p:nvPr>
            <p:ph type="ftr" sz="quarter" idx="11"/>
          </p:nvPr>
        </p:nvSpPr>
        <p:spPr/>
        <p:txBody>
          <a:bodyPr/>
          <a:p>
            <a:pPr lvl="0" fontAlgn="base"/>
            <a:endParaRPr lang="zh-CN" altLang="en-US" strike="noStrike" noProof="1"/>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a:latin typeface="Times New Roman" panose="02020603050405020304" pitchFamily="2" charset="0"/>
            </a:endParaRPr>
          </a:p>
        </p:txBody>
      </p:sp>
      <p:sp>
        <p:nvSpPr>
          <p:cNvPr id="4" name="页脚占位符 3"/>
          <p:cNvSpPr>
            <a:spLocks noGrp="1"/>
          </p:cNvSpPr>
          <p:nvPr>
            <p:ph type="ftr" sz="quarter" idx="11"/>
          </p:nvPr>
        </p:nvSpPr>
        <p:spPr/>
        <p:txBody>
          <a:bodyPr/>
          <a:p>
            <a:pPr lvl="0" fontAlgn="base"/>
            <a:endParaRPr lang="zh-CN" altLang="en-US" strike="noStrike" noProof="1"/>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a:latin typeface="Times New Roman" panose="02020603050405020304" pitchFamily="2" charset="0"/>
            </a:endParaRPr>
          </a:p>
        </p:txBody>
      </p:sp>
      <p:sp>
        <p:nvSpPr>
          <p:cNvPr id="3" name="页脚占位符 2"/>
          <p:cNvSpPr>
            <a:spLocks noGrp="1"/>
          </p:cNvSpPr>
          <p:nvPr>
            <p:ph type="ftr" sz="quarter" idx="11"/>
          </p:nvPr>
        </p:nvSpPr>
        <p:spPr/>
        <p:txBody>
          <a:bodyPr/>
          <a:p>
            <a:pPr lvl="0" fontAlgn="base"/>
            <a:endParaRPr lang="zh-CN" altLang="en-US" strike="noStrike" noProof="1"/>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p>
            <a:pPr lvl="0" fontAlgn="base"/>
            <a:endParaRPr lang="zh-CN" altLang="en-US" strike="noStrike" noProof="1"/>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p>
            <a:pPr lvl="0" fontAlgn="base"/>
            <a:endParaRPr lang="zh-CN" altLang="en-US" strike="noStrike" noProof="1"/>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p>
            <a:pPr lvl="0" fontAlgn="base"/>
            <a:endParaRPr lang="zh-CN" altLang="en-US" strike="noStrike" noProof="1"/>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22238"/>
            <a:ext cx="6052930" cy="60086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p>
            <a:pPr lvl="0" fontAlgn="base"/>
            <a:endParaRPr lang="zh-CN" altLang="en-US" strike="noStrike" noProof="1"/>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3.png"/><Relationship Id="rId12" Type="http://schemas.openxmlformats.org/officeDocument/2006/relationships/image" Target="../media/image2.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4" Type="http://schemas.openxmlformats.org/officeDocument/2006/relationships/theme" Target="../theme/theme3.xml"/><Relationship Id="rId13" Type="http://schemas.openxmlformats.org/officeDocument/2006/relationships/image" Target="../media/image4.png"/><Relationship Id="rId12" Type="http://schemas.openxmlformats.org/officeDocument/2006/relationships/image" Target="../media/image2.jpe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图片 1025" descr="图片1"/>
          <p:cNvPicPr>
            <a:picLocks noChangeAspect="1"/>
          </p:cNvPicPr>
          <p:nvPr/>
        </p:nvPicPr>
        <p:blipFill>
          <a:blip r:embed="rId12"/>
          <a:stretch>
            <a:fillRect/>
          </a:stretch>
        </p:blipFill>
        <p:spPr>
          <a:xfrm>
            <a:off x="0" y="0"/>
            <a:ext cx="9144000" cy="6856413"/>
          </a:xfrm>
          <a:prstGeom prst="rect">
            <a:avLst/>
          </a:prstGeom>
          <a:noFill/>
          <a:ln w="9525">
            <a:noFill/>
          </a:ln>
        </p:spPr>
      </p:pic>
      <p:sp>
        <p:nvSpPr>
          <p:cNvPr id="1027" name="标题 1026"/>
          <p:cNvSpPr>
            <a:spLocks noGrp="1"/>
          </p:cNvSpPr>
          <p:nvPr>
            <p:ph type="title"/>
          </p:nvPr>
        </p:nvSpPr>
        <p:spPr>
          <a:xfrm>
            <a:off x="323850" y="836613"/>
            <a:ext cx="8482013" cy="720725"/>
          </a:xfrm>
          <a:prstGeom prst="rect">
            <a:avLst/>
          </a:prstGeom>
          <a:noFill/>
          <a:ln w="9525">
            <a:noFill/>
          </a:ln>
          <a:effectLst>
            <a:outerShdw dist="35921" dir="2699999" algn="ctr" rotWithShape="0">
              <a:srgbClr val="DDDDDD"/>
            </a:outerShdw>
          </a:effectLst>
        </p:spPr>
        <p:txBody>
          <a:bodyPr anchor="ctr"/>
          <a:p>
            <a:pPr lvl="0"/>
            <a:r>
              <a:rPr lang="zh-CN" altLang="en-US"/>
              <a:t>单击此处编辑母版标题样式</a:t>
            </a:r>
            <a:endParaRPr lang="zh-CN" altLang="en-US"/>
          </a:p>
        </p:txBody>
      </p:sp>
      <p:sp>
        <p:nvSpPr>
          <p:cNvPr id="1028" name="文本占位符 1027"/>
          <p:cNvSpPr>
            <a:spLocks noGrp="1"/>
          </p:cNvSpPr>
          <p:nvPr>
            <p:ph type="body"/>
          </p:nvPr>
        </p:nvSpPr>
        <p:spPr>
          <a:xfrm>
            <a:off x="684213" y="1628775"/>
            <a:ext cx="7848600" cy="4248150"/>
          </a:xfrm>
          <a:prstGeom prst="rect">
            <a:avLst/>
          </a:prstGeom>
          <a:noFill/>
          <a:ln w="9525">
            <a:noFill/>
          </a:ln>
        </p:spPr>
        <p:txBody>
          <a:bodyPr anchor="t"/>
          <a:p>
            <a:pPr lvl="0"/>
            <a:r>
              <a:rPr lang="zh-CN" altLang="en-US"/>
              <a:t>第一级</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29" name="矩形 1028"/>
          <p:cNvSpPr/>
          <p:nvPr/>
        </p:nvSpPr>
        <p:spPr>
          <a:xfrm>
            <a:off x="7451725" y="6381750"/>
            <a:ext cx="1512888" cy="287338"/>
          </a:xfrm>
          <a:prstGeom prst="rect">
            <a:avLst/>
          </a:prstGeom>
          <a:no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1030" name="灯片编号占位符 1029"/>
          <p:cNvSpPr>
            <a:spLocks noGrp="1"/>
          </p:cNvSpPr>
          <p:nvPr>
            <p:ph type="sldNum" sz="quarter" idx="4"/>
          </p:nvPr>
        </p:nvSpPr>
        <p:spPr>
          <a:xfrm>
            <a:off x="6888163" y="6553200"/>
            <a:ext cx="2133600" cy="304800"/>
          </a:xfrm>
          <a:prstGeom prst="rect">
            <a:avLst/>
          </a:prstGeom>
          <a:noFill/>
          <a:ln w="9525">
            <a:noFill/>
          </a:ln>
        </p:spPr>
        <p:txBody>
          <a:bodyPr/>
          <a:lstStyle>
            <a:lvl1pPr algn="r">
              <a:defRPr sz="1400">
                <a:latin typeface="Arial" panose="020B0604020202020204" pitchFamily="34" charset="0"/>
              </a:defRPr>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marL="0" lvl="0" indent="0" algn="l" defTabSz="914400" eaLnBrk="1" fontAlgn="base" latinLnBrk="0" hangingPunct="1">
        <a:lnSpc>
          <a:spcPct val="100000"/>
        </a:lnSpc>
        <a:spcBef>
          <a:spcPct val="0"/>
        </a:spcBef>
        <a:spcAft>
          <a:spcPct val="0"/>
        </a:spcAft>
        <a:buNone/>
        <a:defRPr sz="2800" b="1" u="none" kern="1200" baseline="0">
          <a:solidFill>
            <a:srgbClr val="0358AF"/>
          </a:solidFill>
          <a:latin typeface="+mj-lt"/>
          <a:ea typeface="+mj-ea"/>
          <a:cs typeface="+mj-cs"/>
        </a:defRPr>
      </a:lvl1pPr>
    </p:titleStyle>
    <p:bodyStyle>
      <a:lvl1pPr marL="342900" lvl="0" indent="-342900" algn="l" defTabSz="914400" eaLnBrk="1" fontAlgn="base" latinLnBrk="0" hangingPunct="1">
        <a:lnSpc>
          <a:spcPct val="100000"/>
        </a:lnSpc>
        <a:spcBef>
          <a:spcPct val="50000"/>
        </a:spcBef>
        <a:spcAft>
          <a:spcPct val="0"/>
        </a:spcAft>
        <a:buClr>
          <a:schemeClr val="tx2"/>
        </a:buClr>
        <a:buSzPct val="105000"/>
        <a:buFont typeface="Wingdings" panose="05000000000000000000" pitchFamily="2" charset="2"/>
        <a:buChar char="Ü"/>
        <a:defRPr sz="200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50000"/>
        </a:spcBef>
        <a:spcAft>
          <a:spcPct val="0"/>
        </a:spcAft>
        <a:buClr>
          <a:schemeClr val="tx2"/>
        </a:buClr>
        <a:buSzPct val="105000"/>
        <a:buFont typeface="Wingdings" panose="05000000000000000000" pitchFamily="2" charset="2"/>
        <a:buChar char="l"/>
        <a:defRPr sz="180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50000"/>
        </a:spcBef>
        <a:spcAft>
          <a:spcPct val="0"/>
        </a:spcAft>
        <a:buClr>
          <a:schemeClr val="tx2"/>
        </a:buClr>
        <a:buSzPct val="105000"/>
        <a:buFont typeface="Wingdings" panose="05000000000000000000" pitchFamily="2" charset="2"/>
        <a:buChar char="n"/>
        <a:defRPr sz="180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50000"/>
        </a:spcBef>
        <a:spcAft>
          <a:spcPct val="0"/>
        </a:spcAft>
        <a:buClr>
          <a:schemeClr val="tx2"/>
        </a:buClr>
        <a:buSzTx/>
        <a:buFont typeface="Arial" panose="020B0604020202020204" pitchFamily="34" charset="0"/>
        <a:buChar char="–"/>
        <a:defRPr sz="160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50000"/>
        </a:spcBef>
        <a:spcAft>
          <a:spcPct val="0"/>
        </a:spcAft>
        <a:buClr>
          <a:schemeClr val="tx2"/>
        </a:buClr>
        <a:buSzTx/>
        <a:buFont typeface="Arial" panose="020B0604020202020204" pitchFamily="34" charset="0"/>
        <a:buChar char="»"/>
        <a:defRPr sz="160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50000"/>
        </a:spcBef>
        <a:spcAft>
          <a:spcPct val="0"/>
        </a:spcAft>
        <a:buClr>
          <a:schemeClr val="tx2"/>
        </a:buClr>
        <a:buSzTx/>
        <a:buFont typeface="Arial" panose="020B0604020202020204" pitchFamily="34" charset="0"/>
        <a:buChar char="»"/>
        <a:defRPr sz="160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50000"/>
        </a:spcBef>
        <a:spcAft>
          <a:spcPct val="0"/>
        </a:spcAft>
        <a:buClr>
          <a:schemeClr val="tx2"/>
        </a:buClr>
        <a:buSzTx/>
        <a:buFont typeface="Arial" panose="020B0604020202020204" pitchFamily="34" charset="0"/>
        <a:buChar char="»"/>
        <a:defRPr sz="160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50000"/>
        </a:spcBef>
        <a:spcAft>
          <a:spcPct val="0"/>
        </a:spcAft>
        <a:buClr>
          <a:schemeClr val="tx2"/>
        </a:buClr>
        <a:buSzTx/>
        <a:buFont typeface="Arial" panose="020B0604020202020204" pitchFamily="34" charset="0"/>
        <a:buChar char="»"/>
        <a:defRPr sz="160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50000"/>
        </a:spcBef>
        <a:spcAft>
          <a:spcPct val="0"/>
        </a:spcAft>
        <a:buClr>
          <a:schemeClr val="tx2"/>
        </a:buClr>
        <a:buSzTx/>
        <a:buFont typeface="Arial" panose="020B0604020202020204" pitchFamily="34" charset="0"/>
        <a:buChar char="»"/>
        <a:defRPr sz="160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050" name="图片 3073" descr="图片1"/>
          <p:cNvPicPr>
            <a:picLocks noChangeAspect="1"/>
          </p:cNvPicPr>
          <p:nvPr/>
        </p:nvPicPr>
        <p:blipFill>
          <a:blip r:embed="rId12"/>
          <a:stretch>
            <a:fillRect/>
          </a:stretch>
        </p:blipFill>
        <p:spPr>
          <a:xfrm>
            <a:off x="0" y="0"/>
            <a:ext cx="9144000" cy="6856413"/>
          </a:xfrm>
          <a:prstGeom prst="rect">
            <a:avLst/>
          </a:prstGeom>
          <a:noFill/>
          <a:ln w="9525">
            <a:noFill/>
          </a:ln>
        </p:spPr>
      </p:pic>
      <p:sp>
        <p:nvSpPr>
          <p:cNvPr id="2051" name="标题 3074"/>
          <p:cNvSpPr>
            <a:spLocks noGrp="1"/>
          </p:cNvSpPr>
          <p:nvPr>
            <p:ph type="title"/>
          </p:nvPr>
        </p:nvSpPr>
        <p:spPr>
          <a:xfrm>
            <a:off x="2500313" y="1339850"/>
            <a:ext cx="5816600" cy="720725"/>
          </a:xfrm>
          <a:prstGeom prst="rect">
            <a:avLst/>
          </a:prstGeom>
          <a:noFill/>
          <a:ln w="9525">
            <a:noFill/>
          </a:ln>
          <a:effectLst>
            <a:outerShdw dist="53882" dir="2699999" algn="ctr" rotWithShape="0">
              <a:srgbClr val="DDDDDD"/>
            </a:outerShdw>
          </a:effectLst>
        </p:spPr>
        <p:txBody>
          <a:bodyPr anchor="ctr"/>
          <a:p>
            <a:pPr lvl="0"/>
            <a:r>
              <a:rPr lang="zh-CN" altLang="en-US"/>
              <a:t>单击此处编辑母版标题样式</a:t>
            </a:r>
            <a:endParaRPr lang="zh-CN" altLang="en-US"/>
          </a:p>
        </p:txBody>
      </p:sp>
      <p:sp>
        <p:nvSpPr>
          <p:cNvPr id="3076" name="灯片编号占位符 3075"/>
          <p:cNvSpPr>
            <a:spLocks noGrp="1"/>
          </p:cNvSpPr>
          <p:nvPr>
            <p:ph type="sldNum" sz="quarter" idx="4"/>
          </p:nvPr>
        </p:nvSpPr>
        <p:spPr>
          <a:xfrm>
            <a:off x="6888163" y="6553200"/>
            <a:ext cx="2133600" cy="304800"/>
          </a:xfrm>
          <a:prstGeom prst="rect">
            <a:avLst/>
          </a:prstGeom>
          <a:noFill/>
          <a:ln w="9525">
            <a:noFill/>
          </a:ln>
        </p:spPr>
        <p:txBody>
          <a:bodyPr/>
          <a:lstStyle>
            <a:lvl1pPr algn="r">
              <a:defRPr sz="1400">
                <a:latin typeface="Arial" panose="020B0604020202020204" pitchFamily="34" charset="0"/>
              </a:defRPr>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sp>
        <p:nvSpPr>
          <p:cNvPr id="2053" name="直接连接符 3076"/>
          <p:cNvSpPr/>
          <p:nvPr/>
        </p:nvSpPr>
        <p:spPr>
          <a:xfrm>
            <a:off x="1960563" y="2132013"/>
            <a:ext cx="4318000" cy="0"/>
          </a:xfrm>
          <a:prstGeom prst="line">
            <a:avLst/>
          </a:prstGeom>
          <a:ln w="19050" cap="flat" cmpd="sng">
            <a:solidFill>
              <a:srgbClr val="000000"/>
            </a:solidFill>
            <a:prstDash val="solid"/>
            <a:round/>
            <a:headEnd type="none" w="med" len="med"/>
            <a:tailEnd type="none" w="med" len="med"/>
          </a:ln>
        </p:spPr>
      </p:sp>
      <p:sp>
        <p:nvSpPr>
          <p:cNvPr id="2054" name="直接连接符 3077"/>
          <p:cNvSpPr/>
          <p:nvPr/>
        </p:nvSpPr>
        <p:spPr>
          <a:xfrm>
            <a:off x="1936750" y="2133600"/>
            <a:ext cx="0" cy="3598863"/>
          </a:xfrm>
          <a:prstGeom prst="line">
            <a:avLst/>
          </a:prstGeom>
          <a:ln w="19050" cap="flat" cmpd="sng">
            <a:solidFill>
              <a:schemeClr val="tx1"/>
            </a:solidFill>
            <a:prstDash val="solid"/>
            <a:round/>
            <a:headEnd type="none" w="med" len="med"/>
            <a:tailEnd type="none" w="med" len="med"/>
          </a:ln>
        </p:spPr>
      </p:sp>
      <p:pic>
        <p:nvPicPr>
          <p:cNvPr id="2055" name="图片 3078"/>
          <p:cNvPicPr>
            <a:picLocks noChangeAspect="1"/>
          </p:cNvPicPr>
          <p:nvPr/>
        </p:nvPicPr>
        <p:blipFill>
          <a:blip r:embed="rId13"/>
          <a:stretch>
            <a:fillRect/>
          </a:stretch>
        </p:blipFill>
        <p:spPr>
          <a:xfrm>
            <a:off x="755650" y="1154113"/>
            <a:ext cx="1460500" cy="1458912"/>
          </a:xfrm>
          <a:prstGeom prst="rect">
            <a:avLst/>
          </a:prstGeom>
          <a:noFill/>
          <a:ln w="9525">
            <a:noFill/>
          </a:ln>
        </p:spPr>
      </p:pic>
      <p:sp>
        <p:nvSpPr>
          <p:cNvPr id="2056" name="文本占位符 3079"/>
          <p:cNvSpPr>
            <a:spLocks noGrp="1"/>
          </p:cNvSpPr>
          <p:nvPr>
            <p:ph type="body"/>
          </p:nvPr>
        </p:nvSpPr>
        <p:spPr>
          <a:xfrm>
            <a:off x="2124075" y="2276475"/>
            <a:ext cx="6191250" cy="3455988"/>
          </a:xfrm>
          <a:prstGeom prst="rect">
            <a:avLst/>
          </a:prstGeom>
          <a:noFill/>
          <a:ln w="9525">
            <a:noFill/>
          </a:ln>
        </p:spPr>
        <p:txBody>
          <a:bodyPr anchor="t"/>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441325" lvl="0" indent="-441325" algn="l" defTabSz="914400" eaLnBrk="1" fontAlgn="base" latinLnBrk="0" hangingPunct="1">
        <a:lnSpc>
          <a:spcPct val="100000"/>
        </a:lnSpc>
        <a:spcBef>
          <a:spcPct val="50000"/>
        </a:spcBef>
        <a:spcAft>
          <a:spcPct val="0"/>
        </a:spcAft>
        <a:buClr>
          <a:srgbClr val="0087E2"/>
        </a:buClr>
        <a:buSzPct val="80000"/>
        <a:buFont typeface="Wingdings" panose="05000000000000000000" pitchFamily="2" charset="2"/>
        <a:buNone/>
        <a:defRPr sz="3200" b="1" u="none" kern="1200" baseline="0">
          <a:solidFill>
            <a:srgbClr val="0358AF"/>
          </a:solidFill>
          <a:latin typeface="+mj-lt"/>
          <a:ea typeface="+mj-ea"/>
          <a:cs typeface="+mj-cs"/>
        </a:defRPr>
      </a:lvl1pPr>
    </p:titleStyle>
    <p:bodyStyle>
      <a:lvl1pPr marL="441325" lvl="0" indent="-441325" algn="l" defTabSz="914400" eaLnBrk="1" fontAlgn="base" latinLnBrk="0" hangingPunct="1">
        <a:lnSpc>
          <a:spcPct val="120000"/>
        </a:lnSpc>
        <a:spcBef>
          <a:spcPct val="50000"/>
        </a:spcBef>
        <a:spcAft>
          <a:spcPct val="0"/>
        </a:spcAft>
        <a:buClr>
          <a:srgbClr val="0087E2"/>
        </a:buClr>
        <a:buSzPct val="60000"/>
        <a:buFont typeface="Wingdings" panose="05000000000000000000" pitchFamily="2" charset="2"/>
        <a:buChar char="q"/>
        <a:defRPr sz="2400" u="none" kern="1200" baseline="0">
          <a:solidFill>
            <a:schemeClr val="tx1"/>
          </a:solidFill>
          <a:latin typeface="+mn-lt"/>
          <a:ea typeface="+mn-ea"/>
          <a:cs typeface="+mn-cs"/>
        </a:defRPr>
      </a:lvl1pPr>
      <a:lvl2pPr marL="906780" lvl="1" indent="-285750" algn="l" defTabSz="914400" eaLnBrk="1" fontAlgn="base" latinLnBrk="0" hangingPunct="1">
        <a:lnSpc>
          <a:spcPct val="120000"/>
        </a:lnSpc>
        <a:spcBef>
          <a:spcPct val="50000"/>
        </a:spcBef>
        <a:spcAft>
          <a:spcPct val="0"/>
        </a:spcAft>
        <a:buClr>
          <a:srgbClr val="0087E2"/>
        </a:buClr>
        <a:buSzPct val="80000"/>
        <a:buFont typeface="Wingdings" panose="05000000000000000000" pitchFamily="2" charset="2"/>
        <a:buChar char="–"/>
        <a:defRPr sz="2000" u="none" kern="1200" baseline="0">
          <a:solidFill>
            <a:schemeClr val="tx1"/>
          </a:solidFill>
          <a:latin typeface="+mn-lt"/>
          <a:ea typeface="+mn-ea"/>
          <a:cs typeface="+mn-cs"/>
        </a:defRPr>
      </a:lvl2pPr>
      <a:lvl3pPr marL="1314450" lvl="2" indent="-228600" algn="l" defTabSz="914400" eaLnBrk="1" fontAlgn="base" latinLnBrk="0" hangingPunct="1">
        <a:lnSpc>
          <a:spcPct val="120000"/>
        </a:lnSpc>
        <a:spcBef>
          <a:spcPct val="50000"/>
        </a:spcBef>
        <a:spcAft>
          <a:spcPct val="0"/>
        </a:spcAft>
        <a:buClr>
          <a:srgbClr val="0087E2"/>
        </a:buClr>
        <a:buSzPct val="80000"/>
        <a:buFont typeface="Wingdings" panose="05000000000000000000" pitchFamily="2" charset="2"/>
        <a:buChar char="•"/>
        <a:defRPr sz="1800" u="none" kern="1200" baseline="0">
          <a:solidFill>
            <a:schemeClr val="tx1"/>
          </a:solidFill>
          <a:latin typeface="+mn-lt"/>
          <a:ea typeface="+mn-ea"/>
          <a:cs typeface="+mn-cs"/>
        </a:defRPr>
      </a:lvl3pPr>
      <a:lvl4pPr marL="1722755" lvl="3" indent="-228600" algn="l" defTabSz="914400" eaLnBrk="1" fontAlgn="base" latinLnBrk="0" hangingPunct="1">
        <a:lnSpc>
          <a:spcPct val="120000"/>
        </a:lnSpc>
        <a:spcBef>
          <a:spcPct val="50000"/>
        </a:spcBef>
        <a:spcAft>
          <a:spcPct val="0"/>
        </a:spcAft>
        <a:buClr>
          <a:srgbClr val="0087E2"/>
        </a:buClr>
        <a:buSzPct val="80000"/>
        <a:buFont typeface="Wingdings" panose="05000000000000000000" pitchFamily="2" charset="2"/>
        <a:buChar char="–"/>
        <a:defRPr sz="1600" u="none" kern="1200" baseline="0">
          <a:solidFill>
            <a:schemeClr val="tx1"/>
          </a:solidFill>
          <a:latin typeface="+mn-lt"/>
          <a:ea typeface="+mn-ea"/>
          <a:cs typeface="+mn-cs"/>
        </a:defRPr>
      </a:lvl4pPr>
      <a:lvl5pPr marL="2130425" lvl="4" indent="-228600" algn="l" defTabSz="914400" eaLnBrk="1" fontAlgn="base" latinLnBrk="0" hangingPunct="1">
        <a:lnSpc>
          <a:spcPct val="120000"/>
        </a:lnSpc>
        <a:spcBef>
          <a:spcPct val="50000"/>
        </a:spcBef>
        <a:spcAft>
          <a:spcPct val="0"/>
        </a:spcAft>
        <a:buClr>
          <a:srgbClr val="0087E2"/>
        </a:buClr>
        <a:buSzPct val="80000"/>
        <a:buFont typeface="Wingdings" panose="05000000000000000000" pitchFamily="2" charset="2"/>
        <a:buChar char="»"/>
        <a:defRPr sz="1600" u="none" kern="1200" baseline="0">
          <a:solidFill>
            <a:schemeClr val="tx1"/>
          </a:solidFill>
          <a:latin typeface="+mn-lt"/>
          <a:ea typeface="+mn-ea"/>
          <a:cs typeface="+mn-cs"/>
        </a:defRPr>
      </a:lvl5pPr>
      <a:lvl6pPr marL="2514600" lvl="5" indent="-228600" algn="l" defTabSz="914400" eaLnBrk="1" fontAlgn="base" latinLnBrk="0" hangingPunct="1">
        <a:lnSpc>
          <a:spcPct val="120000"/>
        </a:lnSpc>
        <a:spcBef>
          <a:spcPct val="50000"/>
        </a:spcBef>
        <a:spcAft>
          <a:spcPct val="0"/>
        </a:spcAft>
        <a:buClr>
          <a:srgbClr val="0087E2"/>
        </a:buClr>
        <a:buSzPct val="80000"/>
        <a:buFont typeface="Wingdings" panose="05000000000000000000" pitchFamily="2" charset="2"/>
        <a:buChar char="»"/>
        <a:defRPr sz="1600" u="none" kern="1200" baseline="0">
          <a:solidFill>
            <a:schemeClr val="tx1"/>
          </a:solidFill>
          <a:latin typeface="+mn-lt"/>
          <a:ea typeface="+mn-ea"/>
          <a:cs typeface="+mn-cs"/>
        </a:defRPr>
      </a:lvl6pPr>
      <a:lvl7pPr marL="2971800" lvl="6" indent="-228600" algn="l" defTabSz="914400" eaLnBrk="1" fontAlgn="base" latinLnBrk="0" hangingPunct="1">
        <a:lnSpc>
          <a:spcPct val="120000"/>
        </a:lnSpc>
        <a:spcBef>
          <a:spcPct val="50000"/>
        </a:spcBef>
        <a:spcAft>
          <a:spcPct val="0"/>
        </a:spcAft>
        <a:buClr>
          <a:srgbClr val="0087E2"/>
        </a:buClr>
        <a:buSzPct val="80000"/>
        <a:buFont typeface="Wingdings" panose="05000000000000000000" pitchFamily="2" charset="2"/>
        <a:buChar char="»"/>
        <a:defRPr sz="1600" u="none" kern="1200" baseline="0">
          <a:solidFill>
            <a:schemeClr val="tx1"/>
          </a:solidFill>
          <a:latin typeface="+mn-lt"/>
          <a:ea typeface="+mn-ea"/>
          <a:cs typeface="+mn-cs"/>
        </a:defRPr>
      </a:lvl7pPr>
      <a:lvl8pPr marL="3429000" lvl="7" indent="-228600" algn="l" defTabSz="914400" eaLnBrk="1" fontAlgn="base" latinLnBrk="0" hangingPunct="1">
        <a:lnSpc>
          <a:spcPct val="120000"/>
        </a:lnSpc>
        <a:spcBef>
          <a:spcPct val="50000"/>
        </a:spcBef>
        <a:spcAft>
          <a:spcPct val="0"/>
        </a:spcAft>
        <a:buClr>
          <a:srgbClr val="0087E2"/>
        </a:buClr>
        <a:buSzPct val="80000"/>
        <a:buFont typeface="Wingdings" panose="05000000000000000000" pitchFamily="2" charset="2"/>
        <a:buChar char="»"/>
        <a:defRPr sz="1600" u="none" kern="1200" baseline="0">
          <a:solidFill>
            <a:schemeClr val="tx1"/>
          </a:solidFill>
          <a:latin typeface="+mn-lt"/>
          <a:ea typeface="+mn-ea"/>
          <a:cs typeface="+mn-cs"/>
        </a:defRPr>
      </a:lvl8pPr>
      <a:lvl9pPr marL="3886200" lvl="8" indent="-228600" algn="l" defTabSz="914400" eaLnBrk="1" fontAlgn="base" latinLnBrk="0" hangingPunct="1">
        <a:lnSpc>
          <a:spcPct val="120000"/>
        </a:lnSpc>
        <a:spcBef>
          <a:spcPct val="50000"/>
        </a:spcBef>
        <a:spcAft>
          <a:spcPct val="0"/>
        </a:spcAft>
        <a:buClr>
          <a:srgbClr val="0087E2"/>
        </a:buClr>
        <a:buSzPct val="80000"/>
        <a:buFont typeface="Wingdings" panose="05000000000000000000" pitchFamily="2" charset="2"/>
        <a:buChar char="»"/>
        <a:defRPr sz="160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3074" name="图片 4097" descr="图片1"/>
          <p:cNvPicPr>
            <a:picLocks noChangeAspect="1"/>
          </p:cNvPicPr>
          <p:nvPr/>
        </p:nvPicPr>
        <p:blipFill>
          <a:blip r:embed="rId12"/>
          <a:stretch>
            <a:fillRect/>
          </a:stretch>
        </p:blipFill>
        <p:spPr>
          <a:xfrm>
            <a:off x="0" y="0"/>
            <a:ext cx="9144000" cy="6856413"/>
          </a:xfrm>
          <a:prstGeom prst="rect">
            <a:avLst/>
          </a:prstGeom>
          <a:noFill/>
          <a:ln w="9525">
            <a:noFill/>
          </a:ln>
        </p:spPr>
      </p:pic>
      <p:pic>
        <p:nvPicPr>
          <p:cNvPr id="3075" name="图片 4098" descr="Untitled-1 copy"/>
          <p:cNvPicPr preferRelativeResize="0">
            <a:picLocks noChangeAspect="1"/>
          </p:cNvPicPr>
          <p:nvPr/>
        </p:nvPicPr>
        <p:blipFill>
          <a:blip r:embed="rId13">
            <a:clrChange>
              <a:clrFrom>
                <a:srgbClr val="FFFFFF"/>
              </a:clrFrom>
              <a:clrTo>
                <a:srgbClr val="FFFFFF">
                  <a:alpha val="0"/>
                </a:srgbClr>
              </a:clrTo>
            </a:clrChange>
            <a:grayscl/>
            <a:lum bright="70001" contrast="-70000"/>
          </a:blip>
          <a:stretch>
            <a:fillRect/>
          </a:stretch>
        </p:blipFill>
        <p:spPr>
          <a:xfrm>
            <a:off x="936625" y="1428750"/>
            <a:ext cx="6988175" cy="3949700"/>
          </a:xfrm>
          <a:prstGeom prst="rect">
            <a:avLst/>
          </a:prstGeom>
          <a:noFill/>
          <a:ln w="9525">
            <a:noFill/>
          </a:ln>
        </p:spPr>
      </p:pic>
      <p:grpSp>
        <p:nvGrpSpPr>
          <p:cNvPr id="3076" name="组合 4099"/>
          <p:cNvGrpSpPr/>
          <p:nvPr/>
        </p:nvGrpSpPr>
        <p:grpSpPr>
          <a:xfrm>
            <a:off x="0" y="5951538"/>
            <a:ext cx="9158288" cy="912812"/>
            <a:chOff x="0" y="0"/>
            <a:chExt cx="5770" cy="575"/>
          </a:xfrm>
        </p:grpSpPr>
        <p:sp>
          <p:nvSpPr>
            <p:cNvPr id="3077" name="未知"/>
            <p:cNvSpPr/>
            <p:nvPr/>
          </p:nvSpPr>
          <p:spPr>
            <a:xfrm>
              <a:off x="0" y="0"/>
              <a:ext cx="5770" cy="575"/>
            </a:xfrm>
            <a:custGeom>
              <a:avLst/>
              <a:gdLst/>
              <a:ahLst/>
              <a:cxnLst/>
              <a:pathLst>
                <a:path w="5770" h="575">
                  <a:moveTo>
                    <a:pt x="2829" y="257"/>
                  </a:moveTo>
                  <a:cubicBezTo>
                    <a:pt x="1473" y="438"/>
                    <a:pt x="473" y="56"/>
                    <a:pt x="1" y="109"/>
                  </a:cubicBezTo>
                  <a:lnTo>
                    <a:pt x="0" y="575"/>
                  </a:lnTo>
                  <a:lnTo>
                    <a:pt x="5770" y="575"/>
                  </a:lnTo>
                  <a:lnTo>
                    <a:pt x="5752" y="182"/>
                  </a:lnTo>
                  <a:cubicBezTo>
                    <a:pt x="4956" y="0"/>
                    <a:pt x="4185" y="76"/>
                    <a:pt x="2829" y="257"/>
                  </a:cubicBezTo>
                  <a:close/>
                </a:path>
              </a:pathLst>
            </a:custGeom>
            <a:gradFill rotWithShape="1">
              <a:gsLst>
                <a:gs pos="0">
                  <a:srgbClr val="FFFFFF"/>
                </a:gs>
                <a:gs pos="100000">
                  <a:srgbClr val="66CCFF"/>
                </a:gs>
              </a:gsLst>
              <a:lin ang="5400000" scaled="1"/>
              <a:tileRect/>
            </a:gradFill>
            <a:ln w="9525">
              <a:noFill/>
            </a:ln>
          </p:spPr>
          <p:txBody>
            <a:bodyPr/>
            <a:p>
              <a:endParaRPr lang="zh-CN" altLang="en-US"/>
            </a:p>
          </p:txBody>
        </p:sp>
        <p:sp>
          <p:nvSpPr>
            <p:cNvPr id="3078" name="文本框 4101"/>
            <p:cNvSpPr txBox="1"/>
            <p:nvPr/>
          </p:nvSpPr>
          <p:spPr>
            <a:xfrm>
              <a:off x="4413" y="316"/>
              <a:ext cx="1081" cy="192"/>
            </a:xfrm>
            <a:prstGeom prst="rect">
              <a:avLst/>
            </a:prstGeom>
            <a:noFill/>
            <a:ln w="9525">
              <a:noFill/>
            </a:ln>
            <a:effectLst>
              <a:outerShdw dist="35921" dir="2699999" algn="ctr" rotWithShape="0">
                <a:schemeClr val="bg2"/>
              </a:outerShdw>
            </a:effectLst>
          </p:spPr>
          <p:txBody>
            <a:bodyPr wrap="none" anchor="t">
              <a:spAutoFit/>
            </a:bodyPr>
            <a:p>
              <a:pPr lvl="0"/>
              <a:r>
                <a:rPr lang="en-US" altLang="zh-CN">
                  <a:solidFill>
                    <a:schemeClr val="bg1"/>
                  </a:solidFill>
                  <a:latin typeface="Arial Black" panose="020B0A04020102020204" pitchFamily="2" charset="0"/>
                  <a:ea typeface="宋体" panose="02010600030101010101" pitchFamily="2" charset="-122"/>
                </a:rPr>
                <a:t>univ.zte.com.cn</a:t>
              </a:r>
              <a:endParaRPr lang="en-US" altLang="zh-CN">
                <a:solidFill>
                  <a:schemeClr val="bg1"/>
                </a:solidFill>
                <a:latin typeface="Arial Black" panose="020B0A04020102020204" pitchFamily="2" charset="0"/>
                <a:ea typeface="宋体" panose="02010600030101010101" pitchFamily="2" charset="-122"/>
              </a:endParaRPr>
            </a:p>
          </p:txBody>
        </p:sp>
      </p:grpSp>
      <p:sp>
        <p:nvSpPr>
          <p:cNvPr id="3079" name="矩形 4102"/>
          <p:cNvSpPr/>
          <p:nvPr/>
        </p:nvSpPr>
        <p:spPr>
          <a:xfrm>
            <a:off x="2844800" y="2779713"/>
            <a:ext cx="3455988" cy="865187"/>
          </a:xfrm>
          <a:prstGeom prst="rect">
            <a:avLst/>
          </a:prstGeom>
        </p:spPr>
        <p:txBody>
          <a:bodyPr wrap="none" fromWordArt="1">
            <a:prstTxWarp prst="textPlain">
              <a:avLst>
                <a:gd name="adj" fmla="val 50000"/>
              </a:avLst>
            </a:prstTxWarp>
            <a:normAutofit/>
          </a:bodyPr>
          <a:p>
            <a:pPr algn="ctr"/>
            <a:r>
              <a:rPr lang="zh-CN" altLang="en-US" sz="3600" b="1" spc="720">
                <a:ln w="9525" cap="flat" cmpd="sng">
                  <a:solidFill>
                    <a:srgbClr val="DDDDDD"/>
                  </a:solidFill>
                  <a:prstDash val="solid"/>
                  <a:round/>
                  <a:headEnd type="none" w="med" len="med"/>
                  <a:tailEnd type="none" w="med" len="med"/>
                </a:ln>
                <a:solidFill>
                  <a:srgbClr val="0087E2"/>
                </a:solidFill>
                <a:effectLst>
                  <a:outerShdw dist="45791" dir="3378595" algn="ctr" rotWithShape="0">
                    <a:srgbClr val="4D4D4D">
                      <a:alpha val="79999"/>
                    </a:srgbClr>
                  </a:outerShdw>
                </a:effectLst>
                <a:latin typeface="黑体" panose="02010609060101010101" pitchFamily="2" charset="-122"/>
                <a:ea typeface="黑体" panose="02010609060101010101" pitchFamily="2" charset="-122"/>
              </a:rPr>
              <a:t>谢谢!</a:t>
            </a:r>
            <a:endParaRPr lang="zh-CN" altLang="en-US" sz="3600" b="1" spc="720">
              <a:ln w="9525" cap="flat" cmpd="sng">
                <a:solidFill>
                  <a:srgbClr val="DDDDDD"/>
                </a:solidFill>
                <a:prstDash val="solid"/>
                <a:round/>
                <a:headEnd type="none" w="med" len="med"/>
                <a:tailEnd type="none" w="med" len="med"/>
              </a:ln>
              <a:solidFill>
                <a:srgbClr val="0087E2"/>
              </a:solidFill>
              <a:effectLst>
                <a:outerShdw dist="45791" dir="3378595" algn="ctr" rotWithShape="0">
                  <a:srgbClr val="4D4D4D">
                    <a:alpha val="79999"/>
                  </a:srgbClr>
                </a:outerShdw>
              </a:effectLst>
              <a:latin typeface="黑体" panose="02010609060101010101" pitchFamily="2" charset="-122"/>
              <a:ea typeface="黑体" panose="02010609060101010101" pitchFamily="2"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直接连接符 5121"/>
          <p:cNvSpPr/>
          <p:nvPr/>
        </p:nvSpPr>
        <p:spPr>
          <a:xfrm>
            <a:off x="7962900" y="152400"/>
            <a:ext cx="0" cy="1524000"/>
          </a:xfrm>
          <a:prstGeom prst="line">
            <a:avLst/>
          </a:prstGeom>
          <a:ln w="9525" cap="flat" cmpd="sng">
            <a:solidFill>
              <a:schemeClr val="tx1"/>
            </a:solidFill>
            <a:prstDash val="solid"/>
            <a:round/>
            <a:headEnd type="none" w="med" len="med"/>
            <a:tailEnd type="none" w="med" len="med"/>
          </a:ln>
        </p:spPr>
      </p:sp>
      <p:sp>
        <p:nvSpPr>
          <p:cNvPr id="4099" name="标题 5122"/>
          <p:cNvSpPr>
            <a:spLocks noGrp="1"/>
          </p:cNvSpPr>
          <p:nvPr>
            <p:ph type="title"/>
          </p:nvPr>
        </p:nvSpPr>
        <p:spPr>
          <a:xfrm>
            <a:off x="457200" y="122238"/>
            <a:ext cx="7543800" cy="1295400"/>
          </a:xfrm>
          <a:prstGeom prst="rect">
            <a:avLst/>
          </a:prstGeom>
          <a:noFill/>
          <a:ln w="9525">
            <a:noFill/>
          </a:ln>
        </p:spPr>
        <p:txBody>
          <a:bodyPr anchor="b"/>
          <a:p>
            <a:pPr lvl="0"/>
            <a:r>
              <a:rPr lang="zh-CN" altLang="en-US"/>
              <a:t>单击此处编辑母版标题样式</a:t>
            </a:r>
            <a:endParaRPr lang="zh-CN" altLang="en-US"/>
          </a:p>
        </p:txBody>
      </p:sp>
      <p:sp>
        <p:nvSpPr>
          <p:cNvPr id="4100" name="文本占位符 5123"/>
          <p:cNvSpPr>
            <a:spLocks noGrp="1"/>
          </p:cNvSpPr>
          <p:nvPr>
            <p:ph type="body"/>
          </p:nvPr>
        </p:nvSpPr>
        <p:spPr>
          <a:xfrm>
            <a:off x="457200" y="1719263"/>
            <a:ext cx="8229600" cy="4411662"/>
          </a:xfrm>
          <a:prstGeom prst="rect">
            <a:avLst/>
          </a:prstGeom>
          <a:noFill/>
          <a:ln w="9525">
            <a:noFill/>
          </a:ln>
        </p:spPr>
        <p:txBody>
          <a:bodyPr anchor="t"/>
          <a:p>
            <a:pPr lvl="0"/>
            <a:r>
              <a:rPr lang="zh-CN" altLang="en-US"/>
              <a:t>单击此处编辑母版文本样式</a:t>
            </a:r>
            <a:endParaRPr lang="zh-CN" altLang="en-US"/>
          </a:p>
          <a:p>
            <a:pPr lvl="1" indent="-347345"/>
            <a:r>
              <a:rPr lang="zh-CN" altLang="en-US"/>
              <a:t>第二级</a:t>
            </a:r>
            <a:endParaRPr lang="zh-CN" altLang="en-US"/>
          </a:p>
          <a:p>
            <a:pPr lvl="2" indent="-293370"/>
            <a:r>
              <a:rPr lang="zh-CN" altLang="en-US"/>
              <a:t>第三级</a:t>
            </a:r>
            <a:endParaRPr lang="zh-CN" altLang="en-US"/>
          </a:p>
          <a:p>
            <a:pPr lvl="3" indent="-292100"/>
            <a:r>
              <a:rPr lang="zh-CN" altLang="en-US"/>
              <a:t>第四级</a:t>
            </a:r>
            <a:endParaRPr lang="zh-CN" altLang="en-US"/>
          </a:p>
          <a:p>
            <a:pPr lvl="4" indent="-316230"/>
            <a:r>
              <a:rPr lang="zh-CN" altLang="en-US"/>
              <a:t>第五级</a:t>
            </a:r>
            <a:endParaRPr lang="zh-CN" altLang="en-US"/>
          </a:p>
        </p:txBody>
      </p:sp>
      <p:sp>
        <p:nvSpPr>
          <p:cNvPr id="5125" name="日期占位符 5124"/>
          <p:cNvSpPr>
            <a:spLocks noGrp="1"/>
          </p:cNvSpPr>
          <p:nvPr>
            <p:ph type="dt" sz="half" idx="2"/>
          </p:nvPr>
        </p:nvSpPr>
        <p:spPr>
          <a:xfrm>
            <a:off x="457200" y="6248400"/>
            <a:ext cx="2133600" cy="457200"/>
          </a:xfrm>
          <a:prstGeom prst="rect">
            <a:avLst/>
          </a:prstGeom>
          <a:noFill/>
          <a:ln w="9525">
            <a:noFill/>
          </a:ln>
        </p:spPr>
        <p:txBody>
          <a:bodyPr/>
          <a:lstStyle>
            <a:lvl1pPr>
              <a:defRPr sz="1000">
                <a:latin typeface="Arial" panose="020B0604020202020204" pitchFamily="34" charset="0"/>
              </a:defRPr>
            </a:lvl1pPr>
          </a:lstStyle>
          <a:p>
            <a:pPr lvl="0" fontAlgn="base"/>
            <a:endParaRPr lang="zh-CN" altLang="en-US" strike="noStrike" noProof="1">
              <a:latin typeface="Times New Roman" panose="02020603050405020304" pitchFamily="2" charset="0"/>
            </a:endParaRPr>
          </a:p>
        </p:txBody>
      </p:sp>
      <p:sp>
        <p:nvSpPr>
          <p:cNvPr id="5126" name="页脚占位符 5125"/>
          <p:cNvSpPr>
            <a:spLocks noGrp="1"/>
          </p:cNvSpPr>
          <p:nvPr>
            <p:ph type="ftr" sz="quarter" idx="3"/>
          </p:nvPr>
        </p:nvSpPr>
        <p:spPr>
          <a:xfrm>
            <a:off x="3124200" y="6248400"/>
            <a:ext cx="2895600" cy="457200"/>
          </a:xfrm>
          <a:prstGeom prst="rect">
            <a:avLst/>
          </a:prstGeom>
          <a:noFill/>
          <a:ln w="9525">
            <a:noFill/>
          </a:ln>
        </p:spPr>
        <p:txBody>
          <a:bodyPr/>
          <a:lstStyle>
            <a:lvl1pPr algn="ctr">
              <a:defRPr sz="1000">
                <a:latin typeface="Arial" panose="020B0604020202020204" pitchFamily="34" charset="0"/>
              </a:defRPr>
            </a:lvl1pPr>
          </a:lstStyle>
          <a:p>
            <a:pPr lvl="0" fontAlgn="base"/>
            <a:endParaRPr lang="zh-CN" altLang="en-US" strike="noStrike" noProof="1"/>
          </a:p>
        </p:txBody>
      </p:sp>
      <p:sp>
        <p:nvSpPr>
          <p:cNvPr id="5127" name="灯片编号占位符 5126"/>
          <p:cNvSpPr>
            <a:spLocks noGrp="1"/>
          </p:cNvSpPr>
          <p:nvPr>
            <p:ph type="sldNum" sz="quarter" idx="4"/>
          </p:nvPr>
        </p:nvSpPr>
        <p:spPr>
          <a:xfrm>
            <a:off x="6553200" y="6248400"/>
            <a:ext cx="2133600" cy="457200"/>
          </a:xfrm>
          <a:prstGeom prst="rect">
            <a:avLst/>
          </a:prstGeom>
          <a:noFill/>
          <a:ln w="9525">
            <a:noFill/>
          </a:ln>
        </p:spPr>
        <p:txBody>
          <a:bodyPr/>
          <a:lstStyle>
            <a:lvl1pPr algn="r">
              <a:defRPr sz="1000">
                <a:latin typeface="Arial" panose="020B0604020202020204" pitchFamily="34" charset="0"/>
              </a:defRPr>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Times New Roman" panose="02020603050405020304" pitchFamily="2" charset="0"/>
            </a:endParaRPr>
          </a:p>
        </p:txBody>
      </p:sp>
      <p:grpSp>
        <p:nvGrpSpPr>
          <p:cNvPr id="4104" name="组合 5127"/>
          <p:cNvGrpSpPr/>
          <p:nvPr/>
        </p:nvGrpSpPr>
        <p:grpSpPr>
          <a:xfrm>
            <a:off x="8153400" y="152400"/>
            <a:ext cx="792163" cy="1295400"/>
            <a:chOff x="0" y="0"/>
            <a:chExt cx="528" cy="864"/>
          </a:xfrm>
        </p:grpSpPr>
        <p:sp>
          <p:nvSpPr>
            <p:cNvPr id="4105" name="椭圆 5128"/>
            <p:cNvSpPr/>
            <p:nvPr/>
          </p:nvSpPr>
          <p:spPr>
            <a:xfrm>
              <a:off x="0" y="0"/>
              <a:ext cx="80" cy="80"/>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06" name="椭圆 5129"/>
            <p:cNvSpPr/>
            <p:nvPr/>
          </p:nvSpPr>
          <p:spPr>
            <a:xfrm>
              <a:off x="112" y="0"/>
              <a:ext cx="80" cy="80"/>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07" name="椭圆 5130"/>
            <p:cNvSpPr/>
            <p:nvPr/>
          </p:nvSpPr>
          <p:spPr>
            <a:xfrm>
              <a:off x="224" y="0"/>
              <a:ext cx="80" cy="80"/>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08" name="椭圆 5131"/>
            <p:cNvSpPr/>
            <p:nvPr/>
          </p:nvSpPr>
          <p:spPr>
            <a:xfrm>
              <a:off x="0" y="112"/>
              <a:ext cx="80" cy="80"/>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09" name="椭圆 5132"/>
            <p:cNvSpPr/>
            <p:nvPr/>
          </p:nvSpPr>
          <p:spPr>
            <a:xfrm>
              <a:off x="112" y="112"/>
              <a:ext cx="80" cy="80"/>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10" name="椭圆 5133"/>
            <p:cNvSpPr/>
            <p:nvPr/>
          </p:nvSpPr>
          <p:spPr>
            <a:xfrm>
              <a:off x="224" y="112"/>
              <a:ext cx="80" cy="80"/>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11" name="椭圆 5134"/>
            <p:cNvSpPr/>
            <p:nvPr/>
          </p:nvSpPr>
          <p:spPr>
            <a:xfrm>
              <a:off x="336" y="112"/>
              <a:ext cx="80" cy="80"/>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12" name="椭圆 5135"/>
            <p:cNvSpPr/>
            <p:nvPr/>
          </p:nvSpPr>
          <p:spPr>
            <a:xfrm>
              <a:off x="0" y="224"/>
              <a:ext cx="80" cy="80"/>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13" name="椭圆 5136"/>
            <p:cNvSpPr/>
            <p:nvPr/>
          </p:nvSpPr>
          <p:spPr>
            <a:xfrm>
              <a:off x="112" y="224"/>
              <a:ext cx="80" cy="80"/>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14" name="椭圆 5137"/>
            <p:cNvSpPr/>
            <p:nvPr/>
          </p:nvSpPr>
          <p:spPr>
            <a:xfrm>
              <a:off x="224" y="224"/>
              <a:ext cx="80" cy="80"/>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15" name="椭圆 5138"/>
            <p:cNvSpPr/>
            <p:nvPr/>
          </p:nvSpPr>
          <p:spPr>
            <a:xfrm>
              <a:off x="336" y="224"/>
              <a:ext cx="80" cy="80"/>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16" name="椭圆 5139"/>
            <p:cNvSpPr/>
            <p:nvPr/>
          </p:nvSpPr>
          <p:spPr>
            <a:xfrm>
              <a:off x="448" y="224"/>
              <a:ext cx="80" cy="80"/>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17" name="椭圆 5140"/>
            <p:cNvSpPr/>
            <p:nvPr/>
          </p:nvSpPr>
          <p:spPr>
            <a:xfrm>
              <a:off x="0" y="336"/>
              <a:ext cx="80" cy="80"/>
            </a:xfrm>
            <a:prstGeom prst="ellipse">
              <a:avLst/>
            </a:prstGeom>
            <a:solidFill>
              <a:schemeClr val="tx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18" name="椭圆 5141"/>
            <p:cNvSpPr/>
            <p:nvPr/>
          </p:nvSpPr>
          <p:spPr>
            <a:xfrm>
              <a:off x="112" y="336"/>
              <a:ext cx="80" cy="80"/>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19" name="椭圆 5142"/>
            <p:cNvSpPr/>
            <p:nvPr/>
          </p:nvSpPr>
          <p:spPr>
            <a:xfrm>
              <a:off x="224" y="336"/>
              <a:ext cx="80" cy="80"/>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20" name="椭圆 5143"/>
            <p:cNvSpPr/>
            <p:nvPr/>
          </p:nvSpPr>
          <p:spPr>
            <a:xfrm>
              <a:off x="336" y="336"/>
              <a:ext cx="80" cy="80"/>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21" name="椭圆 5144"/>
            <p:cNvSpPr/>
            <p:nvPr/>
          </p:nvSpPr>
          <p:spPr>
            <a:xfrm>
              <a:off x="0" y="448"/>
              <a:ext cx="80" cy="80"/>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22" name="椭圆 5145"/>
            <p:cNvSpPr/>
            <p:nvPr/>
          </p:nvSpPr>
          <p:spPr>
            <a:xfrm>
              <a:off x="112" y="448"/>
              <a:ext cx="80" cy="80"/>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23" name="椭圆 5146"/>
            <p:cNvSpPr/>
            <p:nvPr/>
          </p:nvSpPr>
          <p:spPr>
            <a:xfrm>
              <a:off x="224" y="448"/>
              <a:ext cx="80" cy="80"/>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24" name="椭圆 5147"/>
            <p:cNvSpPr/>
            <p:nvPr/>
          </p:nvSpPr>
          <p:spPr>
            <a:xfrm>
              <a:off x="336" y="448"/>
              <a:ext cx="80" cy="80"/>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25" name="椭圆 5148"/>
            <p:cNvSpPr/>
            <p:nvPr/>
          </p:nvSpPr>
          <p:spPr>
            <a:xfrm>
              <a:off x="448" y="448"/>
              <a:ext cx="80" cy="80"/>
            </a:xfrm>
            <a:prstGeom prst="ellipse">
              <a:avLst/>
            </a:prstGeom>
            <a:solidFill>
              <a:schemeClr val="folHlink"/>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26" name="椭圆 5149"/>
            <p:cNvSpPr/>
            <p:nvPr/>
          </p:nvSpPr>
          <p:spPr>
            <a:xfrm>
              <a:off x="0" y="560"/>
              <a:ext cx="80" cy="80"/>
            </a:xfrm>
            <a:prstGeom prst="ellipse">
              <a:avLst/>
            </a:prstGeom>
            <a:solidFill>
              <a:schemeClr val="accent2"/>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27" name="椭圆 5150"/>
            <p:cNvSpPr/>
            <p:nvPr/>
          </p:nvSpPr>
          <p:spPr>
            <a:xfrm>
              <a:off x="112" y="560"/>
              <a:ext cx="80" cy="80"/>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28" name="椭圆 5151"/>
            <p:cNvSpPr/>
            <p:nvPr/>
          </p:nvSpPr>
          <p:spPr>
            <a:xfrm>
              <a:off x="224" y="560"/>
              <a:ext cx="80" cy="80"/>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29" name="椭圆 5152"/>
            <p:cNvSpPr/>
            <p:nvPr/>
          </p:nvSpPr>
          <p:spPr>
            <a:xfrm>
              <a:off x="336" y="560"/>
              <a:ext cx="80" cy="80"/>
            </a:xfrm>
            <a:prstGeom prst="ellipse">
              <a:avLst/>
            </a:prstGeom>
            <a:solidFill>
              <a:schemeClr val="folHlink"/>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30" name="椭圆 5153"/>
            <p:cNvSpPr/>
            <p:nvPr/>
          </p:nvSpPr>
          <p:spPr>
            <a:xfrm>
              <a:off x="0" y="672"/>
              <a:ext cx="80" cy="80"/>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31" name="椭圆 5154"/>
            <p:cNvSpPr/>
            <p:nvPr/>
          </p:nvSpPr>
          <p:spPr>
            <a:xfrm>
              <a:off x="112" y="672"/>
              <a:ext cx="80" cy="80"/>
            </a:xfrm>
            <a:prstGeom prst="ellipse">
              <a:avLst/>
            </a:prstGeom>
            <a:solidFill>
              <a:schemeClr val="accent1"/>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32" name="椭圆 5155"/>
            <p:cNvSpPr/>
            <p:nvPr/>
          </p:nvSpPr>
          <p:spPr>
            <a:xfrm>
              <a:off x="224" y="672"/>
              <a:ext cx="80" cy="80"/>
            </a:xfrm>
            <a:prstGeom prst="ellipse">
              <a:avLst/>
            </a:prstGeom>
            <a:solidFill>
              <a:schemeClr val="folHlink"/>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33" name="椭圆 5156"/>
            <p:cNvSpPr/>
            <p:nvPr/>
          </p:nvSpPr>
          <p:spPr>
            <a:xfrm>
              <a:off x="336" y="672"/>
              <a:ext cx="80" cy="80"/>
            </a:xfrm>
            <a:prstGeom prst="ellipse">
              <a:avLst/>
            </a:prstGeom>
            <a:solidFill>
              <a:schemeClr val="folHlink"/>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34" name="椭圆 5157"/>
            <p:cNvSpPr/>
            <p:nvPr/>
          </p:nvSpPr>
          <p:spPr>
            <a:xfrm>
              <a:off x="112" y="784"/>
              <a:ext cx="80" cy="80"/>
            </a:xfrm>
            <a:prstGeom prst="ellipse">
              <a:avLst/>
            </a:prstGeom>
            <a:solidFill>
              <a:schemeClr val="folHlink"/>
            </a:solidFill>
            <a:ln w="9525">
              <a:noFill/>
            </a:ln>
          </p:spPr>
          <p:txBody>
            <a:bodyPr anchor="t"/>
            <a:p>
              <a:pPr lvl="0"/>
              <a:endParaRPr lang="zh-CN" altLang="en-US">
                <a:latin typeface="Arial" panose="020B0604020202020204" pitchFamily="34" charset="0"/>
                <a:ea typeface="宋体" panose="02010600030101010101" pitchFamily="2" charset="-122"/>
              </a:endParaRPr>
            </a:p>
          </p:txBody>
        </p:sp>
        <p:sp>
          <p:nvSpPr>
            <p:cNvPr id="4135" name="椭圆 5158"/>
            <p:cNvSpPr/>
            <p:nvPr/>
          </p:nvSpPr>
          <p:spPr>
            <a:xfrm>
              <a:off x="336" y="784"/>
              <a:ext cx="80" cy="80"/>
            </a:xfrm>
            <a:prstGeom prst="ellipse">
              <a:avLst/>
            </a:prstGeom>
            <a:solidFill>
              <a:schemeClr val="folHlink"/>
            </a:solidFill>
            <a:ln w="9525">
              <a:noFill/>
            </a:ln>
          </p:spPr>
          <p:txBody>
            <a:bodyPr anchor="t"/>
            <a:p>
              <a:pPr lvl="0"/>
              <a:endParaRPr lang="zh-CN" altLang="en-US">
                <a:latin typeface="Arial" panose="020B0604020202020204" pitchFamily="34" charset="0"/>
                <a:ea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marL="0" lvl="0" indent="0" algn="l" defTabSz="914400" eaLnBrk="1" fontAlgn="base" latinLnBrk="0" hangingPunct="1">
        <a:lnSpc>
          <a:spcPct val="100000"/>
        </a:lnSpc>
        <a:spcBef>
          <a:spcPct val="0"/>
        </a:spcBef>
        <a:spcAft>
          <a:spcPct val="0"/>
        </a:spcAft>
        <a:buNone/>
        <a:defRPr sz="3900" b="1"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l"/>
        <a:defRPr sz="3000" u="none" kern="1200" baseline="0">
          <a:solidFill>
            <a:schemeClr val="tx1"/>
          </a:solidFill>
          <a:latin typeface="+mn-lt"/>
          <a:ea typeface="+mn-ea"/>
          <a:cs typeface="+mn-cs"/>
        </a:defRPr>
      </a:lvl1pPr>
      <a:lvl2pPr marL="692150" lvl="1" indent="-347345" algn="l" defTabSz="91440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l"/>
        <a:defRPr sz="2600" u="none" kern="1200" baseline="0">
          <a:solidFill>
            <a:schemeClr val="tx1"/>
          </a:solidFill>
          <a:latin typeface="+mn-lt"/>
          <a:ea typeface="+mn-ea"/>
          <a:cs typeface="+mn-cs"/>
        </a:defRPr>
      </a:lvl2pPr>
      <a:lvl3pPr marL="987425" lvl="2" indent="-293370" algn="l" defTabSz="91440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l"/>
        <a:defRPr sz="2300" u="none" kern="1200" baseline="0">
          <a:solidFill>
            <a:schemeClr val="tx1"/>
          </a:solidFill>
          <a:latin typeface="+mn-lt"/>
          <a:ea typeface="+mn-ea"/>
          <a:cs typeface="+mn-cs"/>
        </a:defRPr>
      </a:lvl3pPr>
      <a:lvl4pPr marL="1281430" lvl="3" indent="-292100" algn="l" defTabSz="91440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
        <a:defRPr sz="2000" u="none" kern="1200" baseline="0">
          <a:solidFill>
            <a:schemeClr val="tx1"/>
          </a:solidFill>
          <a:latin typeface="+mn-lt"/>
          <a:ea typeface="+mn-ea"/>
          <a:cs typeface="+mn-cs"/>
        </a:defRPr>
      </a:lvl4pPr>
      <a:lvl5pPr marL="1598930" lvl="4" indent="-316230" algn="l" defTabSz="91440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
        <a:defRPr sz="200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
        <a:defRPr sz="200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
        <a:defRPr sz="200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
        <a:defRPr sz="200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
        <a:defRPr sz="200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40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5.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0.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5.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5.xml"/><Relationship Id="rId2" Type="http://schemas.openxmlformats.org/officeDocument/2006/relationships/image" Target="../media/image5.png"/><Relationship Id="rId1" Type="http://schemas.openxmlformats.org/officeDocument/2006/relationships/image" Target="../media/image6.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40.xml"/><Relationship Id="rId3" Type="http://schemas.openxmlformats.org/officeDocument/2006/relationships/image" Target="../media/image5.png"/><Relationship Id="rId2" Type="http://schemas.openxmlformats.org/officeDocument/2006/relationships/image" Target="../media/image8.wmf"/><Relationship Id="rId1" Type="http://schemas.openxmlformats.org/officeDocument/2006/relationships/image" Target="../media/image7.w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5.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5.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5.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5.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vmlDrawing" Target="../drawings/vmlDrawing1.vml"/><Relationship Id="rId4" Type="http://schemas.openxmlformats.org/officeDocument/2006/relationships/slideLayout" Target="../slideLayouts/slideLayout35.xml"/><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5.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5.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5.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0.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5.xml"/><Relationship Id="rId2" Type="http://schemas.openxmlformats.org/officeDocument/2006/relationships/image" Target="../media/image5.png"/><Relationship Id="rId1" Type="http://schemas.openxmlformats.org/officeDocument/2006/relationships/image" Target="../media/image10.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9.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9.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标题 8193"/>
          <p:cNvSpPr>
            <a:spLocks noGrp="1"/>
          </p:cNvSpPr>
          <p:nvPr>
            <p:ph type="ctrTitle"/>
          </p:nvPr>
        </p:nvSpPr>
        <p:spPr>
          <a:xfrm>
            <a:off x="1476375" y="1916113"/>
            <a:ext cx="5580063" cy="792162"/>
          </a:xfrm>
        </p:spPr>
        <p:txBody>
          <a:bodyPr anchor="b"/>
          <a:p>
            <a:pPr defTabSz="914400">
              <a:buSzTx/>
            </a:pPr>
            <a:r>
              <a:rPr lang="en-US" altLang="zh-CN" kern="1200" baseline="0">
                <a:latin typeface="+mj-lt"/>
                <a:ea typeface="+mj-ea"/>
                <a:cs typeface="+mj-cs"/>
              </a:rPr>
              <a:t>RIP</a:t>
            </a:r>
            <a:r>
              <a:rPr lang="zh-CN" altLang="en-US" kern="1200" baseline="0">
                <a:latin typeface="+mj-lt"/>
                <a:ea typeface="+mj-ea"/>
                <a:cs typeface="+mj-cs"/>
              </a:rPr>
              <a:t>协议原理及配置</a:t>
            </a:r>
            <a:endParaRPr lang="zh-CN" altLang="en-US" kern="1200" baseline="0">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9218" name="标题 9217"/>
          <p:cNvSpPr>
            <a:spLocks noGrp="1"/>
          </p:cNvSpPr>
          <p:nvPr>
            <p:ph type="title"/>
          </p:nvPr>
        </p:nvSpPr>
        <p:spPr/>
        <p:txBody>
          <a:bodyPr anchor="ctr"/>
          <a:p>
            <a:r>
              <a:rPr lang="zh-CN" altLang="en-US"/>
              <a:t>实验目的</a:t>
            </a:r>
            <a:endParaRPr lang="zh-CN" altLang="en-US"/>
          </a:p>
        </p:txBody>
      </p:sp>
      <p:sp>
        <p:nvSpPr>
          <p:cNvPr id="9219" name="内容占位符 9218"/>
          <p:cNvSpPr>
            <a:spLocks noGrp="1"/>
          </p:cNvSpPr>
          <p:nvPr>
            <p:ph idx="1"/>
          </p:nvPr>
        </p:nvSpPr>
        <p:spPr/>
        <p:txBody>
          <a:bodyPr anchor="t"/>
          <a:p>
            <a:pPr>
              <a:buNone/>
            </a:pPr>
            <a:endParaRPr lang="en-US" altLang="zh-CN"/>
          </a:p>
          <a:p>
            <a:r>
              <a:rPr lang="zh-CN" altLang="en-US"/>
              <a:t>掌握动态路由协议的作用及分类</a:t>
            </a:r>
            <a:endParaRPr lang="zh-CN" altLang="en-US"/>
          </a:p>
          <a:p>
            <a:r>
              <a:rPr lang="zh-CN" altLang="en-US"/>
              <a:t>掌握距离矢量路由协议的简单工作原理 </a:t>
            </a:r>
            <a:endParaRPr lang="zh-CN" altLang="en-US"/>
          </a:p>
          <a:p>
            <a:r>
              <a:rPr lang="zh-CN" altLang="en-US"/>
              <a:t>掌握</a:t>
            </a:r>
            <a:r>
              <a:rPr lang="en-US" altLang="zh-CN"/>
              <a:t>RIP</a:t>
            </a:r>
            <a:r>
              <a:rPr lang="zh-CN" altLang="en-US"/>
              <a:t>协议的基本特征 </a:t>
            </a:r>
            <a:endParaRPr lang="zh-CN" altLang="en-US"/>
          </a:p>
          <a:p>
            <a:r>
              <a:rPr lang="zh-CN" altLang="en-US"/>
              <a:t>熟悉</a:t>
            </a:r>
            <a:r>
              <a:rPr lang="en-US" altLang="zh-CN"/>
              <a:t>RIP</a:t>
            </a:r>
            <a:r>
              <a:rPr lang="zh-CN" altLang="en-US"/>
              <a:t>的基本工作过程 </a:t>
            </a:r>
            <a:endParaRPr lang="zh-CN" altLang="en-US"/>
          </a:p>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0242" name="标题 10241"/>
          <p:cNvSpPr>
            <a:spLocks noGrp="1"/>
          </p:cNvSpPr>
          <p:nvPr>
            <p:ph type="title"/>
          </p:nvPr>
        </p:nvSpPr>
        <p:spPr/>
        <p:txBody>
          <a:bodyPr anchor="ctr"/>
          <a:p>
            <a:r>
              <a:rPr lang="zh-CN" altLang="en-US" sz="3600"/>
              <a:t>内容提要</a:t>
            </a:r>
            <a:endParaRPr lang="zh-CN" altLang="en-US" sz="3600"/>
          </a:p>
        </p:txBody>
      </p:sp>
      <p:sp>
        <p:nvSpPr>
          <p:cNvPr id="10243" name="内容占位符 10242"/>
          <p:cNvSpPr>
            <a:spLocks noGrp="1"/>
          </p:cNvSpPr>
          <p:nvPr>
            <p:ph idx="1"/>
          </p:nvPr>
        </p:nvSpPr>
        <p:spPr/>
        <p:txBody>
          <a:bodyPr anchor="t"/>
          <a:p>
            <a:r>
              <a:rPr lang="zh-CN" altLang="en-US" sz="3200" dirty="0"/>
              <a:t>动态路由协议概述</a:t>
            </a:r>
            <a:endParaRPr lang="zh-CN" altLang="en-US" sz="3200" dirty="0"/>
          </a:p>
          <a:p>
            <a:r>
              <a:rPr lang="zh-CN" altLang="en-US" sz="3200" dirty="0">
                <a:solidFill>
                  <a:schemeClr val="bg2"/>
                </a:solidFill>
              </a:rPr>
              <a:t>RIP协议概述</a:t>
            </a:r>
            <a:endParaRPr lang="zh-CN" altLang="en-US" sz="3200" dirty="0">
              <a:solidFill>
                <a:schemeClr val="bg2"/>
              </a:solidFill>
            </a:endParaRPr>
          </a:p>
          <a:p>
            <a:r>
              <a:rPr lang="zh-CN" altLang="en-US" sz="3200" dirty="0">
                <a:solidFill>
                  <a:schemeClr val="bg2"/>
                </a:solidFill>
              </a:rPr>
              <a:t>路由回路及解决办法</a:t>
            </a:r>
            <a:endParaRPr lang="zh-CN" altLang="en-US" sz="3200" dirty="0">
              <a:solidFill>
                <a:schemeClr val="bg2"/>
              </a:solidFill>
            </a:endParaRPr>
          </a:p>
          <a:p>
            <a:r>
              <a:rPr lang="zh-CN" altLang="en-US" sz="3200" dirty="0">
                <a:solidFill>
                  <a:schemeClr val="bg2"/>
                </a:solidFill>
              </a:rPr>
              <a:t>RIP的配置</a:t>
            </a:r>
            <a:endParaRPr lang="zh-CN" altLang="en-US" sz="3200" dirty="0">
              <a:solidFill>
                <a:schemeClr val="bg2"/>
              </a:solidFill>
            </a:endParaRPr>
          </a:p>
          <a:p>
            <a:endParaRPr lang="zh-CN" altLang="en-US" sz="3200" dirty="0">
              <a:solidFill>
                <a:schemeClr val="bg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直接连接符 11265"/>
          <p:cNvSpPr/>
          <p:nvPr/>
        </p:nvSpPr>
        <p:spPr>
          <a:xfrm>
            <a:off x="1600200" y="2819400"/>
            <a:ext cx="5943600" cy="0"/>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1266" name="矩形 11266"/>
          <p:cNvSpPr/>
          <p:nvPr/>
        </p:nvSpPr>
        <p:spPr>
          <a:xfrm>
            <a:off x="0" y="1143000"/>
            <a:ext cx="8763000" cy="2257425"/>
          </a:xfrm>
          <a:prstGeom prst="rect">
            <a:avLst/>
          </a:prstGeom>
          <a:noFill/>
          <a:ln w="9525">
            <a:noFill/>
          </a:ln>
        </p:spPr>
        <p:txBody>
          <a:bodyPr anchor="t"/>
          <a:p>
            <a:pPr marL="342900" indent="-342900">
              <a:lnSpc>
                <a:spcPct val="130000"/>
              </a:lnSpc>
              <a:spcBef>
                <a:spcPct val="20000"/>
              </a:spcBef>
              <a:buClr>
                <a:srgbClr val="3333CC"/>
              </a:buClr>
              <a:buFont typeface="Wingdings" panose="05000000000000000000" pitchFamily="2" charset="2"/>
              <a:buChar char="Ø"/>
            </a:pPr>
            <a:endParaRPr lang="zh-CN" altLang="zh-CN" sz="1600" b="1">
              <a:latin typeface="黑体" panose="02010609060101010101" pitchFamily="2" charset="-122"/>
              <a:ea typeface="黑体" panose="02010609060101010101" pitchFamily="2" charset="-122"/>
            </a:endParaRPr>
          </a:p>
        </p:txBody>
      </p:sp>
      <p:sp>
        <p:nvSpPr>
          <p:cNvPr id="11267" name="矩形 11267"/>
          <p:cNvSpPr/>
          <p:nvPr/>
        </p:nvSpPr>
        <p:spPr>
          <a:xfrm>
            <a:off x="685800" y="3657600"/>
            <a:ext cx="7467600" cy="1524000"/>
          </a:xfrm>
          <a:prstGeom prst="rect">
            <a:avLst/>
          </a:prstGeom>
          <a:noFill/>
          <a:ln w="9525">
            <a:noFill/>
          </a:ln>
        </p:spPr>
        <p:txBody>
          <a:bodyPr anchor="t"/>
          <a:p>
            <a:pPr marL="342900" indent="-342900">
              <a:lnSpc>
                <a:spcPct val="130000"/>
              </a:lnSpc>
              <a:spcBef>
                <a:spcPct val="20000"/>
              </a:spcBef>
              <a:buClr>
                <a:srgbClr val="3333CC"/>
              </a:buClr>
              <a:buFont typeface="Wingdings" panose="05000000000000000000" pitchFamily="2" charset="2"/>
            </a:pPr>
            <a:endParaRPr lang="zh-CN" altLang="zh-CN" sz="2400">
              <a:latin typeface="宋体" panose="02010600030101010101" pitchFamily="2" charset="-122"/>
              <a:ea typeface="宋体" panose="02010600030101010101" pitchFamily="2" charset="-122"/>
            </a:endParaRPr>
          </a:p>
        </p:txBody>
      </p:sp>
      <p:sp>
        <p:nvSpPr>
          <p:cNvPr id="11268" name="圆角矩形标注 11268"/>
          <p:cNvSpPr/>
          <p:nvPr/>
        </p:nvSpPr>
        <p:spPr>
          <a:xfrm>
            <a:off x="3276600" y="1752600"/>
            <a:ext cx="838200" cy="533400"/>
          </a:xfrm>
          <a:prstGeom prst="wedgeRoundRectCallout">
            <a:avLst>
              <a:gd name="adj1" fmla="val -46023"/>
              <a:gd name="adj2" fmla="val 84227"/>
              <a:gd name="adj3" fmla="val 16667"/>
            </a:avLst>
          </a:prstGeom>
          <a:solidFill>
            <a:srgbClr val="FFFFCC"/>
          </a:solidFill>
          <a:ln w="9525" cap="flat" cmpd="sng">
            <a:solidFill>
              <a:schemeClr val="tx1"/>
            </a:solidFill>
            <a:prstDash val="solid"/>
            <a:miter/>
            <a:headEnd type="none" w="med" len="med"/>
            <a:tailEnd type="none" w="med" len="med"/>
          </a:ln>
        </p:spPr>
        <p:txBody>
          <a:bodyPr anchor="ctr"/>
          <a:p>
            <a:pPr algn="ctr" eaLnBrk="0" hangingPunct="0"/>
            <a:r>
              <a:rPr lang="en-US" altLang="zh-CN" sz="2400" b="1">
                <a:solidFill>
                  <a:srgbClr val="FF3300"/>
                </a:solidFill>
                <a:latin typeface="Times New Roman" panose="02020603050405020304" pitchFamily="2" charset="0"/>
                <a:ea typeface="黑体" panose="02010609060101010101" pitchFamily="2" charset="-122"/>
              </a:rPr>
              <a:t>RIP</a:t>
            </a:r>
            <a:endParaRPr lang="en-US" altLang="zh-CN" sz="2400" b="1">
              <a:solidFill>
                <a:srgbClr val="FF3300"/>
              </a:solidFill>
              <a:latin typeface="Times New Roman" panose="02020603050405020304" pitchFamily="2" charset="0"/>
              <a:ea typeface="黑体" panose="02010609060101010101" pitchFamily="2" charset="-122"/>
            </a:endParaRPr>
          </a:p>
        </p:txBody>
      </p:sp>
      <p:sp>
        <p:nvSpPr>
          <p:cNvPr id="11269" name="圆角矩形标注 11269"/>
          <p:cNvSpPr/>
          <p:nvPr/>
        </p:nvSpPr>
        <p:spPr>
          <a:xfrm flipH="1">
            <a:off x="1828800" y="1752600"/>
            <a:ext cx="1066800" cy="533400"/>
          </a:xfrm>
          <a:prstGeom prst="wedgeRoundRectCallout">
            <a:avLst>
              <a:gd name="adj1" fmla="val -39736"/>
              <a:gd name="adj2" fmla="val 83032"/>
              <a:gd name="adj3" fmla="val 16667"/>
            </a:avLst>
          </a:prstGeom>
          <a:solidFill>
            <a:srgbClr val="D1FFE8"/>
          </a:solidFill>
          <a:ln w="9525" cap="flat" cmpd="sng">
            <a:solidFill>
              <a:schemeClr val="tx1"/>
            </a:solidFill>
            <a:prstDash val="solid"/>
            <a:miter/>
            <a:headEnd type="none" w="med" len="med"/>
            <a:tailEnd type="none" w="med" len="med"/>
          </a:ln>
        </p:spPr>
        <p:txBody>
          <a:bodyPr anchor="ctr"/>
          <a:p>
            <a:pPr algn="ctr" eaLnBrk="0" hangingPunct="0"/>
            <a:r>
              <a:rPr lang="en-US" altLang="zh-CN" sz="2400" b="1">
                <a:solidFill>
                  <a:srgbClr val="0000CC"/>
                </a:solidFill>
                <a:latin typeface="Times New Roman" panose="02020603050405020304" pitchFamily="2" charset="0"/>
                <a:ea typeface="黑体" panose="02010609060101010101" pitchFamily="2" charset="-122"/>
              </a:rPr>
              <a:t>OSPF</a:t>
            </a:r>
            <a:endParaRPr lang="en-US" altLang="zh-CN" sz="2400" b="1">
              <a:solidFill>
                <a:srgbClr val="0000CC"/>
              </a:solidFill>
              <a:latin typeface="Times New Roman" panose="02020603050405020304" pitchFamily="2" charset="0"/>
              <a:ea typeface="黑体" panose="02010609060101010101" pitchFamily="2" charset="-122"/>
            </a:endParaRPr>
          </a:p>
        </p:txBody>
      </p:sp>
      <p:sp>
        <p:nvSpPr>
          <p:cNvPr id="11270" name="圆角矩形标注 11270"/>
          <p:cNvSpPr/>
          <p:nvPr/>
        </p:nvSpPr>
        <p:spPr>
          <a:xfrm>
            <a:off x="6324600" y="1752600"/>
            <a:ext cx="838200" cy="533400"/>
          </a:xfrm>
          <a:prstGeom prst="wedgeRoundRectCallout">
            <a:avLst>
              <a:gd name="adj1" fmla="val -46023"/>
              <a:gd name="adj2" fmla="val 84227"/>
              <a:gd name="adj3" fmla="val 16667"/>
            </a:avLst>
          </a:prstGeom>
          <a:solidFill>
            <a:srgbClr val="FFFFCC"/>
          </a:solidFill>
          <a:ln w="9525" cap="flat" cmpd="sng">
            <a:solidFill>
              <a:schemeClr val="tx1"/>
            </a:solidFill>
            <a:prstDash val="solid"/>
            <a:miter/>
            <a:headEnd type="none" w="med" len="med"/>
            <a:tailEnd type="none" w="med" len="med"/>
          </a:ln>
        </p:spPr>
        <p:txBody>
          <a:bodyPr anchor="ctr"/>
          <a:p>
            <a:pPr algn="ctr" eaLnBrk="0" hangingPunct="0"/>
            <a:r>
              <a:rPr lang="en-US" altLang="zh-CN" sz="2400" b="1">
                <a:solidFill>
                  <a:srgbClr val="FF3300"/>
                </a:solidFill>
                <a:latin typeface="Times New Roman" panose="02020603050405020304" pitchFamily="2" charset="0"/>
                <a:ea typeface="黑体" panose="02010609060101010101" pitchFamily="2" charset="-122"/>
              </a:rPr>
              <a:t>RIP</a:t>
            </a:r>
            <a:endParaRPr lang="en-US" altLang="zh-CN" sz="2400" b="1">
              <a:solidFill>
                <a:srgbClr val="FF3300"/>
              </a:solidFill>
              <a:latin typeface="Times New Roman" panose="02020603050405020304" pitchFamily="2" charset="0"/>
              <a:ea typeface="黑体" panose="02010609060101010101" pitchFamily="2" charset="-122"/>
            </a:endParaRPr>
          </a:p>
        </p:txBody>
      </p:sp>
      <p:sp>
        <p:nvSpPr>
          <p:cNvPr id="11271" name="圆角矩形标注 11271"/>
          <p:cNvSpPr/>
          <p:nvPr/>
        </p:nvSpPr>
        <p:spPr>
          <a:xfrm flipH="1">
            <a:off x="4876800" y="1752600"/>
            <a:ext cx="1066800" cy="533400"/>
          </a:xfrm>
          <a:prstGeom prst="wedgeRoundRectCallout">
            <a:avLst>
              <a:gd name="adj1" fmla="val -39736"/>
              <a:gd name="adj2" fmla="val 83032"/>
              <a:gd name="adj3" fmla="val 16667"/>
            </a:avLst>
          </a:prstGeom>
          <a:solidFill>
            <a:srgbClr val="D1FFE8"/>
          </a:solidFill>
          <a:ln w="9525" cap="flat" cmpd="sng">
            <a:solidFill>
              <a:schemeClr val="tx1"/>
            </a:solidFill>
            <a:prstDash val="solid"/>
            <a:miter/>
            <a:headEnd type="none" w="med" len="med"/>
            <a:tailEnd type="none" w="med" len="med"/>
          </a:ln>
        </p:spPr>
        <p:txBody>
          <a:bodyPr anchor="ctr"/>
          <a:p>
            <a:pPr algn="ctr" eaLnBrk="0" hangingPunct="0"/>
            <a:r>
              <a:rPr lang="en-US" altLang="zh-CN" sz="2400" b="1">
                <a:solidFill>
                  <a:srgbClr val="0000CC"/>
                </a:solidFill>
                <a:latin typeface="Times New Roman" panose="02020603050405020304" pitchFamily="2" charset="0"/>
                <a:ea typeface="黑体" panose="02010609060101010101" pitchFamily="2" charset="-122"/>
              </a:rPr>
              <a:t>OSPF</a:t>
            </a:r>
            <a:endParaRPr lang="en-US" altLang="zh-CN" sz="2400" b="1">
              <a:solidFill>
                <a:srgbClr val="0000CC"/>
              </a:solidFill>
              <a:latin typeface="Times New Roman" panose="02020603050405020304" pitchFamily="2" charset="0"/>
              <a:ea typeface="黑体" panose="02010609060101010101" pitchFamily="2" charset="-122"/>
            </a:endParaRPr>
          </a:p>
        </p:txBody>
      </p:sp>
      <p:sp>
        <p:nvSpPr>
          <p:cNvPr id="11272" name="矩形 11272"/>
          <p:cNvSpPr/>
          <p:nvPr/>
        </p:nvSpPr>
        <p:spPr>
          <a:xfrm>
            <a:off x="1600200" y="3048000"/>
            <a:ext cx="792163" cy="254000"/>
          </a:xfrm>
          <a:prstGeom prst="rect">
            <a:avLst/>
          </a:prstGeom>
          <a:noFill/>
          <a:ln w="9525">
            <a:noFill/>
          </a:ln>
        </p:spPr>
        <p:txBody>
          <a:bodyPr wrap="none" lIns="0" tIns="0" rIns="0" bIns="0" anchor="t">
            <a:spAutoFit/>
          </a:bodyPr>
          <a:p>
            <a:pPr defTabSz="1028700" eaLnBrk="0" hangingPunct="0">
              <a:lnSpc>
                <a:spcPts val="20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1.0.0.0/8</a:t>
            </a:r>
            <a:endParaRPr lang="en-US" altLang="zh-CN" sz="1600" b="1">
              <a:solidFill>
                <a:srgbClr val="000000"/>
              </a:solidFill>
              <a:latin typeface="Helvetica" pitchFamily="2" charset="0"/>
              <a:ea typeface="宋体" panose="02010600030101010101" pitchFamily="2" charset="-122"/>
            </a:endParaRPr>
          </a:p>
        </p:txBody>
      </p:sp>
      <p:sp>
        <p:nvSpPr>
          <p:cNvPr id="11273" name="矩形 11273"/>
          <p:cNvSpPr/>
          <p:nvPr/>
        </p:nvSpPr>
        <p:spPr>
          <a:xfrm>
            <a:off x="4008438" y="3048000"/>
            <a:ext cx="792162" cy="254000"/>
          </a:xfrm>
          <a:prstGeom prst="rect">
            <a:avLst/>
          </a:prstGeom>
          <a:noFill/>
          <a:ln w="9525">
            <a:noFill/>
          </a:ln>
        </p:spPr>
        <p:txBody>
          <a:bodyPr wrap="none" lIns="0" tIns="0" rIns="0" bIns="0" anchor="t">
            <a:spAutoFit/>
          </a:bodyPr>
          <a:p>
            <a:pPr defTabSz="1028700" eaLnBrk="0" hangingPunct="0">
              <a:lnSpc>
                <a:spcPts val="20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2.0.0.0/8</a:t>
            </a:r>
            <a:endParaRPr lang="en-US" altLang="zh-CN" sz="1600" b="1">
              <a:solidFill>
                <a:srgbClr val="000000"/>
              </a:solidFill>
              <a:latin typeface="Helvetica" pitchFamily="2" charset="0"/>
              <a:ea typeface="宋体" panose="02010600030101010101" pitchFamily="2" charset="-122"/>
            </a:endParaRPr>
          </a:p>
        </p:txBody>
      </p:sp>
      <p:sp>
        <p:nvSpPr>
          <p:cNvPr id="11274" name="矩形 11274"/>
          <p:cNvSpPr/>
          <p:nvPr/>
        </p:nvSpPr>
        <p:spPr>
          <a:xfrm>
            <a:off x="6675438" y="3048000"/>
            <a:ext cx="792162" cy="254000"/>
          </a:xfrm>
          <a:prstGeom prst="rect">
            <a:avLst/>
          </a:prstGeom>
          <a:noFill/>
          <a:ln w="9525">
            <a:noFill/>
          </a:ln>
        </p:spPr>
        <p:txBody>
          <a:bodyPr wrap="none" lIns="0" tIns="0" rIns="0" bIns="0" anchor="t">
            <a:spAutoFit/>
          </a:bodyPr>
          <a:p>
            <a:pPr defTabSz="1028700" eaLnBrk="0" hangingPunct="0">
              <a:lnSpc>
                <a:spcPts val="20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3.0.0.0/8</a:t>
            </a:r>
            <a:endParaRPr lang="en-US" altLang="zh-CN" sz="1600" b="1">
              <a:solidFill>
                <a:srgbClr val="000000"/>
              </a:solidFill>
              <a:latin typeface="Helvetica" pitchFamily="2" charset="0"/>
              <a:ea typeface="宋体" panose="02010600030101010101" pitchFamily="2" charset="-122"/>
            </a:endParaRPr>
          </a:p>
        </p:txBody>
      </p:sp>
      <p:pic>
        <p:nvPicPr>
          <p:cNvPr id="11275" name="图片 11275" descr="GER---"/>
          <p:cNvPicPr>
            <a:picLocks noChangeAspect="1"/>
          </p:cNvPicPr>
          <p:nvPr/>
        </p:nvPicPr>
        <p:blipFill>
          <a:blip r:embed="rId1"/>
          <a:stretch>
            <a:fillRect/>
          </a:stretch>
        </p:blipFill>
        <p:spPr>
          <a:xfrm>
            <a:off x="2484438" y="2492375"/>
            <a:ext cx="792162" cy="606425"/>
          </a:xfrm>
          <a:prstGeom prst="rect">
            <a:avLst/>
          </a:prstGeom>
          <a:noFill/>
          <a:ln w="9525">
            <a:noFill/>
          </a:ln>
        </p:spPr>
      </p:pic>
      <p:pic>
        <p:nvPicPr>
          <p:cNvPr id="11276" name="图片 11276" descr="GER---"/>
          <p:cNvPicPr>
            <a:picLocks noChangeAspect="1"/>
          </p:cNvPicPr>
          <p:nvPr/>
        </p:nvPicPr>
        <p:blipFill>
          <a:blip r:embed="rId1"/>
          <a:stretch>
            <a:fillRect/>
          </a:stretch>
        </p:blipFill>
        <p:spPr>
          <a:xfrm>
            <a:off x="5651500" y="2462213"/>
            <a:ext cx="792163" cy="606425"/>
          </a:xfrm>
          <a:prstGeom prst="rect">
            <a:avLst/>
          </a:prstGeom>
          <a:noFill/>
          <a:ln w="9525">
            <a:noFill/>
          </a:ln>
        </p:spPr>
      </p:pic>
      <p:sp>
        <p:nvSpPr>
          <p:cNvPr id="11277" name="标题 11277"/>
          <p:cNvSpPr>
            <a:spLocks noGrp="1"/>
          </p:cNvSpPr>
          <p:nvPr>
            <p:ph type="title"/>
          </p:nvPr>
        </p:nvSpPr>
        <p:spPr/>
        <p:txBody>
          <a:bodyPr anchor="b"/>
          <a:p>
            <a:r>
              <a:rPr lang="zh-CN" altLang="en-US"/>
              <a:t>动态路由协议</a:t>
            </a:r>
            <a:endParaRPr lang="zh-CN" altLang="en-US"/>
          </a:p>
        </p:txBody>
      </p:sp>
      <p:sp>
        <p:nvSpPr>
          <p:cNvPr id="11278" name="文本占位符 11278"/>
          <p:cNvSpPr>
            <a:spLocks noGrp="1"/>
          </p:cNvSpPr>
          <p:nvPr>
            <p:ph idx="1"/>
          </p:nvPr>
        </p:nvSpPr>
        <p:spPr>
          <a:xfrm>
            <a:off x="684213" y="3573463"/>
            <a:ext cx="7848600" cy="2663825"/>
          </a:xfrm>
        </p:spPr>
        <p:txBody>
          <a:bodyPr anchor="t"/>
          <a:p>
            <a:pPr>
              <a:lnSpc>
                <a:spcPct val="130000"/>
              </a:lnSpc>
            </a:pPr>
            <a:r>
              <a:rPr lang="en-US" altLang="zh-CN"/>
              <a:t> </a:t>
            </a:r>
            <a:r>
              <a:rPr lang="zh-CN" altLang="en-US" sz="2800"/>
              <a:t>路由协议是运行在路由器上的软件进程，与其他路由器上相同路由协议之间交换路由信息，学习非直连网络的路由信息，加入路由表。并且在网络拓扑结构变化时自动调整，维护正确的路由信息。</a:t>
            </a:r>
            <a:endParaRPr lang="zh-CN" altLang="en-US"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标题 13313"/>
          <p:cNvSpPr>
            <a:spLocks noGrp="1"/>
          </p:cNvSpPr>
          <p:nvPr>
            <p:ph type="title"/>
          </p:nvPr>
        </p:nvSpPr>
        <p:spPr>
          <a:xfrm>
            <a:off x="250825" y="122238"/>
            <a:ext cx="7750175" cy="1295400"/>
          </a:xfrm>
        </p:spPr>
        <p:txBody>
          <a:bodyPr anchor="b"/>
          <a:p>
            <a:r>
              <a:rPr lang="zh-CN" altLang="en-US" sz="3200"/>
              <a:t>动态路由协议分类</a:t>
            </a:r>
            <a:br>
              <a:rPr lang="zh-CN" altLang="en-US" sz="3200"/>
            </a:br>
            <a:r>
              <a:rPr lang="zh-CN" altLang="en-US" sz="3200"/>
              <a:t>                       </a:t>
            </a:r>
            <a:r>
              <a:rPr lang="en-US" altLang="zh-CN" sz="3200"/>
              <a:t>——</a:t>
            </a:r>
            <a:r>
              <a:rPr lang="zh-CN" altLang="en-US" sz="3200"/>
              <a:t>按路由算法划分</a:t>
            </a:r>
            <a:endParaRPr lang="zh-CN" altLang="en-US" sz="3200"/>
          </a:p>
        </p:txBody>
      </p:sp>
      <p:sp>
        <p:nvSpPr>
          <p:cNvPr id="13314" name="文本占位符 13314"/>
          <p:cNvSpPr>
            <a:spLocks noGrp="1"/>
          </p:cNvSpPr>
          <p:nvPr>
            <p:ph idx="1"/>
          </p:nvPr>
        </p:nvSpPr>
        <p:spPr>
          <a:xfrm>
            <a:off x="395288" y="1916113"/>
            <a:ext cx="8435975" cy="4446587"/>
          </a:xfrm>
        </p:spPr>
        <p:txBody>
          <a:bodyPr anchor="t"/>
          <a:p>
            <a:pPr marL="381000" indent="-381000"/>
            <a:r>
              <a:rPr lang="zh-CN" altLang="en-US" sz="2800"/>
              <a:t>距离</a:t>
            </a:r>
            <a:r>
              <a:rPr lang="en-US" altLang="zh-CN" sz="2800"/>
              <a:t>-</a:t>
            </a:r>
            <a:r>
              <a:rPr lang="zh-CN" altLang="en-US" sz="2800"/>
              <a:t>矢量路由协议   </a:t>
            </a:r>
            <a:r>
              <a:rPr lang="en-US" altLang="zh-CN" sz="2800"/>
              <a:t>( </a:t>
            </a:r>
            <a:r>
              <a:rPr lang="zh-CN" altLang="en-US" sz="2800"/>
              <a:t>如</a:t>
            </a:r>
            <a:r>
              <a:rPr lang="en-US" altLang="zh-CN" sz="2800"/>
              <a:t>RIP ) </a:t>
            </a:r>
            <a:endParaRPr lang="en-US" altLang="zh-CN" sz="2800"/>
          </a:p>
          <a:p>
            <a:pPr marL="381000" indent="-381000">
              <a:buNone/>
            </a:pPr>
            <a:r>
              <a:rPr lang="en-US" altLang="zh-CN" sz="2800"/>
              <a:t>     </a:t>
            </a:r>
            <a:r>
              <a:rPr lang="zh-CN" altLang="en-US" sz="2800"/>
              <a:t>定期广播整个路由信息</a:t>
            </a:r>
            <a:endParaRPr lang="zh-CN" altLang="en-US" sz="2800"/>
          </a:p>
          <a:p>
            <a:pPr marL="381000" indent="-381000">
              <a:buNone/>
            </a:pPr>
            <a:r>
              <a:rPr lang="zh-CN" altLang="en-US" sz="2800"/>
              <a:t>     易形成路由环路</a:t>
            </a:r>
            <a:endParaRPr lang="zh-CN" altLang="en-US" sz="2800"/>
          </a:p>
          <a:p>
            <a:pPr marL="381000" indent="-381000">
              <a:buNone/>
            </a:pPr>
            <a:r>
              <a:rPr lang="zh-CN" altLang="en-US" sz="2800"/>
              <a:t>     收敛慢</a:t>
            </a:r>
            <a:endParaRPr lang="zh-CN" altLang="en-US" sz="2800"/>
          </a:p>
          <a:p>
            <a:pPr marL="381000" indent="-381000"/>
            <a:r>
              <a:rPr lang="zh-CN" altLang="en-US" sz="2800"/>
              <a:t>链路状态路由协议（如</a:t>
            </a:r>
            <a:r>
              <a:rPr lang="en-US" altLang="zh-CN" sz="2800"/>
              <a:t>OSPF</a:t>
            </a:r>
            <a:r>
              <a:rPr lang="zh-CN" altLang="en-US" sz="2800"/>
              <a:t>）</a:t>
            </a:r>
            <a:endParaRPr lang="zh-CN" altLang="en-US" sz="2800"/>
          </a:p>
          <a:p>
            <a:pPr marL="381000" indent="-381000">
              <a:buNone/>
            </a:pPr>
            <a:r>
              <a:rPr lang="zh-CN" altLang="en-US" sz="2800"/>
              <a:t>      收集网络拓扑信息，运行协议算法计算最佳路由</a:t>
            </a:r>
            <a:endParaRPr lang="zh-CN" altLang="en-US" sz="2800"/>
          </a:p>
          <a:p>
            <a:pPr marL="381000" indent="-381000">
              <a:buNone/>
            </a:pPr>
            <a:r>
              <a:rPr lang="zh-CN" altLang="en-US" sz="2800"/>
              <a:t>      根本解决路由环路问题      </a:t>
            </a:r>
            <a:endParaRPr lang="zh-CN" altLang="en-US" sz="2800"/>
          </a:p>
          <a:p>
            <a:pPr marL="381000" indent="-381000">
              <a:buNone/>
            </a:pPr>
            <a:r>
              <a:rPr lang="zh-CN" altLang="en-US" sz="2800"/>
              <a:t>      收敛快</a:t>
            </a:r>
            <a:endParaRPr lang="zh-CN" altLang="en-US" sz="2800"/>
          </a:p>
        </p:txBody>
      </p:sp>
      <p:sp>
        <p:nvSpPr>
          <p:cNvPr id="13315" name="矩形 13315"/>
          <p:cNvSpPr/>
          <p:nvPr/>
        </p:nvSpPr>
        <p:spPr>
          <a:xfrm>
            <a:off x="2362200" y="0"/>
            <a:ext cx="6781800" cy="990600"/>
          </a:xfrm>
          <a:prstGeom prst="rect">
            <a:avLst/>
          </a:prstGeom>
          <a:noFill/>
          <a:ln w="9525">
            <a:noFill/>
          </a:ln>
        </p:spPr>
        <p:txBody>
          <a:bodyPr anchor="ctr"/>
          <a:p>
            <a:pPr algn="ctr"/>
            <a:endParaRPr lang="zh-CN" altLang="zh-CN" sz="4400">
              <a:solidFill>
                <a:schemeClr val="tx2"/>
              </a:solidFill>
              <a:latin typeface="Times New Roman" panose="02020603050405020304" pitchFamily="2" charset="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未知"/>
          <p:cNvSpPr/>
          <p:nvPr/>
        </p:nvSpPr>
        <p:spPr>
          <a:xfrm>
            <a:off x="4849813" y="2043113"/>
            <a:ext cx="1293812" cy="755650"/>
          </a:xfrm>
          <a:custGeom>
            <a:avLst/>
            <a:gdLst/>
            <a:ahLst/>
            <a:cxnLst/>
            <a:pathLst>
              <a:path w="724" h="423">
                <a:moveTo>
                  <a:pt x="0" y="0"/>
                </a:moveTo>
                <a:lnTo>
                  <a:pt x="444" y="185"/>
                </a:lnTo>
                <a:lnTo>
                  <a:pt x="287" y="252"/>
                </a:lnTo>
                <a:lnTo>
                  <a:pt x="723" y="422"/>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15362" name="未知"/>
          <p:cNvSpPr/>
          <p:nvPr/>
        </p:nvSpPr>
        <p:spPr>
          <a:xfrm>
            <a:off x="3019425" y="2797175"/>
            <a:ext cx="1293813" cy="757238"/>
          </a:xfrm>
          <a:custGeom>
            <a:avLst/>
            <a:gdLst/>
            <a:ahLst/>
            <a:cxnLst/>
            <a:pathLst>
              <a:path w="724" h="424">
                <a:moveTo>
                  <a:pt x="0" y="0"/>
                </a:moveTo>
                <a:lnTo>
                  <a:pt x="444" y="185"/>
                </a:lnTo>
                <a:lnTo>
                  <a:pt x="287" y="253"/>
                </a:lnTo>
                <a:lnTo>
                  <a:pt x="723" y="423"/>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15363" name="未知"/>
          <p:cNvSpPr/>
          <p:nvPr/>
        </p:nvSpPr>
        <p:spPr>
          <a:xfrm>
            <a:off x="3127375" y="2043113"/>
            <a:ext cx="1295400" cy="755650"/>
          </a:xfrm>
          <a:custGeom>
            <a:avLst/>
            <a:gdLst/>
            <a:ahLst/>
            <a:cxnLst/>
            <a:pathLst>
              <a:path w="725" h="423">
                <a:moveTo>
                  <a:pt x="0" y="422"/>
                </a:moveTo>
                <a:lnTo>
                  <a:pt x="445" y="237"/>
                </a:lnTo>
                <a:lnTo>
                  <a:pt x="288" y="170"/>
                </a:lnTo>
                <a:lnTo>
                  <a:pt x="724" y="0"/>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15364" name="未知"/>
          <p:cNvSpPr/>
          <p:nvPr/>
        </p:nvSpPr>
        <p:spPr>
          <a:xfrm>
            <a:off x="4849813" y="2797175"/>
            <a:ext cx="1293812" cy="757238"/>
          </a:xfrm>
          <a:custGeom>
            <a:avLst/>
            <a:gdLst/>
            <a:ahLst/>
            <a:cxnLst/>
            <a:pathLst>
              <a:path w="724" h="424">
                <a:moveTo>
                  <a:pt x="0" y="423"/>
                </a:moveTo>
                <a:lnTo>
                  <a:pt x="444" y="238"/>
                </a:lnTo>
                <a:lnTo>
                  <a:pt x="287" y="170"/>
                </a:lnTo>
                <a:lnTo>
                  <a:pt x="723" y="0"/>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15365" name="直接连接符 15365"/>
          <p:cNvSpPr/>
          <p:nvPr/>
        </p:nvSpPr>
        <p:spPr>
          <a:xfrm flipH="1" flipV="1">
            <a:off x="4957763" y="2473325"/>
            <a:ext cx="646112" cy="323850"/>
          </a:xfrm>
          <a:prstGeom prst="line">
            <a:avLst/>
          </a:prstGeom>
          <a:ln w="28575" cap="flat" cmpd="sng">
            <a:solidFill>
              <a:schemeClr val="tx1"/>
            </a:solidFill>
            <a:prstDash val="solid"/>
            <a:round/>
            <a:headEnd type="none" w="med" len="med"/>
            <a:tailEnd type="triangle" w="med" len="med"/>
          </a:ln>
        </p:spPr>
      </p:sp>
      <p:sp>
        <p:nvSpPr>
          <p:cNvPr id="15366" name="直接连接符 15366"/>
          <p:cNvSpPr/>
          <p:nvPr/>
        </p:nvSpPr>
        <p:spPr>
          <a:xfrm>
            <a:off x="3557588" y="2906713"/>
            <a:ext cx="646112" cy="322262"/>
          </a:xfrm>
          <a:prstGeom prst="line">
            <a:avLst/>
          </a:prstGeom>
          <a:ln w="28575" cap="flat" cmpd="sng">
            <a:solidFill>
              <a:schemeClr val="tx1"/>
            </a:solidFill>
            <a:prstDash val="solid"/>
            <a:round/>
            <a:headEnd type="none" w="med" len="med"/>
            <a:tailEnd type="triangle" w="med" len="med"/>
          </a:ln>
        </p:spPr>
      </p:sp>
      <p:sp>
        <p:nvSpPr>
          <p:cNvPr id="15367" name="直接连接符 15367"/>
          <p:cNvSpPr/>
          <p:nvPr/>
        </p:nvSpPr>
        <p:spPr>
          <a:xfrm flipV="1">
            <a:off x="4957763" y="2841625"/>
            <a:ext cx="646112" cy="323850"/>
          </a:xfrm>
          <a:prstGeom prst="line">
            <a:avLst/>
          </a:prstGeom>
          <a:ln w="28575" cap="flat" cmpd="sng">
            <a:solidFill>
              <a:schemeClr val="tx1"/>
            </a:solidFill>
            <a:prstDash val="solid"/>
            <a:round/>
            <a:headEnd type="none" w="med" len="med"/>
            <a:tailEnd type="triangle" w="med" len="med"/>
          </a:ln>
        </p:spPr>
      </p:sp>
      <p:sp>
        <p:nvSpPr>
          <p:cNvPr id="15368" name="直接连接符 15368"/>
          <p:cNvSpPr/>
          <p:nvPr/>
        </p:nvSpPr>
        <p:spPr>
          <a:xfrm flipH="1">
            <a:off x="3557588" y="2520950"/>
            <a:ext cx="646112" cy="320675"/>
          </a:xfrm>
          <a:prstGeom prst="line">
            <a:avLst/>
          </a:prstGeom>
          <a:ln w="28575" cap="flat" cmpd="sng">
            <a:solidFill>
              <a:schemeClr val="tx1"/>
            </a:solidFill>
            <a:prstDash val="solid"/>
            <a:round/>
            <a:headEnd type="none" w="med" len="med"/>
            <a:tailEnd type="triangle" w="med" len="med"/>
          </a:ln>
        </p:spPr>
      </p:sp>
      <p:sp>
        <p:nvSpPr>
          <p:cNvPr id="15369" name="直接连接符 15369"/>
          <p:cNvSpPr/>
          <p:nvPr/>
        </p:nvSpPr>
        <p:spPr>
          <a:xfrm>
            <a:off x="5387975" y="2043113"/>
            <a:ext cx="646113" cy="323850"/>
          </a:xfrm>
          <a:prstGeom prst="line">
            <a:avLst/>
          </a:prstGeom>
          <a:ln w="28575" cap="flat" cmpd="sng">
            <a:solidFill>
              <a:schemeClr val="tx1"/>
            </a:solidFill>
            <a:prstDash val="solid"/>
            <a:round/>
            <a:headEnd type="none" w="med" len="med"/>
            <a:tailEnd type="triangle" w="med" len="med"/>
          </a:ln>
        </p:spPr>
      </p:sp>
      <p:sp>
        <p:nvSpPr>
          <p:cNvPr id="15370" name="直接连接符 15370"/>
          <p:cNvSpPr/>
          <p:nvPr/>
        </p:nvSpPr>
        <p:spPr>
          <a:xfrm flipH="1" flipV="1">
            <a:off x="3179763" y="3273425"/>
            <a:ext cx="646112" cy="323850"/>
          </a:xfrm>
          <a:prstGeom prst="line">
            <a:avLst/>
          </a:prstGeom>
          <a:ln w="28575" cap="flat" cmpd="sng">
            <a:solidFill>
              <a:schemeClr val="tx1"/>
            </a:solidFill>
            <a:prstDash val="solid"/>
            <a:round/>
            <a:headEnd type="none" w="med" len="med"/>
            <a:tailEnd type="triangle" w="med" len="med"/>
          </a:ln>
        </p:spPr>
      </p:sp>
      <p:sp>
        <p:nvSpPr>
          <p:cNvPr id="15371" name="直接连接符 15371"/>
          <p:cNvSpPr/>
          <p:nvPr/>
        </p:nvSpPr>
        <p:spPr>
          <a:xfrm flipH="1">
            <a:off x="5497513" y="3228975"/>
            <a:ext cx="644525" cy="323850"/>
          </a:xfrm>
          <a:prstGeom prst="line">
            <a:avLst/>
          </a:prstGeom>
          <a:ln w="28575" cap="flat" cmpd="sng">
            <a:solidFill>
              <a:schemeClr val="tx1"/>
            </a:solidFill>
            <a:prstDash val="solid"/>
            <a:round/>
            <a:headEnd type="none" w="med" len="med"/>
            <a:tailEnd type="triangle" w="med" len="med"/>
          </a:ln>
        </p:spPr>
      </p:sp>
      <p:sp>
        <p:nvSpPr>
          <p:cNvPr id="15372" name="直接连接符 15372"/>
          <p:cNvSpPr/>
          <p:nvPr/>
        </p:nvSpPr>
        <p:spPr>
          <a:xfrm flipV="1">
            <a:off x="3233738" y="2043113"/>
            <a:ext cx="647700" cy="323850"/>
          </a:xfrm>
          <a:prstGeom prst="line">
            <a:avLst/>
          </a:prstGeom>
          <a:ln w="28575" cap="flat" cmpd="sng">
            <a:solidFill>
              <a:schemeClr val="tx1"/>
            </a:solidFill>
            <a:prstDash val="solid"/>
            <a:round/>
            <a:headEnd type="none" w="med" len="med"/>
            <a:tailEnd type="triangle" w="med" len="med"/>
          </a:ln>
        </p:spPr>
      </p:sp>
      <p:sp>
        <p:nvSpPr>
          <p:cNvPr id="15373" name="未知"/>
          <p:cNvSpPr/>
          <p:nvPr/>
        </p:nvSpPr>
        <p:spPr>
          <a:xfrm>
            <a:off x="1152525" y="4340225"/>
            <a:ext cx="885825" cy="1588"/>
          </a:xfrm>
          <a:custGeom>
            <a:avLst/>
            <a:gdLst/>
            <a:ahLst/>
            <a:cxnLst/>
            <a:pathLst>
              <a:path w="496" h="1">
                <a:moveTo>
                  <a:pt x="0" y="0"/>
                </a:moveTo>
                <a:lnTo>
                  <a:pt x="495" y="0"/>
                </a:lnTo>
              </a:path>
            </a:pathLst>
          </a:custGeom>
          <a:solidFill>
            <a:srgbClr val="FFD255"/>
          </a:solidFill>
          <a:ln w="50800" cap="rnd" cmpd="sng">
            <a:solidFill>
              <a:schemeClr val="accent2"/>
            </a:solidFill>
            <a:prstDash val="solid"/>
            <a:round/>
            <a:headEnd type="none" w="med" len="med"/>
            <a:tailEnd type="none" w="med" len="med"/>
          </a:ln>
          <a:effectLst>
            <a:outerShdw dist="35921" dir="2699999" algn="ctr" rotWithShape="0">
              <a:schemeClr val="bg2"/>
            </a:outerShdw>
          </a:effectLst>
        </p:spPr>
        <p:txBody>
          <a:bodyPr/>
          <a:p>
            <a:endParaRPr lang="zh-CN" altLang="en-US"/>
          </a:p>
        </p:txBody>
      </p:sp>
      <p:sp>
        <p:nvSpPr>
          <p:cNvPr id="15374" name="未知"/>
          <p:cNvSpPr/>
          <p:nvPr/>
        </p:nvSpPr>
        <p:spPr>
          <a:xfrm>
            <a:off x="7180263" y="4441825"/>
            <a:ext cx="542925" cy="1588"/>
          </a:xfrm>
          <a:custGeom>
            <a:avLst/>
            <a:gdLst/>
            <a:ahLst/>
            <a:cxnLst/>
            <a:pathLst>
              <a:path w="304" h="1">
                <a:moveTo>
                  <a:pt x="0" y="0"/>
                </a:moveTo>
                <a:lnTo>
                  <a:pt x="303" y="0"/>
                </a:lnTo>
              </a:path>
            </a:pathLst>
          </a:custGeom>
          <a:solidFill>
            <a:srgbClr val="FFD255"/>
          </a:solidFill>
          <a:ln w="50800" cap="rnd" cmpd="sng">
            <a:solidFill>
              <a:schemeClr val="accent2"/>
            </a:solidFill>
            <a:prstDash val="solid"/>
            <a:round/>
            <a:headEnd type="none" w="med" len="med"/>
            <a:tailEnd type="none" w="med" len="med"/>
          </a:ln>
          <a:effectLst>
            <a:outerShdw dist="35921" dir="2699999" algn="ctr" rotWithShape="0">
              <a:schemeClr val="bg2"/>
            </a:outerShdw>
          </a:effectLst>
        </p:spPr>
        <p:txBody>
          <a:bodyPr/>
          <a:p>
            <a:endParaRPr lang="zh-CN" altLang="en-US"/>
          </a:p>
        </p:txBody>
      </p:sp>
      <p:sp>
        <p:nvSpPr>
          <p:cNvPr id="15375" name="未知"/>
          <p:cNvSpPr/>
          <p:nvPr/>
        </p:nvSpPr>
        <p:spPr>
          <a:xfrm>
            <a:off x="2379663" y="4283075"/>
            <a:ext cx="1373187" cy="173038"/>
          </a:xfrm>
          <a:custGeom>
            <a:avLst/>
            <a:gdLst/>
            <a:ahLst/>
            <a:cxnLst/>
            <a:pathLst>
              <a:path w="769" h="97">
                <a:moveTo>
                  <a:pt x="0" y="0"/>
                </a:moveTo>
                <a:lnTo>
                  <a:pt x="432" y="0"/>
                </a:lnTo>
                <a:lnTo>
                  <a:pt x="336" y="96"/>
                </a:lnTo>
                <a:lnTo>
                  <a:pt x="768"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15376" name="未知"/>
          <p:cNvSpPr/>
          <p:nvPr/>
        </p:nvSpPr>
        <p:spPr>
          <a:xfrm>
            <a:off x="3922713" y="4283075"/>
            <a:ext cx="1373187" cy="173038"/>
          </a:xfrm>
          <a:custGeom>
            <a:avLst/>
            <a:gdLst/>
            <a:ahLst/>
            <a:cxnLst/>
            <a:pathLst>
              <a:path w="769" h="97">
                <a:moveTo>
                  <a:pt x="0" y="0"/>
                </a:moveTo>
                <a:lnTo>
                  <a:pt x="432" y="0"/>
                </a:lnTo>
                <a:lnTo>
                  <a:pt x="336" y="96"/>
                </a:lnTo>
                <a:lnTo>
                  <a:pt x="768"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15377" name="未知"/>
          <p:cNvSpPr/>
          <p:nvPr/>
        </p:nvSpPr>
        <p:spPr>
          <a:xfrm>
            <a:off x="5551488" y="4283075"/>
            <a:ext cx="1373187" cy="173038"/>
          </a:xfrm>
          <a:custGeom>
            <a:avLst/>
            <a:gdLst/>
            <a:ahLst/>
            <a:cxnLst/>
            <a:pathLst>
              <a:path w="769" h="97">
                <a:moveTo>
                  <a:pt x="0" y="0"/>
                </a:moveTo>
                <a:lnTo>
                  <a:pt x="432" y="0"/>
                </a:lnTo>
                <a:lnTo>
                  <a:pt x="336" y="96"/>
                </a:lnTo>
                <a:lnTo>
                  <a:pt x="768"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15378" name="直接连接符 15378"/>
          <p:cNvSpPr/>
          <p:nvPr/>
        </p:nvSpPr>
        <p:spPr>
          <a:xfrm flipH="1">
            <a:off x="2822575" y="5554663"/>
            <a:ext cx="671513" cy="0"/>
          </a:xfrm>
          <a:prstGeom prst="line">
            <a:avLst/>
          </a:prstGeom>
          <a:ln w="25400" cap="flat" cmpd="sng">
            <a:solidFill>
              <a:srgbClr val="000000"/>
            </a:solidFill>
            <a:prstDash val="solid"/>
            <a:round/>
            <a:headEnd type="none" w="med" len="med"/>
            <a:tailEnd type="triangle" w="med" len="med"/>
          </a:ln>
        </p:spPr>
      </p:sp>
      <p:sp>
        <p:nvSpPr>
          <p:cNvPr id="15379" name="直接连接符 15379"/>
          <p:cNvSpPr/>
          <p:nvPr/>
        </p:nvSpPr>
        <p:spPr>
          <a:xfrm flipH="1">
            <a:off x="4251325" y="5183188"/>
            <a:ext cx="785813" cy="0"/>
          </a:xfrm>
          <a:prstGeom prst="line">
            <a:avLst/>
          </a:prstGeom>
          <a:ln w="25400" cap="flat" cmpd="sng">
            <a:solidFill>
              <a:srgbClr val="000000"/>
            </a:solidFill>
            <a:prstDash val="solid"/>
            <a:round/>
            <a:headEnd type="none" w="med" len="med"/>
            <a:tailEnd type="triangle" w="med" len="med"/>
          </a:ln>
        </p:spPr>
      </p:sp>
      <p:sp>
        <p:nvSpPr>
          <p:cNvPr id="15380" name="直接连接符 15380"/>
          <p:cNvSpPr/>
          <p:nvPr/>
        </p:nvSpPr>
        <p:spPr>
          <a:xfrm>
            <a:off x="2708275" y="5183188"/>
            <a:ext cx="600075" cy="0"/>
          </a:xfrm>
          <a:prstGeom prst="line">
            <a:avLst/>
          </a:prstGeom>
          <a:ln w="25400" cap="flat" cmpd="sng">
            <a:solidFill>
              <a:srgbClr val="000000"/>
            </a:solidFill>
            <a:prstDash val="solid"/>
            <a:round/>
            <a:headEnd type="none" w="med" len="med"/>
            <a:tailEnd type="triangle" w="med" len="med"/>
          </a:ln>
        </p:spPr>
      </p:sp>
      <p:sp>
        <p:nvSpPr>
          <p:cNvPr id="15381" name="直接连接符 15381"/>
          <p:cNvSpPr/>
          <p:nvPr/>
        </p:nvSpPr>
        <p:spPr>
          <a:xfrm>
            <a:off x="4094163" y="5554663"/>
            <a:ext cx="857250" cy="0"/>
          </a:xfrm>
          <a:prstGeom prst="line">
            <a:avLst/>
          </a:prstGeom>
          <a:ln w="25400" cap="flat" cmpd="sng">
            <a:solidFill>
              <a:srgbClr val="000000"/>
            </a:solidFill>
            <a:prstDash val="solid"/>
            <a:round/>
            <a:headEnd type="none" w="med" len="med"/>
            <a:tailEnd type="triangle" w="med" len="med"/>
          </a:ln>
        </p:spPr>
      </p:sp>
      <p:sp>
        <p:nvSpPr>
          <p:cNvPr id="15382" name="直接连接符 15382"/>
          <p:cNvSpPr/>
          <p:nvPr/>
        </p:nvSpPr>
        <p:spPr>
          <a:xfrm flipH="1">
            <a:off x="1293813" y="5183188"/>
            <a:ext cx="671512" cy="0"/>
          </a:xfrm>
          <a:prstGeom prst="line">
            <a:avLst/>
          </a:prstGeom>
          <a:ln w="25400" cap="flat" cmpd="sng">
            <a:solidFill>
              <a:srgbClr val="000000"/>
            </a:solidFill>
            <a:prstDash val="solid"/>
            <a:round/>
            <a:headEnd type="none" w="med" len="med"/>
            <a:tailEnd type="triangle" w="med" len="med"/>
          </a:ln>
        </p:spPr>
      </p:sp>
      <p:sp>
        <p:nvSpPr>
          <p:cNvPr id="15383" name="直接连接符 15383"/>
          <p:cNvSpPr/>
          <p:nvPr/>
        </p:nvSpPr>
        <p:spPr>
          <a:xfrm>
            <a:off x="7423150" y="5540375"/>
            <a:ext cx="600075" cy="0"/>
          </a:xfrm>
          <a:prstGeom prst="line">
            <a:avLst/>
          </a:prstGeom>
          <a:ln w="25400" cap="flat" cmpd="sng">
            <a:solidFill>
              <a:srgbClr val="000000"/>
            </a:solidFill>
            <a:prstDash val="solid"/>
            <a:round/>
            <a:headEnd type="none" w="med" len="med"/>
            <a:tailEnd type="triangle" w="med" len="med"/>
          </a:ln>
        </p:spPr>
      </p:sp>
      <p:sp>
        <p:nvSpPr>
          <p:cNvPr id="15384" name="直接连接符 15384"/>
          <p:cNvSpPr/>
          <p:nvPr/>
        </p:nvSpPr>
        <p:spPr>
          <a:xfrm>
            <a:off x="7723188" y="3983038"/>
            <a:ext cx="0" cy="885825"/>
          </a:xfrm>
          <a:prstGeom prst="line">
            <a:avLst/>
          </a:prstGeom>
          <a:ln w="50800" cap="flat" cmpd="sng">
            <a:solidFill>
              <a:schemeClr val="accent2"/>
            </a:solidFill>
            <a:prstDash val="solid"/>
            <a:round/>
            <a:headEnd type="none" w="med" len="med"/>
            <a:tailEnd type="none" w="med" len="med"/>
          </a:ln>
          <a:effectLst>
            <a:outerShdw dist="35921" dir="2699999" algn="ctr" rotWithShape="0">
              <a:schemeClr val="bg2"/>
            </a:outerShdw>
          </a:effectLst>
        </p:spPr>
      </p:sp>
      <p:sp>
        <p:nvSpPr>
          <p:cNvPr id="15385" name="直接连接符 15385"/>
          <p:cNvSpPr/>
          <p:nvPr/>
        </p:nvSpPr>
        <p:spPr>
          <a:xfrm>
            <a:off x="5922963" y="5183188"/>
            <a:ext cx="600075" cy="0"/>
          </a:xfrm>
          <a:prstGeom prst="line">
            <a:avLst/>
          </a:prstGeom>
          <a:ln w="25400" cap="flat" cmpd="sng">
            <a:solidFill>
              <a:srgbClr val="000000"/>
            </a:solidFill>
            <a:prstDash val="solid"/>
            <a:round/>
            <a:headEnd type="none" w="med" len="med"/>
            <a:tailEnd type="triangle" w="med" len="med"/>
          </a:ln>
        </p:spPr>
      </p:sp>
      <p:sp>
        <p:nvSpPr>
          <p:cNvPr id="15386" name="直接连接符 15386"/>
          <p:cNvSpPr/>
          <p:nvPr/>
        </p:nvSpPr>
        <p:spPr>
          <a:xfrm flipH="1">
            <a:off x="5880100" y="5540375"/>
            <a:ext cx="671513" cy="0"/>
          </a:xfrm>
          <a:prstGeom prst="line">
            <a:avLst/>
          </a:prstGeom>
          <a:ln w="25400" cap="flat" cmpd="sng">
            <a:solidFill>
              <a:srgbClr val="000000"/>
            </a:solidFill>
            <a:prstDash val="solid"/>
            <a:round/>
            <a:headEnd type="none" w="med" len="med"/>
            <a:tailEnd type="triangle" w="med" len="med"/>
          </a:ln>
        </p:spPr>
      </p:sp>
      <p:sp>
        <p:nvSpPr>
          <p:cNvPr id="15387" name="矩形 15387"/>
          <p:cNvSpPr/>
          <p:nvPr/>
        </p:nvSpPr>
        <p:spPr>
          <a:xfrm>
            <a:off x="1871663" y="4891088"/>
            <a:ext cx="928687" cy="84296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r>
              <a:rPr lang="en-US" altLang="zh-CN" sz="1600" b="1">
                <a:latin typeface="Helvetica" pitchFamily="2" charset="0"/>
                <a:ea typeface="宋体" panose="02010600030101010101" pitchFamily="2" charset="-122"/>
              </a:rPr>
              <a:t>Routing</a:t>
            </a:r>
            <a:endParaRPr lang="en-US" altLang="zh-CN" sz="1600" b="1">
              <a:latin typeface="Helvetica" pitchFamily="2" charset="0"/>
              <a:ea typeface="宋体" panose="02010600030101010101" pitchFamily="2" charset="-122"/>
            </a:endParaRPr>
          </a:p>
          <a:p>
            <a:pPr algn="ctr" defTabSz="1028700" eaLnBrk="0" hangingPunct="0"/>
            <a:r>
              <a:rPr lang="en-US" altLang="zh-CN" sz="1600" b="1">
                <a:latin typeface="Helvetica" pitchFamily="2" charset="0"/>
                <a:ea typeface="宋体" panose="02010600030101010101" pitchFamily="2" charset="-122"/>
              </a:rPr>
              <a:t>Table</a:t>
            </a:r>
            <a:endParaRPr lang="en-US" altLang="zh-CN" sz="1600" b="1">
              <a:latin typeface="Helvetica" pitchFamily="2" charset="0"/>
              <a:ea typeface="宋体" panose="02010600030101010101" pitchFamily="2" charset="-122"/>
            </a:endParaRPr>
          </a:p>
        </p:txBody>
      </p:sp>
      <p:sp>
        <p:nvSpPr>
          <p:cNvPr id="15388" name="矩形 15388"/>
          <p:cNvSpPr/>
          <p:nvPr/>
        </p:nvSpPr>
        <p:spPr>
          <a:xfrm>
            <a:off x="3328988" y="4891088"/>
            <a:ext cx="928687" cy="84296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r>
              <a:rPr lang="en-US" altLang="zh-CN" sz="1600" b="1">
                <a:latin typeface="Helvetica" pitchFamily="2" charset="0"/>
                <a:ea typeface="宋体" panose="02010600030101010101" pitchFamily="2" charset="-122"/>
              </a:rPr>
              <a:t>Routing</a:t>
            </a:r>
            <a:endParaRPr lang="en-US" altLang="zh-CN" sz="1600" b="1">
              <a:latin typeface="Helvetica" pitchFamily="2" charset="0"/>
              <a:ea typeface="宋体" panose="02010600030101010101" pitchFamily="2" charset="-122"/>
            </a:endParaRPr>
          </a:p>
          <a:p>
            <a:pPr algn="ctr" defTabSz="1028700" eaLnBrk="0" hangingPunct="0"/>
            <a:r>
              <a:rPr lang="en-US" altLang="zh-CN" sz="1600" b="1">
                <a:latin typeface="Helvetica" pitchFamily="2" charset="0"/>
                <a:ea typeface="宋体" panose="02010600030101010101" pitchFamily="2" charset="-122"/>
              </a:rPr>
              <a:t>Table</a:t>
            </a:r>
            <a:endParaRPr lang="en-US" altLang="zh-CN" sz="1600" b="1">
              <a:latin typeface="Helvetica" pitchFamily="2" charset="0"/>
              <a:ea typeface="宋体" panose="02010600030101010101" pitchFamily="2" charset="-122"/>
            </a:endParaRPr>
          </a:p>
        </p:txBody>
      </p:sp>
      <p:sp>
        <p:nvSpPr>
          <p:cNvPr id="15389" name="矩形 15389"/>
          <p:cNvSpPr/>
          <p:nvPr/>
        </p:nvSpPr>
        <p:spPr>
          <a:xfrm>
            <a:off x="4957763" y="4891088"/>
            <a:ext cx="928687" cy="84296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r>
              <a:rPr lang="en-US" altLang="zh-CN" sz="1600" b="1">
                <a:latin typeface="Helvetica" pitchFamily="2" charset="0"/>
                <a:ea typeface="宋体" panose="02010600030101010101" pitchFamily="2" charset="-122"/>
              </a:rPr>
              <a:t>Routing</a:t>
            </a:r>
            <a:endParaRPr lang="en-US" altLang="zh-CN" sz="1600" b="1">
              <a:latin typeface="Helvetica" pitchFamily="2" charset="0"/>
              <a:ea typeface="宋体" panose="02010600030101010101" pitchFamily="2" charset="-122"/>
            </a:endParaRPr>
          </a:p>
          <a:p>
            <a:pPr algn="ctr" defTabSz="1028700" eaLnBrk="0" hangingPunct="0"/>
            <a:r>
              <a:rPr lang="en-US" altLang="zh-CN" sz="1600" b="1">
                <a:latin typeface="Helvetica" pitchFamily="2" charset="0"/>
                <a:ea typeface="宋体" panose="02010600030101010101" pitchFamily="2" charset="-122"/>
              </a:rPr>
              <a:t>Table</a:t>
            </a:r>
            <a:endParaRPr lang="en-US" altLang="zh-CN" sz="1600" b="1">
              <a:latin typeface="Helvetica" pitchFamily="2" charset="0"/>
              <a:ea typeface="宋体" panose="02010600030101010101" pitchFamily="2" charset="-122"/>
            </a:endParaRPr>
          </a:p>
        </p:txBody>
      </p:sp>
      <p:sp>
        <p:nvSpPr>
          <p:cNvPr id="15390" name="矩形 15390"/>
          <p:cNvSpPr/>
          <p:nvPr/>
        </p:nvSpPr>
        <p:spPr>
          <a:xfrm>
            <a:off x="6500813" y="4891088"/>
            <a:ext cx="928687" cy="84296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r>
              <a:rPr lang="en-US" altLang="zh-CN" sz="1600" b="1">
                <a:latin typeface="Helvetica" pitchFamily="2" charset="0"/>
                <a:ea typeface="宋体" panose="02010600030101010101" pitchFamily="2" charset="-122"/>
              </a:rPr>
              <a:t>Routing</a:t>
            </a:r>
            <a:endParaRPr lang="en-US" altLang="zh-CN" sz="1600" b="1">
              <a:latin typeface="Helvetica" pitchFamily="2" charset="0"/>
              <a:ea typeface="宋体" panose="02010600030101010101" pitchFamily="2" charset="-122"/>
            </a:endParaRPr>
          </a:p>
          <a:p>
            <a:pPr algn="ctr" defTabSz="1028700" eaLnBrk="0" hangingPunct="0"/>
            <a:r>
              <a:rPr lang="en-US" altLang="zh-CN" sz="1600" b="1">
                <a:latin typeface="Helvetica" pitchFamily="2" charset="0"/>
                <a:ea typeface="宋体" panose="02010600030101010101" pitchFamily="2" charset="-122"/>
              </a:rPr>
              <a:t>Table</a:t>
            </a:r>
            <a:endParaRPr lang="en-US" altLang="zh-CN" sz="1600" b="1">
              <a:latin typeface="Helvetica" pitchFamily="2" charset="0"/>
              <a:ea typeface="宋体" panose="02010600030101010101" pitchFamily="2" charset="-122"/>
            </a:endParaRPr>
          </a:p>
        </p:txBody>
      </p:sp>
      <p:sp>
        <p:nvSpPr>
          <p:cNvPr id="15391" name="直接连接符 15391"/>
          <p:cNvSpPr/>
          <p:nvPr/>
        </p:nvSpPr>
        <p:spPr>
          <a:xfrm>
            <a:off x="1122363" y="3983038"/>
            <a:ext cx="0" cy="885825"/>
          </a:xfrm>
          <a:prstGeom prst="line">
            <a:avLst/>
          </a:prstGeom>
          <a:ln w="50800" cap="flat" cmpd="sng">
            <a:solidFill>
              <a:schemeClr val="accent2"/>
            </a:solidFill>
            <a:prstDash val="solid"/>
            <a:round/>
            <a:headEnd type="none" w="med" len="med"/>
            <a:tailEnd type="none" w="med" len="med"/>
          </a:ln>
          <a:effectLst>
            <a:outerShdw dist="35921" dir="2699999" algn="ctr" rotWithShape="0">
              <a:schemeClr val="bg2"/>
            </a:outerShdw>
          </a:effectLst>
        </p:spPr>
      </p:sp>
      <p:sp>
        <p:nvSpPr>
          <p:cNvPr id="15392" name="矩形 15392"/>
          <p:cNvSpPr/>
          <p:nvPr/>
        </p:nvSpPr>
        <p:spPr>
          <a:xfrm>
            <a:off x="201613" y="3222625"/>
            <a:ext cx="2695575" cy="566738"/>
          </a:xfrm>
          <a:prstGeom prst="rect">
            <a:avLst/>
          </a:prstGeom>
          <a:solidFill>
            <a:srgbClr val="CAD2DC"/>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r>
              <a:rPr lang="zh-CN" altLang="en-US" sz="1600" b="1">
                <a:latin typeface="Helvetica" pitchFamily="2" charset="0"/>
                <a:ea typeface="宋体" panose="02010600030101010101" pitchFamily="2" charset="-122"/>
              </a:rPr>
              <a:t>距离</a:t>
            </a:r>
            <a:r>
              <a:rPr lang="en-US" altLang="zh-CN" sz="1600" b="1">
                <a:latin typeface="Helvetica" pitchFamily="2" charset="0"/>
                <a:ea typeface="宋体" panose="02010600030101010101" pitchFamily="2" charset="-122"/>
              </a:rPr>
              <a:t>—</a:t>
            </a:r>
            <a:r>
              <a:rPr lang="zh-CN" altLang="en-US" sz="1600" b="1">
                <a:latin typeface="Helvetica" pitchFamily="2" charset="0"/>
                <a:ea typeface="宋体" panose="02010600030101010101" pitchFamily="2" charset="-122"/>
              </a:rPr>
              <a:t>表示远近</a:t>
            </a:r>
            <a:endParaRPr lang="zh-CN" altLang="en-US" sz="1600" b="1">
              <a:latin typeface="Helvetica" pitchFamily="2" charset="0"/>
              <a:ea typeface="宋体" panose="02010600030101010101" pitchFamily="2" charset="-122"/>
            </a:endParaRPr>
          </a:p>
          <a:p>
            <a:pPr algn="ctr" defTabSz="1028700" eaLnBrk="0" hangingPunct="0"/>
            <a:r>
              <a:rPr lang="zh-CN" altLang="en-US" sz="1600" b="1">
                <a:latin typeface="Helvetica" pitchFamily="2" charset="0"/>
                <a:ea typeface="宋体" panose="02010600030101010101" pitchFamily="2" charset="-122"/>
              </a:rPr>
              <a:t>矢量</a:t>
            </a:r>
            <a:r>
              <a:rPr lang="en-US" altLang="zh-CN" sz="1600" b="1">
                <a:latin typeface="Helvetica" pitchFamily="2" charset="0"/>
                <a:ea typeface="宋体" panose="02010600030101010101" pitchFamily="2" charset="-122"/>
              </a:rPr>
              <a:t>—</a:t>
            </a:r>
            <a:r>
              <a:rPr lang="zh-CN" altLang="en-US" sz="1600" b="1">
                <a:latin typeface="Helvetica" pitchFamily="2" charset="0"/>
                <a:ea typeface="宋体" panose="02010600030101010101" pitchFamily="2" charset="-122"/>
              </a:rPr>
              <a:t>表示方向</a:t>
            </a:r>
            <a:endParaRPr lang="zh-CN" altLang="en-US" sz="1600" b="1">
              <a:latin typeface="Helvetica" pitchFamily="2" charset="0"/>
              <a:ea typeface="宋体" panose="02010600030101010101" pitchFamily="2" charset="-122"/>
            </a:endParaRPr>
          </a:p>
        </p:txBody>
      </p:sp>
      <p:sp>
        <p:nvSpPr>
          <p:cNvPr id="15393" name="标题 15393"/>
          <p:cNvSpPr>
            <a:spLocks noGrp="1"/>
          </p:cNvSpPr>
          <p:nvPr>
            <p:ph type="title"/>
          </p:nvPr>
        </p:nvSpPr>
        <p:spPr/>
        <p:txBody>
          <a:bodyPr anchor="b"/>
          <a:p>
            <a:r>
              <a:rPr lang="zh-CN" altLang="en-US"/>
              <a:t>距离</a:t>
            </a:r>
            <a:r>
              <a:rPr lang="en-US" altLang="zh-CN"/>
              <a:t>-</a:t>
            </a:r>
            <a:r>
              <a:rPr lang="zh-CN" altLang="en-US"/>
              <a:t>矢量路由协议</a:t>
            </a:r>
            <a:endParaRPr lang="zh-CN" altLang="en-US"/>
          </a:p>
        </p:txBody>
      </p:sp>
      <p:pic>
        <p:nvPicPr>
          <p:cNvPr id="15394" name="图片 15394" descr="GER---"/>
          <p:cNvPicPr>
            <a:picLocks noChangeAspect="1"/>
          </p:cNvPicPr>
          <p:nvPr/>
        </p:nvPicPr>
        <p:blipFill>
          <a:blip r:embed="rId1"/>
          <a:stretch>
            <a:fillRect/>
          </a:stretch>
        </p:blipFill>
        <p:spPr>
          <a:xfrm>
            <a:off x="4137025" y="1755775"/>
            <a:ext cx="939800" cy="717550"/>
          </a:xfrm>
          <a:prstGeom prst="rect">
            <a:avLst/>
          </a:prstGeom>
          <a:noFill/>
          <a:ln w="9525">
            <a:noFill/>
          </a:ln>
        </p:spPr>
      </p:pic>
      <p:pic>
        <p:nvPicPr>
          <p:cNvPr id="15395" name="图片 15395" descr="GER---"/>
          <p:cNvPicPr>
            <a:picLocks noChangeAspect="1"/>
          </p:cNvPicPr>
          <p:nvPr/>
        </p:nvPicPr>
        <p:blipFill>
          <a:blip r:embed="rId1"/>
          <a:stretch>
            <a:fillRect/>
          </a:stretch>
        </p:blipFill>
        <p:spPr>
          <a:xfrm>
            <a:off x="5792788" y="2373313"/>
            <a:ext cx="939800" cy="717550"/>
          </a:xfrm>
          <a:prstGeom prst="rect">
            <a:avLst/>
          </a:prstGeom>
          <a:noFill/>
          <a:ln w="9525">
            <a:noFill/>
          </a:ln>
        </p:spPr>
      </p:pic>
      <p:pic>
        <p:nvPicPr>
          <p:cNvPr id="15396" name="图片 15396" descr="GER---"/>
          <p:cNvPicPr>
            <a:picLocks noChangeAspect="1"/>
          </p:cNvPicPr>
          <p:nvPr/>
        </p:nvPicPr>
        <p:blipFill>
          <a:blip r:embed="rId1"/>
          <a:stretch>
            <a:fillRect/>
          </a:stretch>
        </p:blipFill>
        <p:spPr>
          <a:xfrm>
            <a:off x="2479675" y="2373313"/>
            <a:ext cx="939800" cy="717550"/>
          </a:xfrm>
          <a:prstGeom prst="rect">
            <a:avLst/>
          </a:prstGeom>
          <a:noFill/>
          <a:ln w="9525">
            <a:noFill/>
          </a:ln>
        </p:spPr>
      </p:pic>
      <p:pic>
        <p:nvPicPr>
          <p:cNvPr id="15397" name="图片 15397" descr="GER---"/>
          <p:cNvPicPr>
            <a:picLocks noChangeAspect="1"/>
          </p:cNvPicPr>
          <p:nvPr/>
        </p:nvPicPr>
        <p:blipFill>
          <a:blip r:embed="rId1"/>
          <a:stretch>
            <a:fillRect/>
          </a:stretch>
        </p:blipFill>
        <p:spPr>
          <a:xfrm>
            <a:off x="4140200" y="3095625"/>
            <a:ext cx="939800" cy="717550"/>
          </a:xfrm>
          <a:prstGeom prst="rect">
            <a:avLst/>
          </a:prstGeom>
          <a:noFill/>
          <a:ln w="9525">
            <a:noFill/>
          </a:ln>
        </p:spPr>
      </p:pic>
      <p:sp>
        <p:nvSpPr>
          <p:cNvPr id="15399" name="矩形 15398"/>
          <p:cNvSpPr/>
          <p:nvPr/>
        </p:nvSpPr>
        <p:spPr>
          <a:xfrm>
            <a:off x="2671763" y="2822575"/>
            <a:ext cx="442913" cy="376238"/>
          </a:xfrm>
          <a:prstGeom prst="rect">
            <a:avLst/>
          </a:prstGeom>
          <a:noFill/>
          <a:ln w="9525">
            <a:noFill/>
          </a:ln>
        </p:spPr>
        <p:txBody>
          <a:bodyPr wrap="none" lIns="30515" tIns="43230" rIns="30515" bIns="43230"/>
          <a:p>
            <a:pPr algn="ctr" defTabSz="1028700" eaLnBrk="0" fontAlgn="base" hangingPunct="0">
              <a:lnSpc>
                <a:spcPts val="1800"/>
              </a:lnSpc>
              <a:tabLst>
                <a:tab pos="514350" algn="l"/>
                <a:tab pos="1028700" algn="l"/>
                <a:tab pos="1543050" algn="l"/>
              </a:tabLst>
            </a:pPr>
            <a:r>
              <a:rPr lang="en-US" altLang="zh-CN" sz="16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C</a:t>
            </a:r>
            <a:endParaRPr lang="en-US" altLang="zh-CN" sz="1600" b="1" strike="noStrike" noProof="1">
              <a:solidFill>
                <a:srgbClr val="FFFFFF"/>
              </a:solidFill>
              <a:effectLst>
                <a:outerShdw blurRad="38100" dist="38100" dir="2700000">
                  <a:srgbClr val="C0C0C0"/>
                </a:outerShdw>
              </a:effectLst>
              <a:latin typeface="Helvetica" pitchFamily="2" charset="0"/>
            </a:endParaRPr>
          </a:p>
        </p:txBody>
      </p:sp>
      <p:sp>
        <p:nvSpPr>
          <p:cNvPr id="15400" name="矩形 15399"/>
          <p:cNvSpPr/>
          <p:nvPr/>
        </p:nvSpPr>
        <p:spPr>
          <a:xfrm>
            <a:off x="4470400" y="3521075"/>
            <a:ext cx="287338" cy="376238"/>
          </a:xfrm>
          <a:prstGeom prst="rect">
            <a:avLst/>
          </a:prstGeom>
          <a:noFill/>
          <a:ln w="9525">
            <a:noFill/>
          </a:ln>
        </p:spPr>
        <p:txBody>
          <a:bodyPr wrap="none" lIns="30515" tIns="43230" rIns="30515" bIns="43230"/>
          <a:p>
            <a:pPr algn="ctr" defTabSz="1028700" eaLnBrk="0" fontAlgn="base" hangingPunct="0">
              <a:lnSpc>
                <a:spcPts val="1800"/>
              </a:lnSpc>
              <a:tabLst>
                <a:tab pos="514350" algn="l"/>
                <a:tab pos="1028700" algn="l"/>
                <a:tab pos="1543050" algn="l"/>
              </a:tabLst>
            </a:pPr>
            <a:r>
              <a:rPr lang="en-US" altLang="zh-CN" sz="16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D</a:t>
            </a:r>
            <a:endParaRPr lang="en-US" altLang="zh-CN" sz="1600" b="1" strike="noStrike" noProof="1">
              <a:solidFill>
                <a:srgbClr val="FFFFFF"/>
              </a:solidFill>
              <a:effectLst>
                <a:outerShdw blurRad="38100" dist="38100" dir="2700000">
                  <a:srgbClr val="C0C0C0"/>
                </a:outerShdw>
              </a:effectLst>
              <a:latin typeface="Helvetica" pitchFamily="2" charset="0"/>
            </a:endParaRPr>
          </a:p>
        </p:txBody>
      </p:sp>
      <p:sp>
        <p:nvSpPr>
          <p:cNvPr id="15401" name="矩形 15400"/>
          <p:cNvSpPr/>
          <p:nvPr/>
        </p:nvSpPr>
        <p:spPr>
          <a:xfrm>
            <a:off x="4473575" y="2225675"/>
            <a:ext cx="265113" cy="376238"/>
          </a:xfrm>
          <a:prstGeom prst="rect">
            <a:avLst/>
          </a:prstGeom>
          <a:noFill/>
          <a:ln w="9525">
            <a:noFill/>
          </a:ln>
        </p:spPr>
        <p:txBody>
          <a:bodyPr wrap="none" lIns="30515" tIns="43230" rIns="30515" bIns="43230"/>
          <a:p>
            <a:pPr algn="ctr" defTabSz="1028700" eaLnBrk="0" fontAlgn="base" hangingPunct="0">
              <a:lnSpc>
                <a:spcPts val="1800"/>
              </a:lnSpc>
              <a:tabLst>
                <a:tab pos="514350" algn="l"/>
                <a:tab pos="1028700" algn="l"/>
                <a:tab pos="1543050" algn="l"/>
              </a:tabLst>
            </a:pPr>
            <a:r>
              <a:rPr lang="en-US" altLang="zh-CN" sz="16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B</a:t>
            </a:r>
            <a:endParaRPr lang="en-US" altLang="zh-CN" sz="1600" b="1" strike="noStrike" noProof="1">
              <a:solidFill>
                <a:srgbClr val="FFFFFF"/>
              </a:solidFill>
              <a:effectLst>
                <a:outerShdw blurRad="38100" dist="38100" dir="2700000">
                  <a:srgbClr val="C0C0C0"/>
                </a:outerShdw>
              </a:effectLst>
              <a:latin typeface="Helvetica" pitchFamily="2" charset="0"/>
            </a:endParaRPr>
          </a:p>
        </p:txBody>
      </p:sp>
      <p:sp>
        <p:nvSpPr>
          <p:cNvPr id="15402" name="矩形 15401"/>
          <p:cNvSpPr/>
          <p:nvPr/>
        </p:nvSpPr>
        <p:spPr>
          <a:xfrm>
            <a:off x="6018213" y="2814638"/>
            <a:ext cx="454025" cy="377825"/>
          </a:xfrm>
          <a:prstGeom prst="rect">
            <a:avLst/>
          </a:prstGeom>
          <a:noFill/>
          <a:ln w="9525">
            <a:noFill/>
          </a:ln>
        </p:spPr>
        <p:txBody>
          <a:bodyPr wrap="none" lIns="30515" tIns="43230" rIns="30515" bIns="43230"/>
          <a:p>
            <a:pPr algn="ctr" defTabSz="1028700" eaLnBrk="0" fontAlgn="base" hangingPunct="0">
              <a:lnSpc>
                <a:spcPts val="1800"/>
              </a:lnSpc>
              <a:tabLst>
                <a:tab pos="514350" algn="l"/>
                <a:tab pos="1028700" algn="l"/>
                <a:tab pos="1543050" algn="l"/>
              </a:tabLst>
            </a:pPr>
            <a:r>
              <a:rPr lang="en-US" altLang="zh-CN" sz="16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A</a:t>
            </a:r>
            <a:endParaRPr lang="en-US" altLang="zh-CN" sz="1600" b="1" strike="noStrike" noProof="1">
              <a:solidFill>
                <a:srgbClr val="FFFFFF"/>
              </a:solidFill>
              <a:effectLst>
                <a:outerShdw blurRad="38100" dist="38100" dir="2700000">
                  <a:srgbClr val="C0C0C0"/>
                </a:outerShdw>
              </a:effectLst>
              <a:latin typeface="Helvetica" pitchFamily="2" charset="0"/>
            </a:endParaRPr>
          </a:p>
        </p:txBody>
      </p:sp>
      <p:pic>
        <p:nvPicPr>
          <p:cNvPr id="2" name="图片 15402" descr="GER---"/>
          <p:cNvPicPr>
            <a:picLocks noChangeAspect="1"/>
          </p:cNvPicPr>
          <p:nvPr/>
        </p:nvPicPr>
        <p:blipFill>
          <a:blip r:embed="rId1"/>
          <a:stretch>
            <a:fillRect/>
          </a:stretch>
        </p:blipFill>
        <p:spPr>
          <a:xfrm>
            <a:off x="1835150" y="4029075"/>
            <a:ext cx="863600" cy="574675"/>
          </a:xfrm>
          <a:prstGeom prst="rect">
            <a:avLst/>
          </a:prstGeom>
          <a:noFill/>
          <a:ln w="9525">
            <a:noFill/>
          </a:ln>
        </p:spPr>
      </p:pic>
      <p:pic>
        <p:nvPicPr>
          <p:cNvPr id="15403" name="图片 15403" descr="GER---"/>
          <p:cNvPicPr>
            <a:picLocks noChangeAspect="1"/>
          </p:cNvPicPr>
          <p:nvPr/>
        </p:nvPicPr>
        <p:blipFill>
          <a:blip r:embed="rId1"/>
          <a:stretch>
            <a:fillRect/>
          </a:stretch>
        </p:blipFill>
        <p:spPr>
          <a:xfrm>
            <a:off x="5003800" y="4029075"/>
            <a:ext cx="863600" cy="574675"/>
          </a:xfrm>
          <a:prstGeom prst="rect">
            <a:avLst/>
          </a:prstGeom>
          <a:noFill/>
          <a:ln w="9525">
            <a:noFill/>
          </a:ln>
        </p:spPr>
      </p:pic>
      <p:pic>
        <p:nvPicPr>
          <p:cNvPr id="15404" name="图片 15404" descr="GER---"/>
          <p:cNvPicPr>
            <a:picLocks noChangeAspect="1"/>
          </p:cNvPicPr>
          <p:nvPr/>
        </p:nvPicPr>
        <p:blipFill>
          <a:blip r:embed="rId1"/>
          <a:stretch>
            <a:fillRect/>
          </a:stretch>
        </p:blipFill>
        <p:spPr>
          <a:xfrm>
            <a:off x="3376613" y="4029075"/>
            <a:ext cx="863600" cy="574675"/>
          </a:xfrm>
          <a:prstGeom prst="rect">
            <a:avLst/>
          </a:prstGeom>
          <a:noFill/>
          <a:ln w="9525">
            <a:noFill/>
          </a:ln>
        </p:spPr>
      </p:pic>
      <p:pic>
        <p:nvPicPr>
          <p:cNvPr id="15405" name="图片 15405" descr="GER---"/>
          <p:cNvPicPr>
            <a:picLocks noChangeAspect="1"/>
          </p:cNvPicPr>
          <p:nvPr/>
        </p:nvPicPr>
        <p:blipFill>
          <a:blip r:embed="rId1"/>
          <a:stretch>
            <a:fillRect/>
          </a:stretch>
        </p:blipFill>
        <p:spPr>
          <a:xfrm>
            <a:off x="6516688" y="4016375"/>
            <a:ext cx="863600" cy="574675"/>
          </a:xfrm>
          <a:prstGeom prst="rect">
            <a:avLst/>
          </a:prstGeom>
          <a:noFill/>
          <a:ln w="9525">
            <a:noFill/>
          </a:ln>
        </p:spPr>
      </p:pic>
      <p:sp>
        <p:nvSpPr>
          <p:cNvPr id="15407" name="矩形 15406"/>
          <p:cNvSpPr/>
          <p:nvPr/>
        </p:nvSpPr>
        <p:spPr>
          <a:xfrm>
            <a:off x="3651250" y="4325938"/>
            <a:ext cx="301625" cy="333375"/>
          </a:xfrm>
          <a:prstGeom prst="rect">
            <a:avLst/>
          </a:prstGeom>
          <a:noFill/>
          <a:ln w="9525">
            <a:noFill/>
          </a:ln>
        </p:spPr>
        <p:txBody>
          <a:bodyPr wrap="none" lIns="21431" tIns="30362" rIns="21431" bIns="30362"/>
          <a:p>
            <a:pPr algn="ctr" defTabSz="1028700" eaLnBrk="0" fontAlgn="base" hangingPunct="0">
              <a:lnSpc>
                <a:spcPts val="2140"/>
              </a:lnSpc>
              <a:tabLst>
                <a:tab pos="514350" algn="l"/>
                <a:tab pos="1028700" algn="l"/>
                <a:tab pos="1543050" algn="l"/>
              </a:tabLst>
            </a:pPr>
            <a:r>
              <a:rPr lang="en-US" altLang="zh-CN" sz="16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C</a:t>
            </a:r>
            <a:endParaRPr lang="en-US" altLang="zh-CN" sz="1600" b="1" strike="noStrike" noProof="1">
              <a:solidFill>
                <a:srgbClr val="FFFFFF"/>
              </a:solidFill>
              <a:effectLst>
                <a:outerShdw blurRad="38100" dist="38100" dir="2700000">
                  <a:srgbClr val="C0C0C0"/>
                </a:outerShdw>
              </a:effectLst>
              <a:latin typeface="Helvetica" pitchFamily="2" charset="0"/>
            </a:endParaRPr>
          </a:p>
        </p:txBody>
      </p:sp>
      <p:sp>
        <p:nvSpPr>
          <p:cNvPr id="15408" name="矩形 15407"/>
          <p:cNvSpPr/>
          <p:nvPr/>
        </p:nvSpPr>
        <p:spPr>
          <a:xfrm>
            <a:off x="5251450" y="4325938"/>
            <a:ext cx="301625" cy="333375"/>
          </a:xfrm>
          <a:prstGeom prst="rect">
            <a:avLst/>
          </a:prstGeom>
          <a:noFill/>
          <a:ln w="9525">
            <a:noFill/>
          </a:ln>
        </p:spPr>
        <p:txBody>
          <a:bodyPr wrap="none" lIns="21431" tIns="30362" rIns="21431" bIns="30362"/>
          <a:p>
            <a:pPr algn="ctr" defTabSz="1028700" eaLnBrk="0" fontAlgn="base" hangingPunct="0">
              <a:lnSpc>
                <a:spcPts val="2140"/>
              </a:lnSpc>
              <a:tabLst>
                <a:tab pos="514350" algn="l"/>
                <a:tab pos="1028700" algn="l"/>
                <a:tab pos="1543050" algn="l"/>
              </a:tabLst>
            </a:pPr>
            <a:r>
              <a:rPr lang="en-US" altLang="zh-CN" sz="16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B</a:t>
            </a:r>
            <a:endParaRPr lang="en-US" altLang="zh-CN" sz="1600" b="1" strike="noStrike" noProof="1">
              <a:solidFill>
                <a:srgbClr val="FFFFFF"/>
              </a:solidFill>
              <a:effectLst>
                <a:outerShdw blurRad="38100" dist="38100" dir="2700000">
                  <a:srgbClr val="C0C0C0"/>
                </a:outerShdw>
              </a:effectLst>
              <a:latin typeface="Helvetica" pitchFamily="2" charset="0"/>
            </a:endParaRPr>
          </a:p>
        </p:txBody>
      </p:sp>
      <p:sp>
        <p:nvSpPr>
          <p:cNvPr id="15409" name="矩形 15408"/>
          <p:cNvSpPr/>
          <p:nvPr/>
        </p:nvSpPr>
        <p:spPr>
          <a:xfrm>
            <a:off x="6823075" y="4311650"/>
            <a:ext cx="271463" cy="314325"/>
          </a:xfrm>
          <a:prstGeom prst="rect">
            <a:avLst/>
          </a:prstGeom>
          <a:noFill/>
          <a:ln w="9525">
            <a:noFill/>
          </a:ln>
        </p:spPr>
        <p:txBody>
          <a:bodyPr wrap="none" lIns="21431" tIns="30362" rIns="21431" bIns="30362"/>
          <a:p>
            <a:pPr algn="ctr" defTabSz="1028700" eaLnBrk="0" fontAlgn="base" hangingPunct="0">
              <a:lnSpc>
                <a:spcPts val="2140"/>
              </a:lnSpc>
              <a:tabLst>
                <a:tab pos="514350" algn="l"/>
                <a:tab pos="1028700" algn="l"/>
                <a:tab pos="1543050" algn="l"/>
              </a:tabLst>
            </a:pPr>
            <a:r>
              <a:rPr lang="en-US" altLang="zh-CN" sz="16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A</a:t>
            </a:r>
            <a:endParaRPr lang="en-US" altLang="zh-CN" sz="1600" b="1" strike="noStrike" noProof="1">
              <a:solidFill>
                <a:srgbClr val="FFFFFF"/>
              </a:solidFill>
              <a:effectLst>
                <a:outerShdw blurRad="38100" dist="38100" dir="2700000">
                  <a:srgbClr val="C0C0C0"/>
                </a:outerShdw>
              </a:effectLst>
              <a:latin typeface="Helvetica" pitchFamily="2" charset="0"/>
            </a:endParaRPr>
          </a:p>
        </p:txBody>
      </p:sp>
      <p:sp>
        <p:nvSpPr>
          <p:cNvPr id="15410" name="矩形 15409"/>
          <p:cNvSpPr/>
          <p:nvPr/>
        </p:nvSpPr>
        <p:spPr>
          <a:xfrm>
            <a:off x="2136775" y="4325938"/>
            <a:ext cx="301625" cy="333375"/>
          </a:xfrm>
          <a:prstGeom prst="rect">
            <a:avLst/>
          </a:prstGeom>
          <a:noFill/>
          <a:ln w="9525">
            <a:noFill/>
          </a:ln>
        </p:spPr>
        <p:txBody>
          <a:bodyPr wrap="none" lIns="21431" tIns="30362" rIns="21431" bIns="30362"/>
          <a:p>
            <a:pPr algn="ctr" defTabSz="1028700" eaLnBrk="0" fontAlgn="base" hangingPunct="0">
              <a:lnSpc>
                <a:spcPts val="2140"/>
              </a:lnSpc>
              <a:tabLst>
                <a:tab pos="514350" algn="l"/>
                <a:tab pos="1028700" algn="l"/>
                <a:tab pos="1543050" algn="l"/>
              </a:tabLst>
            </a:pPr>
            <a:r>
              <a:rPr lang="en-US" altLang="zh-CN" sz="16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D</a:t>
            </a:r>
            <a:endParaRPr lang="en-US" altLang="zh-CN" sz="1600" b="1" strike="noStrike" noProof="1">
              <a:solidFill>
                <a:srgbClr val="FFFFFF"/>
              </a:solidFill>
              <a:effectLst>
                <a:outerShdw blurRad="38100" dist="38100" dir="2700000">
                  <a:srgbClr val="C0C0C0"/>
                </a:outerShdw>
              </a:effectLst>
              <a:latin typeface="Helvetica"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未知"/>
          <p:cNvSpPr/>
          <p:nvPr/>
        </p:nvSpPr>
        <p:spPr>
          <a:xfrm>
            <a:off x="1773238" y="2497138"/>
            <a:ext cx="6159500" cy="520700"/>
          </a:xfrm>
          <a:custGeom>
            <a:avLst/>
            <a:gdLst/>
            <a:ahLst/>
            <a:cxnLst/>
            <a:pathLst>
              <a:path w="3880" h="328">
                <a:moveTo>
                  <a:pt x="0" y="0"/>
                </a:moveTo>
                <a:lnTo>
                  <a:pt x="944" y="0"/>
                </a:lnTo>
                <a:lnTo>
                  <a:pt x="1800" y="328"/>
                </a:lnTo>
                <a:lnTo>
                  <a:pt x="2920" y="16"/>
                </a:lnTo>
                <a:lnTo>
                  <a:pt x="3880" y="8"/>
                </a:lnTo>
              </a:path>
            </a:pathLst>
          </a:custGeom>
          <a:noFill/>
          <a:ln w="38100" cap="flat" cmpd="sng">
            <a:solidFill>
              <a:schemeClr val="accent2"/>
            </a:solidFill>
            <a:prstDash val="solid"/>
            <a:round/>
            <a:headEnd type="none" w="med" len="med"/>
            <a:tailEnd type="none" w="med" len="med"/>
          </a:ln>
          <a:effectLst>
            <a:outerShdw dist="35921" dir="2699999" algn="ctr" rotWithShape="0">
              <a:schemeClr val="tx1"/>
            </a:outerShdw>
          </a:effectLst>
        </p:spPr>
        <p:txBody>
          <a:bodyPr/>
          <a:p>
            <a:endParaRPr lang="zh-CN" altLang="en-US"/>
          </a:p>
        </p:txBody>
      </p:sp>
      <p:sp>
        <p:nvSpPr>
          <p:cNvPr id="17410" name="未知"/>
          <p:cNvSpPr/>
          <p:nvPr/>
        </p:nvSpPr>
        <p:spPr>
          <a:xfrm>
            <a:off x="3055938" y="2065338"/>
            <a:ext cx="3467100" cy="446087"/>
          </a:xfrm>
          <a:custGeom>
            <a:avLst/>
            <a:gdLst/>
            <a:ahLst/>
            <a:cxnLst/>
            <a:pathLst>
              <a:path w="2184" h="281">
                <a:moveTo>
                  <a:pt x="0" y="280"/>
                </a:moveTo>
                <a:lnTo>
                  <a:pt x="1024" y="0"/>
                </a:lnTo>
                <a:lnTo>
                  <a:pt x="2184" y="281"/>
                </a:lnTo>
              </a:path>
            </a:pathLst>
          </a:custGeom>
          <a:noFill/>
          <a:ln w="38100" cap="flat" cmpd="sng">
            <a:solidFill>
              <a:schemeClr val="accent2"/>
            </a:solidFill>
            <a:prstDash val="solid"/>
            <a:round/>
            <a:headEnd type="none" w="med" len="med"/>
            <a:tailEnd type="none" w="med" len="med"/>
          </a:ln>
          <a:effectLst>
            <a:outerShdw dist="35921" dir="2699999" algn="ctr" rotWithShape="0">
              <a:schemeClr val="tx1"/>
            </a:outerShdw>
          </a:effectLst>
        </p:spPr>
        <p:txBody>
          <a:bodyPr/>
          <a:p>
            <a:endParaRPr lang="zh-CN" altLang="en-US"/>
          </a:p>
        </p:txBody>
      </p:sp>
      <p:sp>
        <p:nvSpPr>
          <p:cNvPr id="17411" name="矩形 17411"/>
          <p:cNvSpPr/>
          <p:nvPr/>
        </p:nvSpPr>
        <p:spPr>
          <a:xfrm>
            <a:off x="0" y="5713413"/>
            <a:ext cx="8226425" cy="811212"/>
          </a:xfrm>
          <a:prstGeom prst="rect">
            <a:avLst/>
          </a:prstGeom>
          <a:noFill/>
          <a:ln w="9525">
            <a:noFill/>
          </a:ln>
        </p:spPr>
        <p:txBody>
          <a:bodyPr lIns="82153" tIns="41076" rIns="82153" bIns="41076" anchor="ctr" anchorCtr="1"/>
          <a:p>
            <a:pPr marL="342900" indent="-342900">
              <a:spcBef>
                <a:spcPct val="20000"/>
              </a:spcBef>
              <a:buClr>
                <a:srgbClr val="3333CC"/>
              </a:buClr>
              <a:buFont typeface="Wingdings" panose="05000000000000000000" pitchFamily="2" charset="2"/>
              <a:buChar char="Ø"/>
            </a:pPr>
            <a:endParaRPr lang="zh-CN" altLang="zh-CN" sz="1700">
              <a:latin typeface="Times New Roman" panose="02020603050405020304" pitchFamily="2" charset="0"/>
              <a:ea typeface="宋体" panose="02010600030101010101" pitchFamily="2" charset="-122"/>
            </a:endParaRPr>
          </a:p>
        </p:txBody>
      </p:sp>
      <p:sp>
        <p:nvSpPr>
          <p:cNvPr id="17412" name="直接连接符 17412"/>
          <p:cNvSpPr/>
          <p:nvPr/>
        </p:nvSpPr>
        <p:spPr>
          <a:xfrm>
            <a:off x="3359150" y="3076575"/>
            <a:ext cx="855663" cy="368300"/>
          </a:xfrm>
          <a:prstGeom prst="line">
            <a:avLst/>
          </a:prstGeom>
          <a:ln w="50800" cap="flat" cmpd="sng">
            <a:solidFill>
              <a:schemeClr val="tx2"/>
            </a:solidFill>
            <a:prstDash val="solid"/>
            <a:round/>
            <a:headEnd type="triangle" w="med" len="med"/>
            <a:tailEnd type="triangle" w="med" len="med"/>
          </a:ln>
        </p:spPr>
      </p:sp>
      <p:sp>
        <p:nvSpPr>
          <p:cNvPr id="17413" name="直接连接符 17413"/>
          <p:cNvSpPr/>
          <p:nvPr/>
        </p:nvSpPr>
        <p:spPr>
          <a:xfrm flipV="1">
            <a:off x="3400425" y="1884363"/>
            <a:ext cx="852488" cy="365125"/>
          </a:xfrm>
          <a:prstGeom prst="line">
            <a:avLst/>
          </a:prstGeom>
          <a:ln w="50800" cap="flat" cmpd="sng">
            <a:solidFill>
              <a:schemeClr val="tx2"/>
            </a:solidFill>
            <a:prstDash val="solid"/>
            <a:round/>
            <a:headEnd type="triangle" w="med" len="med"/>
            <a:tailEnd type="triangle" w="med" len="med"/>
          </a:ln>
        </p:spPr>
      </p:sp>
      <p:sp>
        <p:nvSpPr>
          <p:cNvPr id="17414" name="直接连接符 17414"/>
          <p:cNvSpPr/>
          <p:nvPr/>
        </p:nvSpPr>
        <p:spPr>
          <a:xfrm flipV="1">
            <a:off x="5313363" y="2955925"/>
            <a:ext cx="733425" cy="488950"/>
          </a:xfrm>
          <a:prstGeom prst="line">
            <a:avLst/>
          </a:prstGeom>
          <a:ln w="50800" cap="flat" cmpd="sng">
            <a:solidFill>
              <a:schemeClr val="tx2"/>
            </a:solidFill>
            <a:prstDash val="solid"/>
            <a:round/>
            <a:headEnd type="triangle" w="med" len="med"/>
            <a:tailEnd type="triangle" w="med" len="med"/>
          </a:ln>
        </p:spPr>
      </p:sp>
      <p:sp>
        <p:nvSpPr>
          <p:cNvPr id="17415" name="直接连接符 17415"/>
          <p:cNvSpPr/>
          <p:nvPr/>
        </p:nvSpPr>
        <p:spPr>
          <a:xfrm>
            <a:off x="5280025" y="1855788"/>
            <a:ext cx="855663" cy="366712"/>
          </a:xfrm>
          <a:prstGeom prst="line">
            <a:avLst/>
          </a:prstGeom>
          <a:ln w="50800" cap="flat" cmpd="sng">
            <a:solidFill>
              <a:schemeClr val="tx2"/>
            </a:solidFill>
            <a:prstDash val="solid"/>
            <a:round/>
            <a:headEnd type="triangle" w="med" len="med"/>
            <a:tailEnd type="triangle" w="med" len="med"/>
          </a:ln>
        </p:spPr>
      </p:sp>
      <p:sp>
        <p:nvSpPr>
          <p:cNvPr id="17416" name="矩形 17416"/>
          <p:cNvSpPr/>
          <p:nvPr/>
        </p:nvSpPr>
        <p:spPr>
          <a:xfrm>
            <a:off x="3059113" y="3513138"/>
            <a:ext cx="3311525" cy="311150"/>
          </a:xfrm>
          <a:prstGeom prst="rect">
            <a:avLst/>
          </a:prstGeom>
          <a:noFill/>
          <a:ln w="9525">
            <a:noFill/>
          </a:ln>
        </p:spPr>
        <p:txBody>
          <a:bodyPr wrap="none" lIns="19645" tIns="28575" rIns="19645" bIns="28575" anchor="t"/>
          <a:p>
            <a:pPr algn="ctr" defTabSz="929005" eaLnBrk="0" hangingPunct="0">
              <a:lnSpc>
                <a:spcPts val="2025"/>
              </a:lnSpc>
              <a:tabLst>
                <a:tab pos="488950" algn="l"/>
                <a:tab pos="976630" algn="l"/>
                <a:tab pos="1466850" algn="l"/>
              </a:tabLst>
            </a:pPr>
            <a:r>
              <a:rPr lang="zh-CN" altLang="en-US" sz="1700" b="1">
                <a:solidFill>
                  <a:srgbClr val="000000"/>
                </a:solidFill>
                <a:latin typeface="Helvetica" pitchFamily="2" charset="0"/>
                <a:ea typeface="宋体" panose="02010600030101010101" pitchFamily="2" charset="-122"/>
              </a:rPr>
              <a:t>链路状态报文</a:t>
            </a:r>
            <a:endParaRPr lang="zh-CN" altLang="en-US" sz="1700" b="1">
              <a:solidFill>
                <a:srgbClr val="000000"/>
              </a:solidFill>
              <a:latin typeface="Helvetica" pitchFamily="2" charset="0"/>
              <a:ea typeface="宋体" panose="02010600030101010101" pitchFamily="2" charset="-122"/>
            </a:endParaRPr>
          </a:p>
        </p:txBody>
      </p:sp>
      <p:sp>
        <p:nvSpPr>
          <p:cNvPr id="17417" name="矩形 17417"/>
          <p:cNvSpPr/>
          <p:nvPr/>
        </p:nvSpPr>
        <p:spPr>
          <a:xfrm>
            <a:off x="2774950" y="4475163"/>
            <a:ext cx="1384300" cy="677862"/>
          </a:xfrm>
          <a:prstGeom prst="rect">
            <a:avLst/>
          </a:prstGeom>
          <a:noFill/>
          <a:ln w="9525">
            <a:noFill/>
          </a:ln>
        </p:spPr>
        <p:txBody>
          <a:bodyPr wrap="none" lIns="19645" tIns="28575" rIns="19645" bIns="28575" anchor="t"/>
          <a:p>
            <a:pPr algn="ctr" defTabSz="929005" eaLnBrk="0" hangingPunct="0">
              <a:lnSpc>
                <a:spcPts val="2025"/>
              </a:lnSpc>
              <a:tabLst>
                <a:tab pos="488950" algn="l"/>
                <a:tab pos="976630" algn="l"/>
                <a:tab pos="1466850" algn="l"/>
              </a:tabLst>
            </a:pPr>
            <a:r>
              <a:rPr lang="en-US" altLang="zh-CN" sz="1700" b="1">
                <a:solidFill>
                  <a:srgbClr val="000000"/>
                </a:solidFill>
                <a:latin typeface="Helvetica" pitchFamily="2" charset="0"/>
                <a:ea typeface="宋体" panose="02010600030101010101" pitchFamily="2" charset="-122"/>
              </a:rPr>
              <a:t>SPF</a:t>
            </a:r>
            <a:endParaRPr lang="en-US" altLang="zh-CN" sz="1700" b="1">
              <a:solidFill>
                <a:srgbClr val="000000"/>
              </a:solidFill>
              <a:latin typeface="Helvetica" pitchFamily="2" charset="0"/>
              <a:ea typeface="宋体" panose="02010600030101010101" pitchFamily="2" charset="-122"/>
            </a:endParaRPr>
          </a:p>
          <a:p>
            <a:pPr algn="ctr" defTabSz="929005" eaLnBrk="0" hangingPunct="0">
              <a:lnSpc>
                <a:spcPts val="2025"/>
              </a:lnSpc>
              <a:tabLst>
                <a:tab pos="488950" algn="l"/>
                <a:tab pos="976630" algn="l"/>
                <a:tab pos="1466850" algn="l"/>
              </a:tabLst>
            </a:pPr>
            <a:r>
              <a:rPr lang="zh-CN" altLang="en-US" sz="1700" b="1">
                <a:solidFill>
                  <a:srgbClr val="000000"/>
                </a:solidFill>
                <a:latin typeface="Helvetica" pitchFamily="2" charset="0"/>
                <a:ea typeface="宋体" panose="02010600030101010101" pitchFamily="2" charset="-122"/>
              </a:rPr>
              <a:t>算法</a:t>
            </a:r>
            <a:endParaRPr lang="zh-CN" altLang="en-US" sz="1700" b="1">
              <a:solidFill>
                <a:srgbClr val="000000"/>
              </a:solidFill>
              <a:latin typeface="Helvetica" pitchFamily="2" charset="0"/>
              <a:ea typeface="宋体" panose="02010600030101010101" pitchFamily="2" charset="-122"/>
            </a:endParaRPr>
          </a:p>
        </p:txBody>
      </p:sp>
      <p:sp>
        <p:nvSpPr>
          <p:cNvPr id="17418" name="矩形 17418"/>
          <p:cNvSpPr/>
          <p:nvPr/>
        </p:nvSpPr>
        <p:spPr>
          <a:xfrm>
            <a:off x="1281113" y="3795713"/>
            <a:ext cx="1425575" cy="504825"/>
          </a:xfrm>
          <a:prstGeom prst="rect">
            <a:avLst/>
          </a:prstGeom>
          <a:noFill/>
          <a:ln w="9525">
            <a:noFill/>
          </a:ln>
        </p:spPr>
        <p:txBody>
          <a:bodyPr wrap="none" lIns="19645" tIns="28575" rIns="19645" bIns="28575" anchor="t"/>
          <a:p>
            <a:pPr algn="ctr" defTabSz="929005" eaLnBrk="0" hangingPunct="0">
              <a:lnSpc>
                <a:spcPts val="2025"/>
              </a:lnSpc>
              <a:tabLst>
                <a:tab pos="488950" algn="l"/>
                <a:tab pos="976630" algn="l"/>
                <a:tab pos="1466850" algn="l"/>
              </a:tabLst>
            </a:pPr>
            <a:r>
              <a:rPr lang="zh-CN" altLang="en-US" sz="1700" b="1">
                <a:solidFill>
                  <a:srgbClr val="000000"/>
                </a:solidFill>
                <a:latin typeface="Helvetica" pitchFamily="2" charset="0"/>
                <a:ea typeface="宋体" panose="02010600030101010101" pitchFamily="2" charset="-122"/>
              </a:rPr>
              <a:t>链路状态数据库</a:t>
            </a:r>
            <a:endParaRPr lang="zh-CN" altLang="en-US" sz="1700" b="1">
              <a:solidFill>
                <a:srgbClr val="000000"/>
              </a:solidFill>
              <a:latin typeface="Helvetica" pitchFamily="2" charset="0"/>
              <a:ea typeface="宋体" panose="02010600030101010101" pitchFamily="2" charset="-122"/>
            </a:endParaRPr>
          </a:p>
        </p:txBody>
      </p:sp>
      <p:grpSp>
        <p:nvGrpSpPr>
          <p:cNvPr id="17419" name="组合 17419"/>
          <p:cNvGrpSpPr/>
          <p:nvPr/>
        </p:nvGrpSpPr>
        <p:grpSpPr>
          <a:xfrm>
            <a:off x="1404938" y="4352925"/>
            <a:ext cx="1125537" cy="1222375"/>
            <a:chOff x="0" y="0"/>
            <a:chExt cx="630" cy="684"/>
          </a:xfrm>
        </p:grpSpPr>
        <p:sp>
          <p:nvSpPr>
            <p:cNvPr id="17420" name="矩形 17420"/>
            <p:cNvSpPr/>
            <p:nvPr/>
          </p:nvSpPr>
          <p:spPr>
            <a:xfrm>
              <a:off x="0" y="0"/>
              <a:ext cx="630" cy="684"/>
            </a:xfrm>
            <a:prstGeom prst="rect">
              <a:avLst/>
            </a:prstGeom>
            <a:solidFill>
              <a:srgbClr val="FFFFFF"/>
            </a:solidFill>
            <a:ln w="25400" cap="flat" cmpd="sng">
              <a:solidFill>
                <a:srgbClr val="000000"/>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grpSp>
          <p:nvGrpSpPr>
            <p:cNvPr id="17421" name="组合 17421"/>
            <p:cNvGrpSpPr/>
            <p:nvPr/>
          </p:nvGrpSpPr>
          <p:grpSpPr>
            <a:xfrm>
              <a:off x="7" y="68"/>
              <a:ext cx="616" cy="548"/>
              <a:chOff x="0" y="0"/>
              <a:chExt cx="616" cy="548"/>
            </a:xfrm>
          </p:grpSpPr>
          <p:sp>
            <p:nvSpPr>
              <p:cNvPr id="17422" name="直接连接符 17422"/>
              <p:cNvSpPr/>
              <p:nvPr/>
            </p:nvSpPr>
            <p:spPr>
              <a:xfrm>
                <a:off x="0" y="0"/>
                <a:ext cx="616" cy="0"/>
              </a:xfrm>
              <a:prstGeom prst="line">
                <a:avLst/>
              </a:prstGeom>
              <a:ln w="25400" cap="flat" cmpd="sng">
                <a:solidFill>
                  <a:srgbClr val="000000"/>
                </a:solidFill>
                <a:prstDash val="solid"/>
                <a:round/>
                <a:headEnd type="none" w="med" len="med"/>
                <a:tailEnd type="none" w="med" len="med"/>
              </a:ln>
            </p:spPr>
          </p:sp>
          <p:sp>
            <p:nvSpPr>
              <p:cNvPr id="17423" name="直接连接符 17423"/>
              <p:cNvSpPr/>
              <p:nvPr/>
            </p:nvSpPr>
            <p:spPr>
              <a:xfrm>
                <a:off x="0" y="69"/>
                <a:ext cx="616" cy="0"/>
              </a:xfrm>
              <a:prstGeom prst="line">
                <a:avLst/>
              </a:prstGeom>
              <a:ln w="25400" cap="flat" cmpd="sng">
                <a:solidFill>
                  <a:srgbClr val="000000"/>
                </a:solidFill>
                <a:prstDash val="solid"/>
                <a:round/>
                <a:headEnd type="none" w="med" len="med"/>
                <a:tailEnd type="none" w="med" len="med"/>
              </a:ln>
            </p:spPr>
          </p:sp>
          <p:sp>
            <p:nvSpPr>
              <p:cNvPr id="17424" name="直接连接符 17424"/>
              <p:cNvSpPr/>
              <p:nvPr/>
            </p:nvSpPr>
            <p:spPr>
              <a:xfrm>
                <a:off x="0" y="137"/>
                <a:ext cx="616" cy="0"/>
              </a:xfrm>
              <a:prstGeom prst="line">
                <a:avLst/>
              </a:prstGeom>
              <a:ln w="25400" cap="flat" cmpd="sng">
                <a:solidFill>
                  <a:srgbClr val="000000"/>
                </a:solidFill>
                <a:prstDash val="solid"/>
                <a:round/>
                <a:headEnd type="none" w="med" len="med"/>
                <a:tailEnd type="none" w="med" len="med"/>
              </a:ln>
            </p:spPr>
          </p:sp>
          <p:sp>
            <p:nvSpPr>
              <p:cNvPr id="17425" name="直接连接符 17425"/>
              <p:cNvSpPr/>
              <p:nvPr/>
            </p:nvSpPr>
            <p:spPr>
              <a:xfrm>
                <a:off x="0" y="206"/>
                <a:ext cx="616" cy="0"/>
              </a:xfrm>
              <a:prstGeom prst="line">
                <a:avLst/>
              </a:prstGeom>
              <a:ln w="25400" cap="flat" cmpd="sng">
                <a:solidFill>
                  <a:srgbClr val="000000"/>
                </a:solidFill>
                <a:prstDash val="solid"/>
                <a:round/>
                <a:headEnd type="none" w="med" len="med"/>
                <a:tailEnd type="none" w="med" len="med"/>
              </a:ln>
            </p:spPr>
          </p:sp>
          <p:sp>
            <p:nvSpPr>
              <p:cNvPr id="17426" name="直接连接符 17426"/>
              <p:cNvSpPr/>
              <p:nvPr/>
            </p:nvSpPr>
            <p:spPr>
              <a:xfrm>
                <a:off x="0" y="274"/>
                <a:ext cx="616" cy="0"/>
              </a:xfrm>
              <a:prstGeom prst="line">
                <a:avLst/>
              </a:prstGeom>
              <a:ln w="25400" cap="flat" cmpd="sng">
                <a:solidFill>
                  <a:srgbClr val="000000"/>
                </a:solidFill>
                <a:prstDash val="solid"/>
                <a:round/>
                <a:headEnd type="none" w="med" len="med"/>
                <a:tailEnd type="none" w="med" len="med"/>
              </a:ln>
            </p:spPr>
          </p:sp>
          <p:sp>
            <p:nvSpPr>
              <p:cNvPr id="17427" name="直接连接符 17427"/>
              <p:cNvSpPr/>
              <p:nvPr/>
            </p:nvSpPr>
            <p:spPr>
              <a:xfrm>
                <a:off x="0" y="342"/>
                <a:ext cx="616" cy="0"/>
              </a:xfrm>
              <a:prstGeom prst="line">
                <a:avLst/>
              </a:prstGeom>
              <a:ln w="25400" cap="flat" cmpd="sng">
                <a:solidFill>
                  <a:srgbClr val="000000"/>
                </a:solidFill>
                <a:prstDash val="solid"/>
                <a:round/>
                <a:headEnd type="none" w="med" len="med"/>
                <a:tailEnd type="none" w="med" len="med"/>
              </a:ln>
            </p:spPr>
          </p:sp>
          <p:sp>
            <p:nvSpPr>
              <p:cNvPr id="17428" name="直接连接符 17428"/>
              <p:cNvSpPr/>
              <p:nvPr/>
            </p:nvSpPr>
            <p:spPr>
              <a:xfrm>
                <a:off x="0" y="411"/>
                <a:ext cx="616" cy="0"/>
              </a:xfrm>
              <a:prstGeom prst="line">
                <a:avLst/>
              </a:prstGeom>
              <a:ln w="25400" cap="flat" cmpd="sng">
                <a:solidFill>
                  <a:srgbClr val="000000"/>
                </a:solidFill>
                <a:prstDash val="solid"/>
                <a:round/>
                <a:headEnd type="none" w="med" len="med"/>
                <a:tailEnd type="none" w="med" len="med"/>
              </a:ln>
            </p:spPr>
          </p:sp>
          <p:sp>
            <p:nvSpPr>
              <p:cNvPr id="17429" name="直接连接符 17429"/>
              <p:cNvSpPr/>
              <p:nvPr/>
            </p:nvSpPr>
            <p:spPr>
              <a:xfrm>
                <a:off x="0" y="479"/>
                <a:ext cx="616" cy="0"/>
              </a:xfrm>
              <a:prstGeom prst="line">
                <a:avLst/>
              </a:prstGeom>
              <a:ln w="25400" cap="flat" cmpd="sng">
                <a:solidFill>
                  <a:srgbClr val="000000"/>
                </a:solidFill>
                <a:prstDash val="solid"/>
                <a:round/>
                <a:headEnd type="none" w="med" len="med"/>
                <a:tailEnd type="none" w="med" len="med"/>
              </a:ln>
            </p:spPr>
          </p:sp>
          <p:sp>
            <p:nvSpPr>
              <p:cNvPr id="17430" name="直接连接符 17430"/>
              <p:cNvSpPr/>
              <p:nvPr/>
            </p:nvSpPr>
            <p:spPr>
              <a:xfrm>
                <a:off x="0" y="548"/>
                <a:ext cx="616" cy="0"/>
              </a:xfrm>
              <a:prstGeom prst="line">
                <a:avLst/>
              </a:prstGeom>
              <a:ln w="25400" cap="flat" cmpd="sng">
                <a:solidFill>
                  <a:srgbClr val="000000"/>
                </a:solidFill>
                <a:prstDash val="solid"/>
                <a:round/>
                <a:headEnd type="none" w="med" len="med"/>
                <a:tailEnd type="none" w="med" len="med"/>
              </a:ln>
            </p:spPr>
          </p:sp>
        </p:grpSp>
      </p:grpSp>
      <p:grpSp>
        <p:nvGrpSpPr>
          <p:cNvPr id="17431" name="组合 17431"/>
          <p:cNvGrpSpPr/>
          <p:nvPr/>
        </p:nvGrpSpPr>
        <p:grpSpPr>
          <a:xfrm>
            <a:off x="4308475" y="3905250"/>
            <a:ext cx="1711325" cy="1587500"/>
            <a:chOff x="0" y="0"/>
            <a:chExt cx="958" cy="889"/>
          </a:xfrm>
        </p:grpSpPr>
        <p:grpSp>
          <p:nvGrpSpPr>
            <p:cNvPr id="17432" name="组合 17432"/>
            <p:cNvGrpSpPr/>
            <p:nvPr/>
          </p:nvGrpSpPr>
          <p:grpSpPr>
            <a:xfrm>
              <a:off x="616" y="411"/>
              <a:ext cx="273" cy="273"/>
              <a:chOff x="0" y="0"/>
              <a:chExt cx="273" cy="273"/>
            </a:xfrm>
          </p:grpSpPr>
          <p:sp>
            <p:nvSpPr>
              <p:cNvPr id="17433" name="直接连接符 17433"/>
              <p:cNvSpPr/>
              <p:nvPr/>
            </p:nvSpPr>
            <p:spPr>
              <a:xfrm>
                <a:off x="136" y="0"/>
                <a:ext cx="0" cy="205"/>
              </a:xfrm>
              <a:prstGeom prst="line">
                <a:avLst/>
              </a:prstGeom>
              <a:ln w="50800" cap="flat" cmpd="sng">
                <a:solidFill>
                  <a:srgbClr val="000000"/>
                </a:solidFill>
                <a:prstDash val="solid"/>
                <a:round/>
                <a:headEnd type="none" w="med" len="med"/>
                <a:tailEnd type="none" w="med" len="med"/>
              </a:ln>
            </p:spPr>
          </p:sp>
          <p:sp>
            <p:nvSpPr>
              <p:cNvPr id="17434" name="直接连接符 17434"/>
              <p:cNvSpPr/>
              <p:nvPr/>
            </p:nvSpPr>
            <p:spPr>
              <a:xfrm flipH="1">
                <a:off x="0" y="205"/>
                <a:ext cx="136" cy="68"/>
              </a:xfrm>
              <a:prstGeom prst="line">
                <a:avLst/>
              </a:prstGeom>
              <a:ln w="50800" cap="flat" cmpd="sng">
                <a:solidFill>
                  <a:srgbClr val="000000"/>
                </a:solidFill>
                <a:prstDash val="solid"/>
                <a:round/>
                <a:headEnd type="none" w="med" len="med"/>
                <a:tailEnd type="none" w="med" len="med"/>
              </a:ln>
            </p:spPr>
          </p:sp>
          <p:sp>
            <p:nvSpPr>
              <p:cNvPr id="17435" name="直接连接符 17435"/>
              <p:cNvSpPr/>
              <p:nvPr/>
            </p:nvSpPr>
            <p:spPr>
              <a:xfrm>
                <a:off x="136" y="205"/>
                <a:ext cx="137" cy="68"/>
              </a:xfrm>
              <a:prstGeom prst="line">
                <a:avLst/>
              </a:prstGeom>
              <a:ln w="50800" cap="flat" cmpd="sng">
                <a:solidFill>
                  <a:srgbClr val="000000"/>
                </a:solidFill>
                <a:prstDash val="solid"/>
                <a:round/>
                <a:headEnd type="none" w="med" len="med"/>
                <a:tailEnd type="none" w="med" len="med"/>
              </a:ln>
            </p:spPr>
          </p:sp>
        </p:grpSp>
        <p:grpSp>
          <p:nvGrpSpPr>
            <p:cNvPr id="17436" name="组合 17436"/>
            <p:cNvGrpSpPr/>
            <p:nvPr/>
          </p:nvGrpSpPr>
          <p:grpSpPr>
            <a:xfrm>
              <a:off x="205" y="0"/>
              <a:ext cx="547" cy="411"/>
              <a:chOff x="0" y="0"/>
              <a:chExt cx="547" cy="411"/>
            </a:xfrm>
          </p:grpSpPr>
          <p:sp>
            <p:nvSpPr>
              <p:cNvPr id="17437" name="直接连接符 17437"/>
              <p:cNvSpPr/>
              <p:nvPr/>
            </p:nvSpPr>
            <p:spPr>
              <a:xfrm>
                <a:off x="274" y="0"/>
                <a:ext cx="0" cy="205"/>
              </a:xfrm>
              <a:prstGeom prst="line">
                <a:avLst/>
              </a:prstGeom>
              <a:ln w="50800" cap="flat" cmpd="sng">
                <a:solidFill>
                  <a:srgbClr val="000000"/>
                </a:solidFill>
                <a:prstDash val="solid"/>
                <a:round/>
                <a:headEnd type="none" w="med" len="med"/>
                <a:tailEnd type="none" w="med" len="med"/>
              </a:ln>
            </p:spPr>
          </p:sp>
          <p:sp>
            <p:nvSpPr>
              <p:cNvPr id="17438" name="直接连接符 17438"/>
              <p:cNvSpPr/>
              <p:nvPr/>
            </p:nvSpPr>
            <p:spPr>
              <a:xfrm flipH="1">
                <a:off x="0" y="205"/>
                <a:ext cx="274" cy="206"/>
              </a:xfrm>
              <a:prstGeom prst="line">
                <a:avLst/>
              </a:prstGeom>
              <a:ln w="50800" cap="flat" cmpd="sng">
                <a:solidFill>
                  <a:srgbClr val="000000"/>
                </a:solidFill>
                <a:prstDash val="solid"/>
                <a:round/>
                <a:headEnd type="none" w="med" len="med"/>
                <a:tailEnd type="none" w="med" len="med"/>
              </a:ln>
            </p:spPr>
          </p:sp>
          <p:sp>
            <p:nvSpPr>
              <p:cNvPr id="17439" name="直接连接符 17439"/>
              <p:cNvSpPr/>
              <p:nvPr/>
            </p:nvSpPr>
            <p:spPr>
              <a:xfrm>
                <a:off x="274" y="205"/>
                <a:ext cx="273" cy="206"/>
              </a:xfrm>
              <a:prstGeom prst="line">
                <a:avLst/>
              </a:prstGeom>
              <a:ln w="50800" cap="flat" cmpd="sng">
                <a:solidFill>
                  <a:srgbClr val="000000"/>
                </a:solidFill>
                <a:prstDash val="solid"/>
                <a:round/>
                <a:headEnd type="none" w="med" len="med"/>
                <a:tailEnd type="none" w="med" len="med"/>
              </a:ln>
            </p:spPr>
          </p:sp>
        </p:grpSp>
        <p:grpSp>
          <p:nvGrpSpPr>
            <p:cNvPr id="17440" name="组合 17440"/>
            <p:cNvGrpSpPr/>
            <p:nvPr/>
          </p:nvGrpSpPr>
          <p:grpSpPr>
            <a:xfrm>
              <a:off x="0" y="684"/>
              <a:ext cx="137" cy="205"/>
              <a:chOff x="0" y="0"/>
              <a:chExt cx="137" cy="205"/>
            </a:xfrm>
          </p:grpSpPr>
          <p:sp>
            <p:nvSpPr>
              <p:cNvPr id="17441" name="直接连接符 17441"/>
              <p:cNvSpPr/>
              <p:nvPr/>
            </p:nvSpPr>
            <p:spPr>
              <a:xfrm>
                <a:off x="68" y="0"/>
                <a:ext cx="0" cy="137"/>
              </a:xfrm>
              <a:prstGeom prst="line">
                <a:avLst/>
              </a:prstGeom>
              <a:ln w="50800" cap="flat" cmpd="sng">
                <a:solidFill>
                  <a:srgbClr val="000000"/>
                </a:solidFill>
                <a:prstDash val="solid"/>
                <a:round/>
                <a:headEnd type="none" w="med" len="med"/>
                <a:tailEnd type="none" w="med" len="med"/>
              </a:ln>
            </p:spPr>
          </p:sp>
          <p:sp>
            <p:nvSpPr>
              <p:cNvPr id="17442" name="直接连接符 17442"/>
              <p:cNvSpPr/>
              <p:nvPr/>
            </p:nvSpPr>
            <p:spPr>
              <a:xfrm flipH="1">
                <a:off x="0" y="137"/>
                <a:ext cx="68" cy="68"/>
              </a:xfrm>
              <a:prstGeom prst="line">
                <a:avLst/>
              </a:prstGeom>
              <a:ln w="50800" cap="flat" cmpd="sng">
                <a:solidFill>
                  <a:srgbClr val="000000"/>
                </a:solidFill>
                <a:prstDash val="solid"/>
                <a:round/>
                <a:headEnd type="none" w="med" len="med"/>
                <a:tailEnd type="none" w="med" len="med"/>
              </a:ln>
            </p:spPr>
          </p:sp>
          <p:sp>
            <p:nvSpPr>
              <p:cNvPr id="17443" name="直接连接符 17443"/>
              <p:cNvSpPr/>
              <p:nvPr/>
            </p:nvSpPr>
            <p:spPr>
              <a:xfrm>
                <a:off x="68" y="137"/>
                <a:ext cx="69" cy="68"/>
              </a:xfrm>
              <a:prstGeom prst="line">
                <a:avLst/>
              </a:prstGeom>
              <a:ln w="50800" cap="flat" cmpd="sng">
                <a:solidFill>
                  <a:srgbClr val="000000"/>
                </a:solidFill>
                <a:prstDash val="solid"/>
                <a:round/>
                <a:headEnd type="none" w="med" len="med"/>
                <a:tailEnd type="none" w="med" len="med"/>
              </a:ln>
            </p:spPr>
          </p:sp>
        </p:grpSp>
        <p:grpSp>
          <p:nvGrpSpPr>
            <p:cNvPr id="17444" name="组合 17444"/>
            <p:cNvGrpSpPr/>
            <p:nvPr/>
          </p:nvGrpSpPr>
          <p:grpSpPr>
            <a:xfrm>
              <a:off x="68" y="411"/>
              <a:ext cx="274" cy="273"/>
              <a:chOff x="0" y="0"/>
              <a:chExt cx="274" cy="273"/>
            </a:xfrm>
          </p:grpSpPr>
          <p:sp>
            <p:nvSpPr>
              <p:cNvPr id="17445" name="直接连接符 17445"/>
              <p:cNvSpPr/>
              <p:nvPr/>
            </p:nvSpPr>
            <p:spPr>
              <a:xfrm>
                <a:off x="137" y="0"/>
                <a:ext cx="0" cy="205"/>
              </a:xfrm>
              <a:prstGeom prst="line">
                <a:avLst/>
              </a:prstGeom>
              <a:ln w="50800" cap="flat" cmpd="sng">
                <a:solidFill>
                  <a:srgbClr val="000000"/>
                </a:solidFill>
                <a:prstDash val="solid"/>
                <a:round/>
                <a:headEnd type="none" w="med" len="med"/>
                <a:tailEnd type="none" w="med" len="med"/>
              </a:ln>
            </p:spPr>
          </p:sp>
          <p:sp>
            <p:nvSpPr>
              <p:cNvPr id="17446" name="直接连接符 17446"/>
              <p:cNvSpPr/>
              <p:nvPr/>
            </p:nvSpPr>
            <p:spPr>
              <a:xfrm flipH="1">
                <a:off x="0" y="205"/>
                <a:ext cx="137" cy="68"/>
              </a:xfrm>
              <a:prstGeom prst="line">
                <a:avLst/>
              </a:prstGeom>
              <a:ln w="50800" cap="flat" cmpd="sng">
                <a:solidFill>
                  <a:srgbClr val="000000"/>
                </a:solidFill>
                <a:prstDash val="solid"/>
                <a:round/>
                <a:headEnd type="none" w="med" len="med"/>
                <a:tailEnd type="none" w="med" len="med"/>
              </a:ln>
            </p:spPr>
          </p:sp>
          <p:sp>
            <p:nvSpPr>
              <p:cNvPr id="17447" name="直接连接符 17447"/>
              <p:cNvSpPr/>
              <p:nvPr/>
            </p:nvSpPr>
            <p:spPr>
              <a:xfrm>
                <a:off x="137" y="205"/>
                <a:ext cx="137" cy="68"/>
              </a:xfrm>
              <a:prstGeom prst="line">
                <a:avLst/>
              </a:prstGeom>
              <a:ln w="50800" cap="flat" cmpd="sng">
                <a:solidFill>
                  <a:srgbClr val="000000"/>
                </a:solidFill>
                <a:prstDash val="solid"/>
                <a:round/>
                <a:headEnd type="none" w="med" len="med"/>
                <a:tailEnd type="none" w="med" len="med"/>
              </a:ln>
            </p:spPr>
          </p:sp>
        </p:grpSp>
        <p:grpSp>
          <p:nvGrpSpPr>
            <p:cNvPr id="17448" name="组合 17448"/>
            <p:cNvGrpSpPr/>
            <p:nvPr/>
          </p:nvGrpSpPr>
          <p:grpSpPr>
            <a:xfrm>
              <a:off x="274" y="684"/>
              <a:ext cx="136" cy="205"/>
              <a:chOff x="0" y="0"/>
              <a:chExt cx="136" cy="205"/>
            </a:xfrm>
          </p:grpSpPr>
          <p:sp>
            <p:nvSpPr>
              <p:cNvPr id="17449" name="直接连接符 17449"/>
              <p:cNvSpPr/>
              <p:nvPr/>
            </p:nvSpPr>
            <p:spPr>
              <a:xfrm>
                <a:off x="68" y="0"/>
                <a:ext cx="0" cy="137"/>
              </a:xfrm>
              <a:prstGeom prst="line">
                <a:avLst/>
              </a:prstGeom>
              <a:ln w="50800" cap="flat" cmpd="sng">
                <a:solidFill>
                  <a:srgbClr val="000000"/>
                </a:solidFill>
                <a:prstDash val="solid"/>
                <a:round/>
                <a:headEnd type="none" w="med" len="med"/>
                <a:tailEnd type="none" w="med" len="med"/>
              </a:ln>
            </p:spPr>
          </p:sp>
          <p:sp>
            <p:nvSpPr>
              <p:cNvPr id="17450" name="直接连接符 17450"/>
              <p:cNvSpPr/>
              <p:nvPr/>
            </p:nvSpPr>
            <p:spPr>
              <a:xfrm flipH="1">
                <a:off x="0" y="137"/>
                <a:ext cx="68" cy="68"/>
              </a:xfrm>
              <a:prstGeom prst="line">
                <a:avLst/>
              </a:prstGeom>
              <a:ln w="50800" cap="flat" cmpd="sng">
                <a:solidFill>
                  <a:srgbClr val="000000"/>
                </a:solidFill>
                <a:prstDash val="solid"/>
                <a:round/>
                <a:headEnd type="none" w="med" len="med"/>
                <a:tailEnd type="none" w="med" len="med"/>
              </a:ln>
            </p:spPr>
          </p:sp>
          <p:sp>
            <p:nvSpPr>
              <p:cNvPr id="17451" name="直接连接符 17451"/>
              <p:cNvSpPr/>
              <p:nvPr/>
            </p:nvSpPr>
            <p:spPr>
              <a:xfrm>
                <a:off x="68" y="137"/>
                <a:ext cx="68" cy="68"/>
              </a:xfrm>
              <a:prstGeom prst="line">
                <a:avLst/>
              </a:prstGeom>
              <a:ln w="50800" cap="flat" cmpd="sng">
                <a:solidFill>
                  <a:srgbClr val="000000"/>
                </a:solidFill>
                <a:prstDash val="solid"/>
                <a:round/>
                <a:headEnd type="none" w="med" len="med"/>
                <a:tailEnd type="none" w="med" len="med"/>
              </a:ln>
            </p:spPr>
          </p:sp>
        </p:grpSp>
        <p:grpSp>
          <p:nvGrpSpPr>
            <p:cNvPr id="17452" name="组合 17452"/>
            <p:cNvGrpSpPr/>
            <p:nvPr/>
          </p:nvGrpSpPr>
          <p:grpSpPr>
            <a:xfrm>
              <a:off x="547" y="684"/>
              <a:ext cx="137" cy="205"/>
              <a:chOff x="0" y="0"/>
              <a:chExt cx="137" cy="205"/>
            </a:xfrm>
          </p:grpSpPr>
          <p:sp>
            <p:nvSpPr>
              <p:cNvPr id="17453" name="直接连接符 17453"/>
              <p:cNvSpPr/>
              <p:nvPr/>
            </p:nvSpPr>
            <p:spPr>
              <a:xfrm>
                <a:off x="69" y="0"/>
                <a:ext cx="0" cy="137"/>
              </a:xfrm>
              <a:prstGeom prst="line">
                <a:avLst/>
              </a:prstGeom>
              <a:ln w="50800" cap="flat" cmpd="sng">
                <a:solidFill>
                  <a:srgbClr val="000000"/>
                </a:solidFill>
                <a:prstDash val="solid"/>
                <a:round/>
                <a:headEnd type="none" w="med" len="med"/>
                <a:tailEnd type="none" w="med" len="med"/>
              </a:ln>
            </p:spPr>
          </p:sp>
          <p:sp>
            <p:nvSpPr>
              <p:cNvPr id="17454" name="直接连接符 17454"/>
              <p:cNvSpPr/>
              <p:nvPr/>
            </p:nvSpPr>
            <p:spPr>
              <a:xfrm flipH="1">
                <a:off x="0" y="137"/>
                <a:ext cx="69" cy="68"/>
              </a:xfrm>
              <a:prstGeom prst="line">
                <a:avLst/>
              </a:prstGeom>
              <a:ln w="50800" cap="flat" cmpd="sng">
                <a:solidFill>
                  <a:srgbClr val="000000"/>
                </a:solidFill>
                <a:prstDash val="solid"/>
                <a:round/>
                <a:headEnd type="none" w="med" len="med"/>
                <a:tailEnd type="none" w="med" len="med"/>
              </a:ln>
            </p:spPr>
          </p:sp>
          <p:sp>
            <p:nvSpPr>
              <p:cNvPr id="17455" name="直接连接符 17455"/>
              <p:cNvSpPr/>
              <p:nvPr/>
            </p:nvSpPr>
            <p:spPr>
              <a:xfrm>
                <a:off x="69" y="137"/>
                <a:ext cx="68" cy="68"/>
              </a:xfrm>
              <a:prstGeom prst="line">
                <a:avLst/>
              </a:prstGeom>
              <a:ln w="50800" cap="flat" cmpd="sng">
                <a:solidFill>
                  <a:srgbClr val="000000"/>
                </a:solidFill>
                <a:prstDash val="solid"/>
                <a:round/>
                <a:headEnd type="none" w="med" len="med"/>
                <a:tailEnd type="none" w="med" len="med"/>
              </a:ln>
            </p:spPr>
          </p:sp>
        </p:grpSp>
        <p:grpSp>
          <p:nvGrpSpPr>
            <p:cNvPr id="17456" name="组合 17456"/>
            <p:cNvGrpSpPr/>
            <p:nvPr/>
          </p:nvGrpSpPr>
          <p:grpSpPr>
            <a:xfrm>
              <a:off x="821" y="684"/>
              <a:ext cx="137" cy="205"/>
              <a:chOff x="0" y="0"/>
              <a:chExt cx="137" cy="205"/>
            </a:xfrm>
          </p:grpSpPr>
          <p:sp>
            <p:nvSpPr>
              <p:cNvPr id="17457" name="直接连接符 17457"/>
              <p:cNvSpPr/>
              <p:nvPr/>
            </p:nvSpPr>
            <p:spPr>
              <a:xfrm>
                <a:off x="68" y="0"/>
                <a:ext cx="0" cy="137"/>
              </a:xfrm>
              <a:prstGeom prst="line">
                <a:avLst/>
              </a:prstGeom>
              <a:ln w="50800" cap="flat" cmpd="sng">
                <a:solidFill>
                  <a:srgbClr val="000000"/>
                </a:solidFill>
                <a:prstDash val="solid"/>
                <a:round/>
                <a:headEnd type="none" w="med" len="med"/>
                <a:tailEnd type="none" w="med" len="med"/>
              </a:ln>
            </p:spPr>
          </p:sp>
          <p:sp>
            <p:nvSpPr>
              <p:cNvPr id="17458" name="直接连接符 17458"/>
              <p:cNvSpPr/>
              <p:nvPr/>
            </p:nvSpPr>
            <p:spPr>
              <a:xfrm flipH="1">
                <a:off x="0" y="137"/>
                <a:ext cx="68" cy="68"/>
              </a:xfrm>
              <a:prstGeom prst="line">
                <a:avLst/>
              </a:prstGeom>
              <a:ln w="50800" cap="flat" cmpd="sng">
                <a:solidFill>
                  <a:srgbClr val="000000"/>
                </a:solidFill>
                <a:prstDash val="solid"/>
                <a:round/>
                <a:headEnd type="none" w="med" len="med"/>
                <a:tailEnd type="none" w="med" len="med"/>
              </a:ln>
            </p:spPr>
          </p:sp>
          <p:sp>
            <p:nvSpPr>
              <p:cNvPr id="17459" name="直接连接符 17459"/>
              <p:cNvSpPr/>
              <p:nvPr/>
            </p:nvSpPr>
            <p:spPr>
              <a:xfrm>
                <a:off x="68" y="137"/>
                <a:ext cx="69" cy="68"/>
              </a:xfrm>
              <a:prstGeom prst="line">
                <a:avLst/>
              </a:prstGeom>
              <a:ln w="50800" cap="flat" cmpd="sng">
                <a:solidFill>
                  <a:srgbClr val="000000"/>
                </a:solidFill>
                <a:prstDash val="solid"/>
                <a:round/>
                <a:headEnd type="none" w="med" len="med"/>
                <a:tailEnd type="none" w="med" len="med"/>
              </a:ln>
            </p:spPr>
          </p:sp>
        </p:grpSp>
      </p:grpSp>
      <p:sp>
        <p:nvSpPr>
          <p:cNvPr id="17460" name="矩形 17460"/>
          <p:cNvSpPr/>
          <p:nvPr/>
        </p:nvSpPr>
        <p:spPr>
          <a:xfrm>
            <a:off x="3902075" y="5575300"/>
            <a:ext cx="2632075" cy="271463"/>
          </a:xfrm>
          <a:prstGeom prst="rect">
            <a:avLst/>
          </a:prstGeom>
          <a:noFill/>
          <a:ln w="9525">
            <a:noFill/>
          </a:ln>
        </p:spPr>
        <p:txBody>
          <a:bodyPr wrap="none" lIns="19645" tIns="28575" rIns="19645" bIns="28575" anchor="t"/>
          <a:p>
            <a:pPr algn="ctr" defTabSz="929005" eaLnBrk="0" hangingPunct="0">
              <a:lnSpc>
                <a:spcPts val="2025"/>
              </a:lnSpc>
              <a:tabLst>
                <a:tab pos="488950" algn="l"/>
                <a:tab pos="976630" algn="l"/>
                <a:tab pos="1466850" algn="l"/>
              </a:tabLst>
            </a:pPr>
            <a:r>
              <a:rPr lang="zh-CN" altLang="en-US" sz="1700" b="1">
                <a:solidFill>
                  <a:srgbClr val="000000"/>
                </a:solidFill>
                <a:latin typeface="Helvetica" pitchFamily="2" charset="0"/>
                <a:ea typeface="宋体" panose="02010600030101010101" pitchFamily="2" charset="-122"/>
              </a:rPr>
              <a:t>最短路径优先树</a:t>
            </a:r>
            <a:endParaRPr lang="zh-CN" altLang="en-US" sz="1700" b="1">
              <a:solidFill>
                <a:srgbClr val="000000"/>
              </a:solidFill>
              <a:latin typeface="Helvetica" pitchFamily="2" charset="0"/>
              <a:ea typeface="宋体" panose="02010600030101010101" pitchFamily="2" charset="-122"/>
            </a:endParaRPr>
          </a:p>
        </p:txBody>
      </p:sp>
      <p:sp>
        <p:nvSpPr>
          <p:cNvPr id="17461" name="直接连接符 17461"/>
          <p:cNvSpPr/>
          <p:nvPr/>
        </p:nvSpPr>
        <p:spPr>
          <a:xfrm flipH="1">
            <a:off x="2001838" y="2846388"/>
            <a:ext cx="636587" cy="963612"/>
          </a:xfrm>
          <a:prstGeom prst="line">
            <a:avLst/>
          </a:prstGeom>
          <a:ln w="50800" cap="flat" cmpd="sng">
            <a:solidFill>
              <a:schemeClr val="tx2"/>
            </a:solidFill>
            <a:prstDash val="solid"/>
            <a:round/>
            <a:headEnd type="none" w="med" len="med"/>
            <a:tailEnd type="triangle" w="med" len="med"/>
          </a:ln>
        </p:spPr>
      </p:sp>
      <p:sp>
        <p:nvSpPr>
          <p:cNvPr id="17462" name="任意多边形 17462"/>
          <p:cNvSpPr/>
          <p:nvPr/>
        </p:nvSpPr>
        <p:spPr>
          <a:xfrm>
            <a:off x="2803525" y="5059363"/>
            <a:ext cx="1039813" cy="627062"/>
          </a:xfrm>
          <a:custGeom>
            <a:avLst/>
            <a:gdLst/>
            <a:ahLst/>
            <a:cxnLst>
              <a:cxn ang="90">
                <a:pos x="21562" y="21661"/>
              </a:cxn>
              <a:cxn ang="270">
                <a:pos x="0" y="0"/>
              </a:cxn>
              <a:cxn ang="0">
                <a:pos x="21600" y="62"/>
              </a:cxn>
            </a:cxnLst>
            <a:pathLst>
              <a:path w="21600" h="21662" fill="none">
                <a:moveTo>
                  <a:pt x="21562" y="21661"/>
                </a:moveTo>
                <a:cubicBezTo>
                  <a:pt x="9650" y="21640"/>
                  <a:pt x="0" y="11978"/>
                  <a:pt x="0" y="61"/>
                </a:cubicBezTo>
                <a:cubicBezTo>
                  <a:pt x="0" y="40"/>
                  <a:pt x="0" y="19"/>
                  <a:pt x="0" y="-1"/>
                </a:cubicBezTo>
              </a:path>
              <a:path w="21600" h="21662" stroke="0">
                <a:moveTo>
                  <a:pt x="21562" y="21661"/>
                </a:moveTo>
                <a:cubicBezTo>
                  <a:pt x="9650" y="21640"/>
                  <a:pt x="0" y="11978"/>
                  <a:pt x="0" y="61"/>
                </a:cubicBezTo>
                <a:cubicBezTo>
                  <a:pt x="0" y="40"/>
                  <a:pt x="0" y="19"/>
                  <a:pt x="0" y="-1"/>
                </a:cubicBezTo>
                <a:lnTo>
                  <a:pt x="21600" y="62"/>
                </a:lnTo>
                <a:close/>
              </a:path>
            </a:pathLst>
          </a:custGeom>
          <a:noFill/>
          <a:ln w="25400" cap="rnd" cmpd="sng">
            <a:solidFill>
              <a:schemeClr val="accent2"/>
            </a:solidFill>
            <a:prstDash val="solid"/>
            <a:round/>
            <a:headEnd type="none" w="med" len="med"/>
            <a:tailEnd type="none" w="med" len="med"/>
          </a:ln>
          <a:effectLst>
            <a:outerShdw dist="53882" dir="2699999" algn="ctr" rotWithShape="0">
              <a:srgbClr val="000000"/>
            </a:outerShdw>
          </a:effectLst>
        </p:spPr>
        <p:txBody>
          <a:bodyPr/>
          <a:p>
            <a:endParaRPr lang="zh-CN" altLang="en-US"/>
          </a:p>
        </p:txBody>
      </p:sp>
      <p:sp>
        <p:nvSpPr>
          <p:cNvPr id="17463" name="直接连接符 17463"/>
          <p:cNvSpPr/>
          <p:nvPr/>
        </p:nvSpPr>
        <p:spPr>
          <a:xfrm flipV="1">
            <a:off x="5937250" y="4475163"/>
            <a:ext cx="923925" cy="542925"/>
          </a:xfrm>
          <a:prstGeom prst="line">
            <a:avLst/>
          </a:prstGeom>
          <a:ln w="50800" cap="flat" cmpd="sng">
            <a:solidFill>
              <a:schemeClr val="tx2"/>
            </a:solidFill>
            <a:prstDash val="solid"/>
            <a:round/>
            <a:headEnd type="none" w="med" len="med"/>
            <a:tailEnd type="triangle" w="med" len="med"/>
          </a:ln>
        </p:spPr>
      </p:sp>
      <p:sp>
        <p:nvSpPr>
          <p:cNvPr id="17464" name="任意多边形 17464"/>
          <p:cNvSpPr/>
          <p:nvPr/>
        </p:nvSpPr>
        <p:spPr>
          <a:xfrm>
            <a:off x="3019425" y="4002088"/>
            <a:ext cx="1031875" cy="617537"/>
          </a:xfrm>
          <a:custGeom>
            <a:avLst/>
            <a:gdLst/>
            <a:ahLst/>
            <a:cxnLst>
              <a:cxn ang="270">
                <a:pos x="0" y="0"/>
              </a:cxn>
              <a:cxn ang="0">
                <a:pos x="21637" y="21600"/>
              </a:cxn>
              <a:cxn ang="90">
                <a:pos x="37" y="21600"/>
              </a:cxn>
            </a:cxnLst>
            <a:pathLst>
              <a:path w="21637" h="21600" fill="none">
                <a:moveTo>
                  <a:pt x="0" y="0"/>
                </a:moveTo>
                <a:cubicBezTo>
                  <a:pt x="-25" y="0"/>
                  <a:pt x="-12" y="0"/>
                  <a:pt x="0" y="0"/>
                </a:cubicBezTo>
                <a:cubicBezTo>
                  <a:pt x="11929" y="0"/>
                  <a:pt x="21600" y="9671"/>
                  <a:pt x="21600" y="21600"/>
                </a:cubicBezTo>
              </a:path>
              <a:path w="21637" h="21600" stroke="0">
                <a:moveTo>
                  <a:pt x="0" y="0"/>
                </a:moveTo>
                <a:cubicBezTo>
                  <a:pt x="-25" y="0"/>
                  <a:pt x="-12" y="0"/>
                  <a:pt x="0" y="0"/>
                </a:cubicBezTo>
                <a:cubicBezTo>
                  <a:pt x="11929" y="0"/>
                  <a:pt x="21600" y="9671"/>
                  <a:pt x="21600" y="21600"/>
                </a:cubicBezTo>
                <a:lnTo>
                  <a:pt x="37" y="21600"/>
                </a:lnTo>
                <a:close/>
              </a:path>
            </a:pathLst>
          </a:custGeom>
          <a:noFill/>
          <a:ln w="25400" cap="rnd" cmpd="sng">
            <a:solidFill>
              <a:schemeClr val="accent2"/>
            </a:solidFill>
            <a:prstDash val="solid"/>
            <a:round/>
            <a:headEnd type="none" w="med" len="med"/>
            <a:tailEnd type="none" w="med" len="med"/>
          </a:ln>
          <a:effectLst>
            <a:outerShdw dist="53882" dir="2699999" algn="ctr" rotWithShape="0">
              <a:srgbClr val="000000"/>
            </a:outerShdw>
          </a:effectLst>
        </p:spPr>
        <p:txBody>
          <a:bodyPr/>
          <a:p>
            <a:endParaRPr lang="zh-CN" altLang="en-US"/>
          </a:p>
        </p:txBody>
      </p:sp>
      <p:sp>
        <p:nvSpPr>
          <p:cNvPr id="17465" name="矩形 17465"/>
          <p:cNvSpPr/>
          <p:nvPr/>
        </p:nvSpPr>
        <p:spPr>
          <a:xfrm>
            <a:off x="6894513" y="4062413"/>
            <a:ext cx="800100" cy="800100"/>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8226" tIns="50006" rIns="98226" bIns="50006" anchor="ctr"/>
          <a:p>
            <a:pPr algn="ctr" defTabSz="929005" eaLnBrk="0" hangingPunct="0"/>
            <a:r>
              <a:rPr lang="zh-CN" altLang="en-US" sz="1500" b="1">
                <a:latin typeface="Helvetica" pitchFamily="2" charset="0"/>
                <a:ea typeface="宋体" panose="02010600030101010101" pitchFamily="2" charset="-122"/>
              </a:rPr>
              <a:t>路由表</a:t>
            </a:r>
            <a:endParaRPr lang="zh-CN" altLang="en-US" sz="1500" b="1">
              <a:latin typeface="Helvetica" pitchFamily="2" charset="0"/>
              <a:ea typeface="宋体" panose="02010600030101010101" pitchFamily="2" charset="-122"/>
            </a:endParaRPr>
          </a:p>
        </p:txBody>
      </p:sp>
      <p:sp>
        <p:nvSpPr>
          <p:cNvPr id="17466" name="标题 17466"/>
          <p:cNvSpPr>
            <a:spLocks noGrp="1"/>
          </p:cNvSpPr>
          <p:nvPr>
            <p:ph type="title"/>
          </p:nvPr>
        </p:nvSpPr>
        <p:spPr/>
        <p:txBody>
          <a:bodyPr anchor="b"/>
          <a:p>
            <a:r>
              <a:rPr lang="zh-CN" altLang="en-US"/>
              <a:t>链路状态路由协议</a:t>
            </a:r>
            <a:endParaRPr lang="zh-CN" altLang="en-US"/>
          </a:p>
        </p:txBody>
      </p:sp>
      <p:sp>
        <p:nvSpPr>
          <p:cNvPr id="17467" name="文本占位符 17467"/>
          <p:cNvSpPr>
            <a:spLocks noGrp="1"/>
          </p:cNvSpPr>
          <p:nvPr>
            <p:ph idx="1"/>
          </p:nvPr>
        </p:nvSpPr>
        <p:spPr>
          <a:xfrm>
            <a:off x="684213" y="5876925"/>
            <a:ext cx="7991475" cy="504825"/>
          </a:xfrm>
        </p:spPr>
        <p:txBody>
          <a:bodyPr anchor="t"/>
          <a:p>
            <a:r>
              <a:rPr lang="zh-CN" altLang="en-US"/>
              <a:t>在初步达到一致后，链路状态通过触发更新发送给其他的路由器</a:t>
            </a:r>
            <a:endParaRPr lang="zh-CN" altLang="en-US"/>
          </a:p>
          <a:p>
            <a:endParaRPr lang="zh-CN" altLang="en-US"/>
          </a:p>
        </p:txBody>
      </p:sp>
      <p:pic>
        <p:nvPicPr>
          <p:cNvPr id="17468" name="图片 17468" descr="GER---"/>
          <p:cNvPicPr>
            <a:picLocks noChangeAspect="1"/>
          </p:cNvPicPr>
          <p:nvPr/>
        </p:nvPicPr>
        <p:blipFill>
          <a:blip r:embed="rId1"/>
          <a:stretch>
            <a:fillRect/>
          </a:stretch>
        </p:blipFill>
        <p:spPr>
          <a:xfrm>
            <a:off x="4284663" y="1598613"/>
            <a:ext cx="1008062" cy="717550"/>
          </a:xfrm>
          <a:prstGeom prst="rect">
            <a:avLst/>
          </a:prstGeom>
          <a:noFill/>
          <a:ln w="9525">
            <a:noFill/>
          </a:ln>
        </p:spPr>
      </p:pic>
      <p:pic>
        <p:nvPicPr>
          <p:cNvPr id="17469" name="图片 17469" descr="GER---"/>
          <p:cNvPicPr>
            <a:picLocks noChangeAspect="1"/>
          </p:cNvPicPr>
          <p:nvPr/>
        </p:nvPicPr>
        <p:blipFill>
          <a:blip r:embed="rId1"/>
          <a:stretch>
            <a:fillRect/>
          </a:stretch>
        </p:blipFill>
        <p:spPr>
          <a:xfrm>
            <a:off x="5710238" y="2176463"/>
            <a:ext cx="1008062" cy="717550"/>
          </a:xfrm>
          <a:prstGeom prst="rect">
            <a:avLst/>
          </a:prstGeom>
          <a:noFill/>
          <a:ln w="9525">
            <a:noFill/>
          </a:ln>
        </p:spPr>
      </p:pic>
      <p:pic>
        <p:nvPicPr>
          <p:cNvPr id="17470" name="图片 17470" descr="GER---"/>
          <p:cNvPicPr>
            <a:picLocks noChangeAspect="1"/>
          </p:cNvPicPr>
          <p:nvPr/>
        </p:nvPicPr>
        <p:blipFill>
          <a:blip r:embed="rId1"/>
          <a:stretch>
            <a:fillRect/>
          </a:stretch>
        </p:blipFill>
        <p:spPr>
          <a:xfrm>
            <a:off x="4284663" y="2735263"/>
            <a:ext cx="1008062" cy="717550"/>
          </a:xfrm>
          <a:prstGeom prst="rect">
            <a:avLst/>
          </a:prstGeom>
          <a:noFill/>
          <a:ln w="9525">
            <a:noFill/>
          </a:ln>
        </p:spPr>
      </p:pic>
      <p:pic>
        <p:nvPicPr>
          <p:cNvPr id="17471" name="图片 17471" descr="GER---"/>
          <p:cNvPicPr>
            <a:picLocks noChangeAspect="1"/>
          </p:cNvPicPr>
          <p:nvPr/>
        </p:nvPicPr>
        <p:blipFill>
          <a:blip r:embed="rId1"/>
          <a:stretch>
            <a:fillRect/>
          </a:stretch>
        </p:blipFill>
        <p:spPr>
          <a:xfrm>
            <a:off x="2527300" y="2187575"/>
            <a:ext cx="1008063" cy="717550"/>
          </a:xfrm>
          <a:prstGeom prst="rect">
            <a:avLst/>
          </a:prstGeom>
          <a:noFill/>
          <a:ln w="9525">
            <a:noFill/>
          </a:ln>
        </p:spPr>
      </p:pic>
      <p:sp>
        <p:nvSpPr>
          <p:cNvPr id="17473" name="矩形 17472"/>
          <p:cNvSpPr/>
          <p:nvPr/>
        </p:nvSpPr>
        <p:spPr>
          <a:xfrm>
            <a:off x="2949575" y="2605088"/>
            <a:ext cx="219075" cy="327025"/>
          </a:xfrm>
          <a:prstGeom prst="rect">
            <a:avLst/>
          </a:prstGeom>
          <a:noFill/>
          <a:ln w="9525">
            <a:noFill/>
          </a:ln>
        </p:spPr>
        <p:txBody>
          <a:bodyPr wrap="none" lIns="19645" tIns="28575" rIns="19645" bIns="28575"/>
          <a:p>
            <a:pPr algn="ctr" defTabSz="929005" eaLnBrk="0" fontAlgn="base" hangingPunct="0">
              <a:lnSpc>
                <a:spcPts val="2250"/>
              </a:lnSpc>
              <a:tabLst>
                <a:tab pos="488950" algn="l"/>
                <a:tab pos="976630" algn="l"/>
                <a:tab pos="1466850" algn="l"/>
              </a:tabLst>
            </a:pPr>
            <a:r>
              <a:rPr lang="en-US" altLang="zh-CN" sz="19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C</a:t>
            </a:r>
            <a:endParaRPr lang="en-US" altLang="zh-CN" sz="1900" b="1" strike="noStrike" noProof="1">
              <a:solidFill>
                <a:srgbClr val="FFFFFF"/>
              </a:solidFill>
              <a:effectLst>
                <a:outerShdw blurRad="38100" dist="38100" dir="2700000">
                  <a:srgbClr val="C0C0C0"/>
                </a:outerShdw>
              </a:effectLst>
              <a:latin typeface="Helvetica" pitchFamily="2" charset="0"/>
            </a:endParaRPr>
          </a:p>
        </p:txBody>
      </p:sp>
      <p:sp>
        <p:nvSpPr>
          <p:cNvPr id="17474" name="矩形 17473"/>
          <p:cNvSpPr/>
          <p:nvPr/>
        </p:nvSpPr>
        <p:spPr>
          <a:xfrm>
            <a:off x="6124575" y="2605088"/>
            <a:ext cx="217488" cy="327025"/>
          </a:xfrm>
          <a:prstGeom prst="rect">
            <a:avLst/>
          </a:prstGeom>
          <a:noFill/>
          <a:ln w="9525">
            <a:noFill/>
          </a:ln>
        </p:spPr>
        <p:txBody>
          <a:bodyPr wrap="none" lIns="19645" tIns="28575" rIns="19645" bIns="28575"/>
          <a:p>
            <a:pPr algn="ctr" defTabSz="929005" eaLnBrk="0" fontAlgn="base" hangingPunct="0">
              <a:lnSpc>
                <a:spcPts val="2250"/>
              </a:lnSpc>
              <a:tabLst>
                <a:tab pos="488950" algn="l"/>
                <a:tab pos="976630" algn="l"/>
                <a:tab pos="1466850" algn="l"/>
              </a:tabLst>
            </a:pPr>
            <a:r>
              <a:rPr lang="en-US" altLang="zh-CN" sz="19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A</a:t>
            </a:r>
            <a:endParaRPr lang="en-US" altLang="zh-CN" sz="1900" b="1" strike="noStrike" noProof="1">
              <a:solidFill>
                <a:srgbClr val="FFFFFF"/>
              </a:solidFill>
              <a:effectLst>
                <a:outerShdw blurRad="38100" dist="38100" dir="2700000">
                  <a:srgbClr val="C0C0C0"/>
                </a:outerShdw>
              </a:effectLst>
              <a:latin typeface="Helvetica" pitchFamily="2" charset="0"/>
            </a:endParaRPr>
          </a:p>
        </p:txBody>
      </p:sp>
      <p:sp>
        <p:nvSpPr>
          <p:cNvPr id="17475" name="矩形 17474"/>
          <p:cNvSpPr/>
          <p:nvPr/>
        </p:nvSpPr>
        <p:spPr>
          <a:xfrm>
            <a:off x="4660900" y="3176588"/>
            <a:ext cx="215900" cy="325438"/>
          </a:xfrm>
          <a:prstGeom prst="rect">
            <a:avLst/>
          </a:prstGeom>
          <a:noFill/>
          <a:ln w="9525">
            <a:noFill/>
          </a:ln>
        </p:spPr>
        <p:txBody>
          <a:bodyPr wrap="none" lIns="19645" tIns="28575" rIns="19645" bIns="28575"/>
          <a:p>
            <a:pPr algn="ctr" defTabSz="929005" eaLnBrk="0" fontAlgn="base" hangingPunct="0">
              <a:lnSpc>
                <a:spcPts val="2250"/>
              </a:lnSpc>
              <a:tabLst>
                <a:tab pos="488950" algn="l"/>
                <a:tab pos="976630" algn="l"/>
                <a:tab pos="1466850" algn="l"/>
              </a:tabLst>
            </a:pPr>
            <a:r>
              <a:rPr lang="en-US" altLang="zh-CN" sz="19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D</a:t>
            </a:r>
            <a:endParaRPr lang="en-US" altLang="zh-CN" sz="1900" b="1" strike="noStrike" noProof="1">
              <a:solidFill>
                <a:srgbClr val="FFFFFF"/>
              </a:solidFill>
              <a:effectLst>
                <a:outerShdw blurRad="38100" dist="38100" dir="2700000">
                  <a:srgbClr val="C0C0C0"/>
                </a:outerShdw>
              </a:effectLst>
              <a:latin typeface="Helvetica" pitchFamily="2" charset="0"/>
            </a:endParaRPr>
          </a:p>
        </p:txBody>
      </p:sp>
      <p:sp>
        <p:nvSpPr>
          <p:cNvPr id="17476" name="矩形 17475"/>
          <p:cNvSpPr/>
          <p:nvPr/>
        </p:nvSpPr>
        <p:spPr>
          <a:xfrm>
            <a:off x="4660900" y="2035175"/>
            <a:ext cx="215900" cy="327025"/>
          </a:xfrm>
          <a:prstGeom prst="rect">
            <a:avLst/>
          </a:prstGeom>
          <a:noFill/>
          <a:ln w="9525">
            <a:noFill/>
          </a:ln>
        </p:spPr>
        <p:txBody>
          <a:bodyPr wrap="none" lIns="19645" tIns="28575" rIns="19645" bIns="28575"/>
          <a:p>
            <a:pPr algn="ctr" defTabSz="929005" eaLnBrk="0" fontAlgn="base" hangingPunct="0">
              <a:lnSpc>
                <a:spcPts val="2250"/>
              </a:lnSpc>
              <a:tabLst>
                <a:tab pos="488950" algn="l"/>
                <a:tab pos="976630" algn="l"/>
                <a:tab pos="1466850" algn="l"/>
              </a:tabLst>
            </a:pPr>
            <a:r>
              <a:rPr lang="en-US" altLang="zh-CN" sz="19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B</a:t>
            </a:r>
            <a:endParaRPr lang="en-US" altLang="zh-CN" sz="1900" b="1" strike="noStrike" noProof="1">
              <a:solidFill>
                <a:srgbClr val="FFFFFF"/>
              </a:solidFill>
              <a:effectLst>
                <a:outerShdw blurRad="38100" dist="38100" dir="2700000">
                  <a:srgbClr val="C0C0C0"/>
                </a:outerShdw>
              </a:effectLst>
              <a:latin typeface="Helvetica"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标题 19457"/>
          <p:cNvSpPr>
            <a:spLocks noGrp="1"/>
          </p:cNvSpPr>
          <p:nvPr>
            <p:ph type="title"/>
          </p:nvPr>
        </p:nvSpPr>
        <p:spPr/>
        <p:txBody>
          <a:bodyPr vert="horz" wrap="square" anchor="ctr"/>
          <a:p>
            <a:br>
              <a:rPr lang="en-US" altLang="zh-CN" sz="3500"/>
            </a:br>
            <a:r>
              <a:rPr lang="zh-CN" altLang="en-US" sz="3200"/>
              <a:t>动态路由协议的分类</a:t>
            </a:r>
            <a:br>
              <a:rPr lang="zh-CN" altLang="en-US" sz="3200"/>
            </a:br>
            <a:r>
              <a:rPr lang="zh-CN" altLang="en-US" sz="3200"/>
              <a:t>                      </a:t>
            </a:r>
            <a:r>
              <a:rPr lang="en-US" altLang="zh-CN" sz="3200"/>
              <a:t>——</a:t>
            </a:r>
            <a:r>
              <a:rPr lang="zh-CN" altLang="en-US" sz="3200"/>
              <a:t>按应用范围划分</a:t>
            </a:r>
            <a:br>
              <a:rPr lang="zh-CN" altLang="en-US"/>
            </a:br>
            <a:endParaRPr lang="zh-CN" altLang="en-US"/>
          </a:p>
        </p:txBody>
      </p:sp>
      <p:sp>
        <p:nvSpPr>
          <p:cNvPr id="19458" name="文本占位符 19458"/>
          <p:cNvSpPr>
            <a:spLocks noGrp="1"/>
          </p:cNvSpPr>
          <p:nvPr>
            <p:ph idx="1"/>
          </p:nvPr>
        </p:nvSpPr>
        <p:spPr>
          <a:xfrm>
            <a:off x="827088" y="5300663"/>
            <a:ext cx="7488237" cy="1079500"/>
          </a:xfrm>
        </p:spPr>
        <p:txBody>
          <a:bodyPr anchor="t"/>
          <a:p>
            <a:pPr>
              <a:lnSpc>
                <a:spcPct val="80000"/>
              </a:lnSpc>
            </a:pPr>
            <a:r>
              <a:rPr lang="zh-CN" altLang="en-US" sz="2600"/>
              <a:t>自治域系统</a:t>
            </a:r>
            <a:r>
              <a:rPr lang="en-US" altLang="zh-CN" sz="2600"/>
              <a:t>(AS) </a:t>
            </a:r>
            <a:r>
              <a:rPr lang="zh-CN" altLang="en-US" sz="2600"/>
              <a:t>是一组处于相同技术管理的网络的集合。</a:t>
            </a:r>
            <a:endParaRPr lang="zh-CN" altLang="en-US" sz="2600"/>
          </a:p>
          <a:p>
            <a:pPr>
              <a:lnSpc>
                <a:spcPct val="80000"/>
              </a:lnSpc>
            </a:pPr>
            <a:r>
              <a:rPr lang="en-US" altLang="zh-CN" sz="2600"/>
              <a:t>IGPs </a:t>
            </a:r>
            <a:r>
              <a:rPr lang="zh-CN" altLang="en-US" sz="2600"/>
              <a:t>在一个自治域系统内运行。</a:t>
            </a:r>
            <a:endParaRPr lang="zh-CN" altLang="en-US" sz="2600"/>
          </a:p>
          <a:p>
            <a:pPr>
              <a:lnSpc>
                <a:spcPct val="80000"/>
              </a:lnSpc>
            </a:pPr>
            <a:r>
              <a:rPr lang="en-US" altLang="zh-CN" sz="2600"/>
              <a:t>EGPs </a:t>
            </a:r>
            <a:r>
              <a:rPr lang="zh-CN" altLang="en-US" sz="2600"/>
              <a:t>连接不同的自治域系统</a:t>
            </a:r>
            <a:endParaRPr lang="zh-CN" altLang="en-US" sz="2600"/>
          </a:p>
          <a:p>
            <a:pPr>
              <a:lnSpc>
                <a:spcPct val="80000"/>
              </a:lnSpc>
            </a:pPr>
            <a:endParaRPr lang="zh-CN" altLang="en-US" sz="2600"/>
          </a:p>
        </p:txBody>
      </p:sp>
      <p:pic>
        <p:nvPicPr>
          <p:cNvPr id="19459" name="图片 19459"/>
          <p:cNvPicPr/>
          <p:nvPr/>
        </p:nvPicPr>
        <p:blipFill>
          <a:blip r:embed="rId1"/>
          <a:stretch>
            <a:fillRect/>
          </a:stretch>
        </p:blipFill>
        <p:spPr>
          <a:xfrm>
            <a:off x="4800600" y="2901950"/>
            <a:ext cx="3810000" cy="1936750"/>
          </a:xfrm>
          <a:prstGeom prst="rect">
            <a:avLst/>
          </a:prstGeom>
          <a:noFill/>
          <a:ln w="9525">
            <a:noFill/>
          </a:ln>
          <a:effectLst>
            <a:outerShdw dist="35921" dir="2699999" algn="ctr" rotWithShape="0">
              <a:schemeClr val="bg2"/>
            </a:outerShdw>
          </a:effectLst>
        </p:spPr>
      </p:pic>
      <p:pic>
        <p:nvPicPr>
          <p:cNvPr id="19460" name="图片 19460"/>
          <p:cNvPicPr/>
          <p:nvPr/>
        </p:nvPicPr>
        <p:blipFill>
          <a:blip r:embed="rId1"/>
          <a:stretch>
            <a:fillRect/>
          </a:stretch>
        </p:blipFill>
        <p:spPr>
          <a:xfrm>
            <a:off x="228600" y="2901950"/>
            <a:ext cx="3810000" cy="1936750"/>
          </a:xfrm>
          <a:prstGeom prst="rect">
            <a:avLst/>
          </a:prstGeom>
          <a:noFill/>
          <a:ln w="9525">
            <a:noFill/>
          </a:ln>
          <a:effectLst>
            <a:outerShdw dist="35921" dir="2699999" algn="ctr" rotWithShape="0">
              <a:schemeClr val="bg2"/>
            </a:outerShdw>
          </a:effectLst>
        </p:spPr>
      </p:pic>
      <p:sp>
        <p:nvSpPr>
          <p:cNvPr id="19461" name="直接连接符 19461"/>
          <p:cNvSpPr/>
          <p:nvPr/>
        </p:nvSpPr>
        <p:spPr>
          <a:xfrm>
            <a:off x="1514475" y="4217988"/>
            <a:ext cx="1028700" cy="0"/>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9462" name="直接连接符 19462"/>
          <p:cNvSpPr/>
          <p:nvPr/>
        </p:nvSpPr>
        <p:spPr>
          <a:xfrm>
            <a:off x="1614488" y="3332163"/>
            <a:ext cx="1028700" cy="0"/>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9463" name="直接连接符 19463"/>
          <p:cNvSpPr/>
          <p:nvPr/>
        </p:nvSpPr>
        <p:spPr>
          <a:xfrm>
            <a:off x="1600200" y="3282950"/>
            <a:ext cx="990600" cy="990600"/>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9464" name="直接连接符 19464"/>
          <p:cNvSpPr/>
          <p:nvPr/>
        </p:nvSpPr>
        <p:spPr>
          <a:xfrm flipV="1">
            <a:off x="1676400" y="3282950"/>
            <a:ext cx="838200" cy="838200"/>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9465" name="矩形 19465"/>
          <p:cNvSpPr/>
          <p:nvPr/>
        </p:nvSpPr>
        <p:spPr>
          <a:xfrm>
            <a:off x="628650" y="4875213"/>
            <a:ext cx="4087813" cy="885825"/>
          </a:xfrm>
          <a:prstGeom prst="rect">
            <a:avLst/>
          </a:prstGeom>
          <a:noFill/>
          <a:ln w="9525">
            <a:noFill/>
          </a:ln>
        </p:spPr>
        <p:txBody>
          <a:bodyPr wrap="none" lIns="21431" tIns="30362" rIns="21431" bIns="30362" anchor="t"/>
          <a:p>
            <a:pPr defTabSz="1028700" eaLnBrk="0" hangingPunct="0">
              <a:lnSpc>
                <a:spcPts val="2700"/>
              </a:lnSpc>
              <a:tabLst>
                <a:tab pos="514350" algn="l"/>
                <a:tab pos="1028700" algn="l"/>
                <a:tab pos="1543050" algn="l"/>
              </a:tabLst>
            </a:pPr>
            <a:r>
              <a:rPr lang="en-US" altLang="zh-CN" sz="2300" b="1">
                <a:solidFill>
                  <a:srgbClr val="000000"/>
                </a:solidFill>
                <a:latin typeface="Helvetica" pitchFamily="2" charset="0"/>
                <a:ea typeface="宋体" panose="02010600030101010101" pitchFamily="2" charset="-122"/>
              </a:rPr>
              <a:t>Autonomous System 65000</a:t>
            </a:r>
            <a:endParaRPr lang="en-US" altLang="zh-CN" sz="2300" b="1">
              <a:solidFill>
                <a:srgbClr val="000000"/>
              </a:solidFill>
              <a:latin typeface="Helvetica" pitchFamily="2" charset="0"/>
              <a:ea typeface="宋体" panose="02010600030101010101" pitchFamily="2" charset="-122"/>
            </a:endParaRPr>
          </a:p>
        </p:txBody>
      </p:sp>
      <p:sp>
        <p:nvSpPr>
          <p:cNvPr id="19466" name="直接连接符 19466"/>
          <p:cNvSpPr/>
          <p:nvPr/>
        </p:nvSpPr>
        <p:spPr>
          <a:xfrm>
            <a:off x="6429375" y="3403600"/>
            <a:ext cx="0" cy="842963"/>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9467" name="直接连接符 19467"/>
          <p:cNvSpPr/>
          <p:nvPr/>
        </p:nvSpPr>
        <p:spPr>
          <a:xfrm>
            <a:off x="6286500" y="4246563"/>
            <a:ext cx="1028700" cy="0"/>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9468" name="直接连接符 19468"/>
          <p:cNvSpPr/>
          <p:nvPr/>
        </p:nvSpPr>
        <p:spPr>
          <a:xfrm>
            <a:off x="6386513" y="3360738"/>
            <a:ext cx="1028700" cy="0"/>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9469" name="直接连接符 19469"/>
          <p:cNvSpPr/>
          <p:nvPr/>
        </p:nvSpPr>
        <p:spPr>
          <a:xfrm>
            <a:off x="6400800" y="3282950"/>
            <a:ext cx="990600" cy="990600"/>
          </a:xfrm>
          <a:prstGeom prst="line">
            <a:avLst/>
          </a:prstGeom>
          <a:ln w="38100" cap="flat" cmpd="sng">
            <a:solidFill>
              <a:schemeClr val="accent2"/>
            </a:solidFill>
            <a:prstDash val="solid"/>
            <a:round/>
            <a:headEnd type="none" w="med" len="med"/>
            <a:tailEnd type="none" w="med" len="med"/>
          </a:ln>
          <a:effectLst>
            <a:outerShdw dist="56796" dir="3806096" algn="ctr" rotWithShape="0">
              <a:schemeClr val="bg2"/>
            </a:outerShdw>
          </a:effectLst>
        </p:spPr>
      </p:sp>
      <p:sp>
        <p:nvSpPr>
          <p:cNvPr id="19470" name="直接连接符 19470"/>
          <p:cNvSpPr/>
          <p:nvPr/>
        </p:nvSpPr>
        <p:spPr>
          <a:xfrm flipV="1">
            <a:off x="6400800" y="3282950"/>
            <a:ext cx="990600" cy="990600"/>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9471" name="矩形 19471"/>
          <p:cNvSpPr/>
          <p:nvPr/>
        </p:nvSpPr>
        <p:spPr>
          <a:xfrm>
            <a:off x="4986338" y="4846638"/>
            <a:ext cx="3829050" cy="542925"/>
          </a:xfrm>
          <a:prstGeom prst="rect">
            <a:avLst/>
          </a:prstGeom>
          <a:noFill/>
          <a:ln w="9525">
            <a:noFill/>
          </a:ln>
        </p:spPr>
        <p:txBody>
          <a:bodyPr wrap="none" lIns="21431" tIns="30362" rIns="21431" bIns="30362" anchor="t"/>
          <a:p>
            <a:pPr defTabSz="1028700" eaLnBrk="0" hangingPunct="0">
              <a:lnSpc>
                <a:spcPts val="2700"/>
              </a:lnSpc>
              <a:tabLst>
                <a:tab pos="514350" algn="l"/>
                <a:tab pos="1028700" algn="l"/>
                <a:tab pos="1543050" algn="l"/>
              </a:tabLst>
            </a:pPr>
            <a:r>
              <a:rPr lang="en-US" altLang="zh-CN" sz="2300" b="1">
                <a:solidFill>
                  <a:srgbClr val="000000"/>
                </a:solidFill>
                <a:latin typeface="Helvetica" pitchFamily="2" charset="0"/>
                <a:ea typeface="宋体" panose="02010600030101010101" pitchFamily="2" charset="-122"/>
              </a:rPr>
              <a:t>Autonomous System 65500</a:t>
            </a:r>
            <a:endParaRPr lang="en-US" altLang="zh-CN" sz="2300" b="1">
              <a:solidFill>
                <a:srgbClr val="000000"/>
              </a:solidFill>
              <a:latin typeface="Helvetica" pitchFamily="2" charset="0"/>
              <a:ea typeface="宋体" panose="02010600030101010101" pitchFamily="2" charset="-122"/>
            </a:endParaRPr>
          </a:p>
        </p:txBody>
      </p:sp>
      <p:sp>
        <p:nvSpPr>
          <p:cNvPr id="19472" name="矩形 19472"/>
          <p:cNvSpPr/>
          <p:nvPr/>
        </p:nvSpPr>
        <p:spPr>
          <a:xfrm>
            <a:off x="533400" y="2216150"/>
            <a:ext cx="2478088" cy="673100"/>
          </a:xfrm>
          <a:prstGeom prst="rect">
            <a:avLst/>
          </a:prstGeom>
          <a:noFill/>
          <a:ln w="9525">
            <a:noFill/>
          </a:ln>
        </p:spPr>
        <p:txBody>
          <a:bodyPr wrap="none" lIns="21431" tIns="30362" rIns="21431" bIns="30362" anchor="t"/>
          <a:p>
            <a:pPr defTabSz="1028700" eaLnBrk="0" hangingPunct="0">
              <a:lnSpc>
                <a:spcPts val="2700"/>
              </a:lnSpc>
              <a:tabLst>
                <a:tab pos="257175" algn="l"/>
                <a:tab pos="1028700" algn="l"/>
                <a:tab pos="1543050" algn="l"/>
              </a:tabLst>
            </a:pPr>
            <a:r>
              <a:rPr lang="en-US" altLang="zh-CN" sz="2300" b="1">
                <a:solidFill>
                  <a:srgbClr val="000000"/>
                </a:solidFill>
                <a:latin typeface="Helvetica" pitchFamily="2" charset="0"/>
                <a:ea typeface="宋体" panose="02010600030101010101" pitchFamily="2" charset="-122"/>
              </a:rPr>
              <a:t>IGPs: RIP, OSPF</a:t>
            </a:r>
            <a:endParaRPr lang="en-US" altLang="zh-CN" sz="2300" b="1">
              <a:solidFill>
                <a:srgbClr val="000000"/>
              </a:solidFill>
              <a:latin typeface="Helvetica" pitchFamily="2" charset="0"/>
              <a:ea typeface="宋体" panose="02010600030101010101" pitchFamily="2" charset="-122"/>
            </a:endParaRPr>
          </a:p>
          <a:p>
            <a:pPr defTabSz="1028700" eaLnBrk="0" hangingPunct="0">
              <a:lnSpc>
                <a:spcPts val="2700"/>
              </a:lnSpc>
              <a:tabLst>
                <a:tab pos="257175" algn="l"/>
                <a:tab pos="1028700" algn="l"/>
                <a:tab pos="1543050" algn="l"/>
              </a:tabLst>
            </a:pPr>
            <a:r>
              <a:rPr lang="en-US" altLang="zh-CN" sz="2300" b="1">
                <a:solidFill>
                  <a:srgbClr val="000000"/>
                </a:solidFill>
                <a:latin typeface="Helvetica" pitchFamily="2" charset="0"/>
                <a:ea typeface="宋体" panose="02010600030101010101" pitchFamily="2" charset="-122"/>
              </a:rPr>
              <a:t>              IS-IS</a:t>
            </a:r>
            <a:endParaRPr lang="en-US" altLang="zh-CN" sz="2300" b="1">
              <a:solidFill>
                <a:srgbClr val="000000"/>
              </a:solidFill>
              <a:latin typeface="Helvetica" pitchFamily="2" charset="0"/>
              <a:ea typeface="宋体" panose="02010600030101010101" pitchFamily="2" charset="-122"/>
            </a:endParaRPr>
          </a:p>
          <a:p>
            <a:pPr defTabSz="1028700" eaLnBrk="0" hangingPunct="0">
              <a:lnSpc>
                <a:spcPts val="2700"/>
              </a:lnSpc>
              <a:tabLst>
                <a:tab pos="257175" algn="l"/>
                <a:tab pos="1028700" algn="l"/>
                <a:tab pos="1543050" algn="l"/>
              </a:tabLst>
            </a:pPr>
            <a:endParaRPr lang="en-US" altLang="zh-CN" sz="2300" b="1">
              <a:solidFill>
                <a:srgbClr val="000000"/>
              </a:solidFill>
              <a:latin typeface="Helvetica" pitchFamily="2" charset="0"/>
              <a:ea typeface="宋体" panose="02010600030101010101" pitchFamily="2" charset="-122"/>
            </a:endParaRPr>
          </a:p>
        </p:txBody>
      </p:sp>
      <p:sp>
        <p:nvSpPr>
          <p:cNvPr id="19473" name="直接连接符 19473"/>
          <p:cNvSpPr/>
          <p:nvPr/>
        </p:nvSpPr>
        <p:spPr>
          <a:xfrm flipV="1">
            <a:off x="2209800" y="2825750"/>
            <a:ext cx="1588" cy="369888"/>
          </a:xfrm>
          <a:prstGeom prst="line">
            <a:avLst/>
          </a:prstGeom>
          <a:ln w="50800" cap="flat" cmpd="sng">
            <a:solidFill>
              <a:schemeClr val="tx2"/>
            </a:solidFill>
            <a:prstDash val="solid"/>
            <a:round/>
            <a:headEnd type="triangle" w="med" len="med"/>
            <a:tailEnd type="none" w="med" len="med"/>
          </a:ln>
        </p:spPr>
      </p:sp>
      <p:sp>
        <p:nvSpPr>
          <p:cNvPr id="19474" name="直接连接符 19474"/>
          <p:cNvSpPr/>
          <p:nvPr/>
        </p:nvSpPr>
        <p:spPr>
          <a:xfrm>
            <a:off x="3335338" y="3889375"/>
            <a:ext cx="2300287" cy="0"/>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9475" name="矩形 19475"/>
          <p:cNvSpPr/>
          <p:nvPr/>
        </p:nvSpPr>
        <p:spPr>
          <a:xfrm>
            <a:off x="3905250" y="2320925"/>
            <a:ext cx="3943350" cy="542925"/>
          </a:xfrm>
          <a:prstGeom prst="rect">
            <a:avLst/>
          </a:prstGeom>
          <a:noFill/>
          <a:ln w="9525">
            <a:noFill/>
          </a:ln>
        </p:spPr>
        <p:txBody>
          <a:bodyPr wrap="none" lIns="21431" tIns="30362" rIns="21431" bIns="30362" anchor="t"/>
          <a:p>
            <a:pPr defTabSz="1028700" eaLnBrk="0" hangingPunct="0">
              <a:lnSpc>
                <a:spcPts val="2700"/>
              </a:lnSpc>
              <a:tabLst>
                <a:tab pos="257175" algn="l"/>
                <a:tab pos="1028700" algn="l"/>
                <a:tab pos="1543050" algn="l"/>
              </a:tabLst>
            </a:pPr>
            <a:r>
              <a:rPr lang="en-US" altLang="zh-CN" sz="2300" b="1">
                <a:solidFill>
                  <a:srgbClr val="000000"/>
                </a:solidFill>
                <a:latin typeface="Helvetica" pitchFamily="2" charset="0"/>
                <a:ea typeface="宋体" panose="02010600030101010101" pitchFamily="2" charset="-122"/>
              </a:rPr>
              <a:t>EGPs: BGP</a:t>
            </a:r>
            <a:r>
              <a:rPr lang="zh-CN" altLang="en-US" sz="2300" b="1">
                <a:solidFill>
                  <a:srgbClr val="000000"/>
                </a:solidFill>
                <a:latin typeface="Helvetica" pitchFamily="2" charset="0"/>
                <a:ea typeface="宋体" panose="02010600030101010101" pitchFamily="2" charset="-122"/>
              </a:rPr>
              <a:t>，</a:t>
            </a:r>
            <a:r>
              <a:rPr lang="en-US" altLang="zh-CN" sz="2300" b="1">
                <a:solidFill>
                  <a:srgbClr val="000000"/>
                </a:solidFill>
                <a:latin typeface="Helvetica" pitchFamily="2" charset="0"/>
                <a:ea typeface="宋体" panose="02010600030101010101" pitchFamily="2" charset="-122"/>
              </a:rPr>
              <a:t>EGP</a:t>
            </a:r>
            <a:endParaRPr lang="en-US" altLang="zh-CN" sz="2300" b="1">
              <a:solidFill>
                <a:srgbClr val="000000"/>
              </a:solidFill>
              <a:latin typeface="Helvetica" pitchFamily="2" charset="0"/>
              <a:ea typeface="宋体" panose="02010600030101010101" pitchFamily="2" charset="-122"/>
            </a:endParaRPr>
          </a:p>
        </p:txBody>
      </p:sp>
      <p:sp>
        <p:nvSpPr>
          <p:cNvPr id="19476" name="直接连接符 19476"/>
          <p:cNvSpPr/>
          <p:nvPr/>
        </p:nvSpPr>
        <p:spPr>
          <a:xfrm flipH="1">
            <a:off x="4608513" y="2747963"/>
            <a:ext cx="0" cy="838200"/>
          </a:xfrm>
          <a:prstGeom prst="line">
            <a:avLst/>
          </a:prstGeom>
          <a:ln w="50800" cap="flat" cmpd="sng">
            <a:solidFill>
              <a:schemeClr val="tx2"/>
            </a:solidFill>
            <a:prstDash val="solid"/>
            <a:round/>
            <a:headEnd type="none" w="med" len="med"/>
            <a:tailEnd type="triangle" w="med" len="med"/>
          </a:ln>
        </p:spPr>
      </p:sp>
      <p:sp>
        <p:nvSpPr>
          <p:cNvPr id="19477" name="矩形 19477"/>
          <p:cNvSpPr/>
          <p:nvPr/>
        </p:nvSpPr>
        <p:spPr>
          <a:xfrm>
            <a:off x="684213" y="5564188"/>
            <a:ext cx="7386637" cy="889000"/>
          </a:xfrm>
          <a:prstGeom prst="rect">
            <a:avLst/>
          </a:prstGeom>
          <a:noFill/>
          <a:ln w="9525">
            <a:noFill/>
          </a:ln>
        </p:spPr>
        <p:txBody>
          <a:bodyPr wrap="square" lIns="82153" tIns="41076" rIns="82153" bIns="41076" anchor="ctr" anchorCtr="1"/>
          <a:p>
            <a:pPr lvl="1" indent="0"/>
            <a:endParaRPr lang="zh-CN" altLang="zh-CN" sz="1800">
              <a:latin typeface="Times New Roman" panose="02020603050405020304" pitchFamily="2" charset="0"/>
              <a:ea typeface="宋体" panose="02010600030101010101" pitchFamily="2" charset="-122"/>
            </a:endParaRPr>
          </a:p>
        </p:txBody>
      </p:sp>
      <p:sp>
        <p:nvSpPr>
          <p:cNvPr id="19478" name="直接连接符 19478"/>
          <p:cNvSpPr/>
          <p:nvPr/>
        </p:nvSpPr>
        <p:spPr>
          <a:xfrm flipV="1">
            <a:off x="1600200" y="3360738"/>
            <a:ext cx="0" cy="857250"/>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9479" name="直接连接符 19479"/>
          <p:cNvSpPr/>
          <p:nvPr/>
        </p:nvSpPr>
        <p:spPr>
          <a:xfrm flipV="1">
            <a:off x="2514600" y="3360738"/>
            <a:ext cx="0" cy="857250"/>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9480" name="直接连接符 19480"/>
          <p:cNvSpPr/>
          <p:nvPr/>
        </p:nvSpPr>
        <p:spPr>
          <a:xfrm>
            <a:off x="7391400" y="3403600"/>
            <a:ext cx="0" cy="842963"/>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9481" name="未知"/>
          <p:cNvSpPr/>
          <p:nvPr/>
        </p:nvSpPr>
        <p:spPr>
          <a:xfrm>
            <a:off x="5743575" y="3416300"/>
            <a:ext cx="1409700" cy="466725"/>
          </a:xfrm>
          <a:custGeom>
            <a:avLst/>
            <a:gdLst/>
            <a:ahLst/>
            <a:cxnLst/>
            <a:pathLst>
              <a:path w="888" h="294">
                <a:moveTo>
                  <a:pt x="0" y="294"/>
                </a:moveTo>
                <a:lnTo>
                  <a:pt x="594" y="294"/>
                </a:lnTo>
                <a:lnTo>
                  <a:pt x="888" y="0"/>
                </a:lnTo>
              </a:path>
            </a:pathLst>
          </a:custGeom>
          <a:noFill/>
          <a:ln w="38100" cap="flat" cmpd="sng">
            <a:solidFill>
              <a:schemeClr val="accent2"/>
            </a:solidFill>
            <a:prstDash val="solid"/>
            <a:round/>
            <a:headEnd type="none" w="med" len="med"/>
            <a:tailEnd type="none" w="med" len="med"/>
          </a:ln>
          <a:effectLst>
            <a:outerShdw dist="28398" dir="3806096" algn="ctr" rotWithShape="0">
              <a:schemeClr val="bg2"/>
            </a:outerShdw>
          </a:effectLst>
        </p:spPr>
        <p:txBody>
          <a:bodyPr/>
          <a:p>
            <a:endParaRPr lang="zh-CN" altLang="en-US"/>
          </a:p>
        </p:txBody>
      </p:sp>
      <p:sp>
        <p:nvSpPr>
          <p:cNvPr id="19482" name="未知"/>
          <p:cNvSpPr/>
          <p:nvPr/>
        </p:nvSpPr>
        <p:spPr>
          <a:xfrm flipH="1">
            <a:off x="1828800" y="3406775"/>
            <a:ext cx="1409700" cy="466725"/>
          </a:xfrm>
          <a:custGeom>
            <a:avLst/>
            <a:gdLst/>
            <a:ahLst/>
            <a:cxnLst/>
            <a:pathLst>
              <a:path w="888" h="294">
                <a:moveTo>
                  <a:pt x="0" y="294"/>
                </a:moveTo>
                <a:lnTo>
                  <a:pt x="594" y="294"/>
                </a:lnTo>
                <a:lnTo>
                  <a:pt x="888" y="0"/>
                </a:lnTo>
              </a:path>
            </a:pathLst>
          </a:custGeom>
          <a:noFill/>
          <a:ln w="38100" cap="flat" cmpd="sng">
            <a:solidFill>
              <a:schemeClr val="accent2"/>
            </a:solidFill>
            <a:prstDash val="solid"/>
            <a:round/>
            <a:headEnd type="none" w="med" len="med"/>
            <a:tailEnd type="none" w="med" len="med"/>
          </a:ln>
          <a:effectLst>
            <a:outerShdw dist="28398" dir="3806096" algn="ctr" rotWithShape="0">
              <a:schemeClr val="bg2"/>
            </a:outerShdw>
          </a:effectLst>
        </p:spPr>
        <p:txBody>
          <a:bodyPr/>
          <a:p>
            <a:endParaRPr lang="zh-CN" altLang="en-US"/>
          </a:p>
        </p:txBody>
      </p:sp>
      <p:sp>
        <p:nvSpPr>
          <p:cNvPr id="19483" name="直接连接符 19483"/>
          <p:cNvSpPr/>
          <p:nvPr/>
        </p:nvSpPr>
        <p:spPr>
          <a:xfrm flipV="1">
            <a:off x="2590800" y="3844925"/>
            <a:ext cx="457200" cy="457200"/>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9484" name="直接连接符 19484"/>
          <p:cNvSpPr/>
          <p:nvPr/>
        </p:nvSpPr>
        <p:spPr>
          <a:xfrm>
            <a:off x="5857875" y="3816350"/>
            <a:ext cx="533400" cy="533400"/>
          </a:xfrm>
          <a:prstGeom prst="line">
            <a:avLst/>
          </a:prstGeom>
          <a:ln w="38100" cap="flat" cmpd="sng">
            <a:solidFill>
              <a:schemeClr val="accent2"/>
            </a:solidFill>
            <a:prstDash val="solid"/>
            <a:round/>
            <a:headEnd type="none" w="med" len="med"/>
            <a:tailEnd type="none" w="med" len="med"/>
          </a:ln>
          <a:effectLst>
            <a:outerShdw dist="28398" dir="3806096" algn="ctr" rotWithShape="0">
              <a:schemeClr val="bg2"/>
            </a:outerShdw>
          </a:effectLst>
        </p:spPr>
      </p:sp>
      <p:sp>
        <p:nvSpPr>
          <p:cNvPr id="19485" name="矩形 19485"/>
          <p:cNvSpPr/>
          <p:nvPr/>
        </p:nvSpPr>
        <p:spPr>
          <a:xfrm>
            <a:off x="2362200" y="260350"/>
            <a:ext cx="6781800" cy="838200"/>
          </a:xfrm>
          <a:prstGeom prst="rect">
            <a:avLst/>
          </a:prstGeom>
          <a:noFill/>
          <a:ln w="9525">
            <a:noFill/>
          </a:ln>
        </p:spPr>
        <p:txBody>
          <a:bodyPr anchor="ctr"/>
          <a:p>
            <a:pPr algn="ctr"/>
            <a:endParaRPr lang="zh-CN" altLang="zh-CN" sz="3400" b="1">
              <a:solidFill>
                <a:schemeClr val="accent2"/>
              </a:solidFill>
              <a:latin typeface="Times New Roman" panose="02020603050405020304" pitchFamily="2" charset="0"/>
              <a:ea typeface="黑体" panose="02010609060101010101" pitchFamily="2" charset="-122"/>
            </a:endParaRPr>
          </a:p>
        </p:txBody>
      </p:sp>
      <p:sp>
        <p:nvSpPr>
          <p:cNvPr id="19486" name="文本框 19486"/>
          <p:cNvSpPr txBox="1"/>
          <p:nvPr/>
        </p:nvSpPr>
        <p:spPr>
          <a:xfrm>
            <a:off x="468313" y="1808163"/>
            <a:ext cx="6629400" cy="396875"/>
          </a:xfrm>
          <a:prstGeom prst="rect">
            <a:avLst/>
          </a:prstGeom>
          <a:noFill/>
          <a:ln w="9525">
            <a:noFill/>
          </a:ln>
        </p:spPr>
        <p:txBody>
          <a:bodyPr anchor="t">
            <a:spAutoFit/>
          </a:bodyPr>
          <a:p>
            <a:pPr>
              <a:spcBef>
                <a:spcPct val="50000"/>
              </a:spcBef>
            </a:pPr>
            <a:r>
              <a:rPr lang="zh-CN" altLang="en-US" sz="2000">
                <a:latin typeface="Times New Roman" panose="02020603050405020304" pitchFamily="2" charset="0"/>
                <a:ea typeface="宋体" panose="02010600030101010101" pitchFamily="2" charset="-122"/>
              </a:rPr>
              <a:t>域间路由协议</a:t>
            </a:r>
            <a:r>
              <a:rPr lang="en-US" altLang="zh-CN" sz="2000">
                <a:latin typeface="Times New Roman" panose="02020603050405020304" pitchFamily="2" charset="0"/>
                <a:ea typeface="宋体" panose="02010600030101010101" pitchFamily="2" charset="-122"/>
              </a:rPr>
              <a:t>(EGP)</a:t>
            </a:r>
            <a:r>
              <a:rPr lang="zh-CN" altLang="en-US" sz="2000">
                <a:latin typeface="Times New Roman" panose="02020603050405020304" pitchFamily="2" charset="0"/>
                <a:ea typeface="宋体" panose="02010600030101010101" pitchFamily="2" charset="-122"/>
              </a:rPr>
              <a:t>和域内路由协议</a:t>
            </a:r>
            <a:r>
              <a:rPr lang="en-US" altLang="zh-CN" sz="2000">
                <a:latin typeface="Times New Roman" panose="02020603050405020304" pitchFamily="2" charset="0"/>
                <a:ea typeface="宋体" panose="02010600030101010101" pitchFamily="2" charset="-122"/>
              </a:rPr>
              <a:t>(IGP)</a:t>
            </a:r>
            <a:endParaRPr lang="en-US" altLang="zh-CN" sz="2000">
              <a:latin typeface="Times New Roman" panose="02020603050405020304" pitchFamily="2" charset="0"/>
              <a:ea typeface="宋体" panose="02010600030101010101" pitchFamily="2" charset="-122"/>
            </a:endParaRPr>
          </a:p>
        </p:txBody>
      </p:sp>
      <p:pic>
        <p:nvPicPr>
          <p:cNvPr id="19487" name="图片 19487" descr="GER---"/>
          <p:cNvPicPr>
            <a:picLocks noChangeAspect="1"/>
          </p:cNvPicPr>
          <p:nvPr/>
        </p:nvPicPr>
        <p:blipFill>
          <a:blip r:embed="rId2"/>
          <a:stretch>
            <a:fillRect/>
          </a:stretch>
        </p:blipFill>
        <p:spPr>
          <a:xfrm>
            <a:off x="2916238" y="3649663"/>
            <a:ext cx="576262" cy="395287"/>
          </a:xfrm>
          <a:prstGeom prst="rect">
            <a:avLst/>
          </a:prstGeom>
          <a:noFill/>
          <a:ln w="9525">
            <a:noFill/>
          </a:ln>
        </p:spPr>
      </p:pic>
      <p:pic>
        <p:nvPicPr>
          <p:cNvPr id="19488" name="图片 19488" descr="GER---"/>
          <p:cNvPicPr>
            <a:picLocks noChangeAspect="1"/>
          </p:cNvPicPr>
          <p:nvPr/>
        </p:nvPicPr>
        <p:blipFill>
          <a:blip r:embed="rId2"/>
          <a:stretch>
            <a:fillRect/>
          </a:stretch>
        </p:blipFill>
        <p:spPr>
          <a:xfrm>
            <a:off x="2195513" y="3181350"/>
            <a:ext cx="576262" cy="395288"/>
          </a:xfrm>
          <a:prstGeom prst="rect">
            <a:avLst/>
          </a:prstGeom>
          <a:noFill/>
          <a:ln w="9525">
            <a:noFill/>
          </a:ln>
        </p:spPr>
      </p:pic>
      <p:pic>
        <p:nvPicPr>
          <p:cNvPr id="19489" name="图片 19489" descr="GER---"/>
          <p:cNvPicPr>
            <a:picLocks noChangeAspect="1"/>
          </p:cNvPicPr>
          <p:nvPr/>
        </p:nvPicPr>
        <p:blipFill>
          <a:blip r:embed="rId2"/>
          <a:stretch>
            <a:fillRect/>
          </a:stretch>
        </p:blipFill>
        <p:spPr>
          <a:xfrm>
            <a:off x="1403350" y="3181350"/>
            <a:ext cx="576263" cy="395288"/>
          </a:xfrm>
          <a:prstGeom prst="rect">
            <a:avLst/>
          </a:prstGeom>
          <a:noFill/>
          <a:ln w="9525">
            <a:noFill/>
          </a:ln>
        </p:spPr>
      </p:pic>
      <p:pic>
        <p:nvPicPr>
          <p:cNvPr id="19490" name="图片 19490" descr="GER---"/>
          <p:cNvPicPr>
            <a:picLocks noChangeAspect="1"/>
          </p:cNvPicPr>
          <p:nvPr/>
        </p:nvPicPr>
        <p:blipFill>
          <a:blip r:embed="rId2"/>
          <a:stretch>
            <a:fillRect/>
          </a:stretch>
        </p:blipFill>
        <p:spPr>
          <a:xfrm>
            <a:off x="1331913" y="3973513"/>
            <a:ext cx="576262" cy="395287"/>
          </a:xfrm>
          <a:prstGeom prst="rect">
            <a:avLst/>
          </a:prstGeom>
          <a:noFill/>
          <a:ln w="9525">
            <a:noFill/>
          </a:ln>
        </p:spPr>
      </p:pic>
      <p:pic>
        <p:nvPicPr>
          <p:cNvPr id="19491" name="图片 19491" descr="GER---"/>
          <p:cNvPicPr>
            <a:picLocks noChangeAspect="1"/>
          </p:cNvPicPr>
          <p:nvPr/>
        </p:nvPicPr>
        <p:blipFill>
          <a:blip r:embed="rId2"/>
          <a:stretch>
            <a:fillRect/>
          </a:stretch>
        </p:blipFill>
        <p:spPr>
          <a:xfrm>
            <a:off x="2268538" y="4116388"/>
            <a:ext cx="576262" cy="395287"/>
          </a:xfrm>
          <a:prstGeom prst="rect">
            <a:avLst/>
          </a:prstGeom>
          <a:noFill/>
          <a:ln w="9525">
            <a:noFill/>
          </a:ln>
        </p:spPr>
      </p:pic>
      <p:pic>
        <p:nvPicPr>
          <p:cNvPr id="19492" name="图片 19492" descr="GER---"/>
          <p:cNvPicPr>
            <a:picLocks noChangeAspect="1"/>
          </p:cNvPicPr>
          <p:nvPr/>
        </p:nvPicPr>
        <p:blipFill>
          <a:blip r:embed="rId2"/>
          <a:stretch>
            <a:fillRect/>
          </a:stretch>
        </p:blipFill>
        <p:spPr>
          <a:xfrm>
            <a:off x="6156325" y="3108325"/>
            <a:ext cx="576263" cy="395288"/>
          </a:xfrm>
          <a:prstGeom prst="rect">
            <a:avLst/>
          </a:prstGeom>
          <a:noFill/>
          <a:ln w="9525">
            <a:noFill/>
          </a:ln>
        </p:spPr>
      </p:pic>
      <p:pic>
        <p:nvPicPr>
          <p:cNvPr id="19493" name="图片 19493" descr="GER---"/>
          <p:cNvPicPr>
            <a:picLocks noChangeAspect="1"/>
          </p:cNvPicPr>
          <p:nvPr/>
        </p:nvPicPr>
        <p:blipFill>
          <a:blip r:embed="rId2"/>
          <a:stretch>
            <a:fillRect/>
          </a:stretch>
        </p:blipFill>
        <p:spPr>
          <a:xfrm>
            <a:off x="7092950" y="3108325"/>
            <a:ext cx="576263" cy="395288"/>
          </a:xfrm>
          <a:prstGeom prst="rect">
            <a:avLst/>
          </a:prstGeom>
          <a:noFill/>
          <a:ln w="9525">
            <a:noFill/>
          </a:ln>
        </p:spPr>
      </p:pic>
      <p:pic>
        <p:nvPicPr>
          <p:cNvPr id="19494" name="图片 19494" descr="GER---"/>
          <p:cNvPicPr>
            <a:picLocks noChangeAspect="1"/>
          </p:cNvPicPr>
          <p:nvPr/>
        </p:nvPicPr>
        <p:blipFill>
          <a:blip r:embed="rId2"/>
          <a:stretch>
            <a:fillRect/>
          </a:stretch>
        </p:blipFill>
        <p:spPr>
          <a:xfrm>
            <a:off x="7019925" y="3973513"/>
            <a:ext cx="576263" cy="395287"/>
          </a:xfrm>
          <a:prstGeom prst="rect">
            <a:avLst/>
          </a:prstGeom>
          <a:noFill/>
          <a:ln w="9525">
            <a:noFill/>
          </a:ln>
        </p:spPr>
      </p:pic>
      <p:pic>
        <p:nvPicPr>
          <p:cNvPr id="19495" name="图片 19495" descr="GER---"/>
          <p:cNvPicPr>
            <a:picLocks noChangeAspect="1"/>
          </p:cNvPicPr>
          <p:nvPr/>
        </p:nvPicPr>
        <p:blipFill>
          <a:blip r:embed="rId2"/>
          <a:stretch>
            <a:fillRect/>
          </a:stretch>
        </p:blipFill>
        <p:spPr>
          <a:xfrm>
            <a:off x="6156325" y="4044950"/>
            <a:ext cx="576263" cy="395288"/>
          </a:xfrm>
          <a:prstGeom prst="rect">
            <a:avLst/>
          </a:prstGeom>
          <a:noFill/>
          <a:ln w="9525">
            <a:noFill/>
          </a:ln>
        </p:spPr>
      </p:pic>
      <p:pic>
        <p:nvPicPr>
          <p:cNvPr id="19496" name="图片 19496" descr="GER---"/>
          <p:cNvPicPr>
            <a:picLocks noChangeAspect="1"/>
          </p:cNvPicPr>
          <p:nvPr/>
        </p:nvPicPr>
        <p:blipFill>
          <a:blip r:embed="rId2"/>
          <a:stretch>
            <a:fillRect/>
          </a:stretch>
        </p:blipFill>
        <p:spPr>
          <a:xfrm>
            <a:off x="5503863" y="3684588"/>
            <a:ext cx="581025" cy="36512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标题 21505"/>
          <p:cNvSpPr>
            <a:spLocks noGrp="1"/>
          </p:cNvSpPr>
          <p:nvPr>
            <p:ph type="title"/>
          </p:nvPr>
        </p:nvSpPr>
        <p:spPr/>
        <p:txBody>
          <a:bodyPr anchor="b"/>
          <a:p>
            <a:r>
              <a:rPr lang="en-US" altLang="zh-CN"/>
              <a:t>RIP </a:t>
            </a:r>
            <a:r>
              <a:rPr lang="zh-CN" altLang="en-US"/>
              <a:t>协议概述</a:t>
            </a:r>
            <a:endParaRPr lang="zh-CN" altLang="en-US"/>
          </a:p>
        </p:txBody>
      </p:sp>
      <p:sp>
        <p:nvSpPr>
          <p:cNvPr id="21506" name="文本占位符 21506"/>
          <p:cNvSpPr>
            <a:spLocks noGrp="1"/>
          </p:cNvSpPr>
          <p:nvPr>
            <p:ph idx="1"/>
          </p:nvPr>
        </p:nvSpPr>
        <p:spPr>
          <a:xfrm>
            <a:off x="684213" y="1557338"/>
            <a:ext cx="8208962" cy="4579937"/>
          </a:xfrm>
        </p:spPr>
        <p:txBody>
          <a:bodyPr anchor="t"/>
          <a:p>
            <a:pPr>
              <a:lnSpc>
                <a:spcPct val="110000"/>
              </a:lnSpc>
            </a:pPr>
            <a:r>
              <a:rPr lang="en-US" altLang="zh-CN"/>
              <a:t>RIP</a:t>
            </a:r>
            <a:r>
              <a:rPr lang="zh-CN" altLang="en-US"/>
              <a:t>（</a:t>
            </a:r>
            <a:r>
              <a:rPr lang="en-US" altLang="zh-CN"/>
              <a:t>Routing Information Protocol</a:t>
            </a:r>
            <a:r>
              <a:rPr lang="zh-CN" altLang="en-US"/>
              <a:t>）路由信息协议</a:t>
            </a:r>
            <a:endParaRPr lang="zh-CN" altLang="en-US"/>
          </a:p>
          <a:p>
            <a:pPr>
              <a:lnSpc>
                <a:spcPct val="110000"/>
              </a:lnSpc>
            </a:pPr>
            <a:r>
              <a:rPr lang="zh-CN" altLang="en-US"/>
              <a:t>最早的动态路由协议，基于距离矢量算法实现</a:t>
            </a:r>
            <a:endParaRPr lang="zh-CN" altLang="en-US"/>
          </a:p>
          <a:p>
            <a:pPr>
              <a:lnSpc>
                <a:spcPct val="110000"/>
              </a:lnSpc>
            </a:pPr>
            <a:r>
              <a:rPr lang="zh-CN" altLang="en-US"/>
              <a:t>使用</a:t>
            </a:r>
            <a:r>
              <a:rPr lang="en-US" altLang="zh-CN"/>
              <a:t>UDP</a:t>
            </a:r>
            <a:r>
              <a:rPr lang="zh-CN" altLang="en-US"/>
              <a:t>报文来交换路由信息</a:t>
            </a:r>
            <a:endParaRPr lang="zh-CN" altLang="en-US"/>
          </a:p>
          <a:p>
            <a:pPr>
              <a:lnSpc>
                <a:spcPct val="110000"/>
              </a:lnSpc>
            </a:pPr>
            <a:r>
              <a:rPr lang="zh-CN" altLang="en-US"/>
              <a:t>以跳数多少选择最优路由</a:t>
            </a:r>
            <a:endParaRPr lang="zh-CN" altLang="en-US"/>
          </a:p>
          <a:p>
            <a:pPr>
              <a:lnSpc>
                <a:spcPct val="110000"/>
              </a:lnSpc>
            </a:pPr>
            <a:r>
              <a:rPr lang="en-US" altLang="zh-CN"/>
              <a:t>RIPv1</a:t>
            </a:r>
            <a:r>
              <a:rPr lang="zh-CN" altLang="en-US"/>
              <a:t>协议报文不携带掩码信息</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直接连接符 22529"/>
          <p:cNvSpPr/>
          <p:nvPr/>
        </p:nvSpPr>
        <p:spPr>
          <a:xfrm rot="10800000">
            <a:off x="3419475" y="3429000"/>
            <a:ext cx="1752600" cy="0"/>
          </a:xfrm>
          <a:prstGeom prst="line">
            <a:avLst/>
          </a:prstGeom>
          <a:ln w="38100" cap="flat" cmpd="sng">
            <a:solidFill>
              <a:schemeClr val="accent2"/>
            </a:solidFill>
            <a:prstDash val="solid"/>
            <a:round/>
            <a:headEnd type="none" w="med" len="med"/>
            <a:tailEnd type="none" w="med" len="med"/>
          </a:ln>
          <a:effectLst>
            <a:outerShdw dist="35921" dir="2699999" algn="ctr" rotWithShape="0">
              <a:schemeClr val="tx1"/>
            </a:outerShdw>
          </a:effectLst>
        </p:spPr>
      </p:sp>
      <p:sp>
        <p:nvSpPr>
          <p:cNvPr id="22530" name="未知"/>
          <p:cNvSpPr/>
          <p:nvPr/>
        </p:nvSpPr>
        <p:spPr>
          <a:xfrm>
            <a:off x="6861175" y="3124200"/>
            <a:ext cx="838200" cy="95250"/>
          </a:xfrm>
          <a:custGeom>
            <a:avLst/>
            <a:gdLst/>
            <a:ahLst/>
            <a:cxnLst/>
            <a:pathLst>
              <a:path w="528" h="60">
                <a:moveTo>
                  <a:pt x="0" y="0"/>
                </a:moveTo>
                <a:lnTo>
                  <a:pt x="270" y="0"/>
                </a:lnTo>
                <a:lnTo>
                  <a:pt x="186" y="60"/>
                </a:lnTo>
                <a:lnTo>
                  <a:pt x="528" y="54"/>
                </a:lnTo>
              </a:path>
            </a:pathLst>
          </a:custGeom>
          <a:noFill/>
          <a:ln w="38100" cap="flat" cmpd="sng">
            <a:solidFill>
              <a:schemeClr val="accent2"/>
            </a:solidFill>
            <a:prstDash val="solid"/>
            <a:round/>
            <a:headEnd type="none" w="med" len="med"/>
            <a:tailEnd type="none" w="med" len="med"/>
          </a:ln>
          <a:effectLst>
            <a:outerShdw dist="28398" dir="3806096" algn="ctr" rotWithShape="0">
              <a:schemeClr val="tx1"/>
            </a:outerShdw>
          </a:effectLst>
        </p:spPr>
        <p:txBody>
          <a:bodyPr/>
          <a:p>
            <a:endParaRPr lang="zh-CN" altLang="en-US"/>
          </a:p>
        </p:txBody>
      </p:sp>
      <p:sp>
        <p:nvSpPr>
          <p:cNvPr id="22531" name="未知"/>
          <p:cNvSpPr/>
          <p:nvPr/>
        </p:nvSpPr>
        <p:spPr>
          <a:xfrm>
            <a:off x="1069975" y="3076575"/>
            <a:ext cx="838200" cy="95250"/>
          </a:xfrm>
          <a:custGeom>
            <a:avLst/>
            <a:gdLst/>
            <a:ahLst/>
            <a:cxnLst/>
            <a:pathLst>
              <a:path w="528" h="60">
                <a:moveTo>
                  <a:pt x="0" y="0"/>
                </a:moveTo>
                <a:lnTo>
                  <a:pt x="270" y="0"/>
                </a:lnTo>
                <a:lnTo>
                  <a:pt x="186" y="60"/>
                </a:lnTo>
                <a:lnTo>
                  <a:pt x="528" y="54"/>
                </a:lnTo>
              </a:path>
            </a:pathLst>
          </a:custGeom>
          <a:noFill/>
          <a:ln w="38100" cap="flat" cmpd="sng">
            <a:solidFill>
              <a:schemeClr val="accent2"/>
            </a:solidFill>
            <a:prstDash val="solid"/>
            <a:round/>
            <a:headEnd type="none" w="med" len="med"/>
            <a:tailEnd type="none" w="med" len="med"/>
          </a:ln>
          <a:effectLst>
            <a:outerShdw dist="28398" dir="3806096" algn="ctr" rotWithShape="0">
              <a:schemeClr val="tx1"/>
            </a:outerShdw>
          </a:effectLst>
        </p:spPr>
        <p:txBody>
          <a:bodyPr/>
          <a:p>
            <a:endParaRPr lang="zh-CN" altLang="en-US"/>
          </a:p>
        </p:txBody>
      </p:sp>
      <p:sp>
        <p:nvSpPr>
          <p:cNvPr id="22532" name="直接连接符 22532"/>
          <p:cNvSpPr/>
          <p:nvPr/>
        </p:nvSpPr>
        <p:spPr>
          <a:xfrm rot="10800000">
            <a:off x="7470775" y="3514725"/>
            <a:ext cx="990600" cy="0"/>
          </a:xfrm>
          <a:prstGeom prst="line">
            <a:avLst/>
          </a:prstGeom>
          <a:ln w="38100" cap="flat" cmpd="sng">
            <a:solidFill>
              <a:schemeClr val="accent2"/>
            </a:solidFill>
            <a:prstDash val="solid"/>
            <a:round/>
            <a:headEnd type="none" w="med" len="med"/>
            <a:tailEnd type="none" w="med" len="med"/>
          </a:ln>
          <a:effectLst>
            <a:outerShdw dist="35921" dir="2699999" algn="ctr" rotWithShape="0">
              <a:schemeClr val="tx1"/>
            </a:outerShdw>
          </a:effectLst>
        </p:spPr>
      </p:sp>
      <p:sp>
        <p:nvSpPr>
          <p:cNvPr id="22533" name="直接连接符 22533"/>
          <p:cNvSpPr/>
          <p:nvPr/>
        </p:nvSpPr>
        <p:spPr>
          <a:xfrm rot="10800000">
            <a:off x="307975" y="2781300"/>
            <a:ext cx="990600" cy="0"/>
          </a:xfrm>
          <a:prstGeom prst="line">
            <a:avLst/>
          </a:prstGeom>
          <a:ln w="38100" cap="flat" cmpd="sng">
            <a:solidFill>
              <a:schemeClr val="accent2"/>
            </a:solidFill>
            <a:prstDash val="solid"/>
            <a:round/>
            <a:headEnd type="none" w="med" len="med"/>
            <a:tailEnd type="none" w="med" len="med"/>
          </a:ln>
          <a:effectLst>
            <a:outerShdw dist="35921" dir="2699999" algn="ctr" rotWithShape="0">
              <a:schemeClr val="tx1"/>
            </a:outerShdw>
          </a:effectLst>
        </p:spPr>
      </p:sp>
      <p:sp>
        <p:nvSpPr>
          <p:cNvPr id="22534" name="直接连接符 22534"/>
          <p:cNvSpPr/>
          <p:nvPr/>
        </p:nvSpPr>
        <p:spPr>
          <a:xfrm rot="10800000">
            <a:off x="5580063" y="3429000"/>
            <a:ext cx="381000" cy="0"/>
          </a:xfrm>
          <a:prstGeom prst="line">
            <a:avLst/>
          </a:prstGeom>
          <a:ln w="38100" cap="flat" cmpd="sng">
            <a:solidFill>
              <a:schemeClr val="accent2"/>
            </a:solidFill>
            <a:prstDash val="solid"/>
            <a:round/>
            <a:headEnd type="none" w="med" len="med"/>
            <a:tailEnd type="none" w="med" len="med"/>
          </a:ln>
          <a:effectLst>
            <a:outerShdw dist="35921" dir="2699999" algn="ctr" rotWithShape="0">
              <a:schemeClr val="tx1"/>
            </a:outerShdw>
          </a:effectLst>
        </p:spPr>
      </p:sp>
      <p:sp>
        <p:nvSpPr>
          <p:cNvPr id="22535" name="直接连接符 22535"/>
          <p:cNvSpPr/>
          <p:nvPr/>
        </p:nvSpPr>
        <p:spPr>
          <a:xfrm rot="10800000">
            <a:off x="2670175" y="2628900"/>
            <a:ext cx="3270250" cy="7938"/>
          </a:xfrm>
          <a:prstGeom prst="line">
            <a:avLst/>
          </a:prstGeom>
          <a:ln w="38100" cap="flat" cmpd="sng">
            <a:solidFill>
              <a:schemeClr val="accent2"/>
            </a:solidFill>
            <a:prstDash val="solid"/>
            <a:round/>
            <a:headEnd type="none" w="med" len="med"/>
            <a:tailEnd type="none" w="med" len="med"/>
          </a:ln>
          <a:effectLst>
            <a:outerShdw dist="35921" dir="2699999" algn="ctr" rotWithShape="0">
              <a:schemeClr val="tx1"/>
            </a:outerShdw>
          </a:effectLst>
        </p:spPr>
      </p:sp>
      <p:sp>
        <p:nvSpPr>
          <p:cNvPr id="22536" name="直接连接符 22536"/>
          <p:cNvSpPr/>
          <p:nvPr/>
        </p:nvSpPr>
        <p:spPr>
          <a:xfrm rot="10800000">
            <a:off x="2700338" y="3429000"/>
            <a:ext cx="609600" cy="0"/>
          </a:xfrm>
          <a:prstGeom prst="line">
            <a:avLst/>
          </a:prstGeom>
          <a:ln w="38100" cap="flat" cmpd="sng">
            <a:solidFill>
              <a:schemeClr val="accent2"/>
            </a:solidFill>
            <a:prstDash val="solid"/>
            <a:round/>
            <a:headEnd type="none" w="med" len="med"/>
            <a:tailEnd type="none" w="med" len="med"/>
          </a:ln>
          <a:effectLst>
            <a:outerShdw dist="35921" dir="2699999" algn="ctr" rotWithShape="0">
              <a:schemeClr val="tx1"/>
            </a:outerShdw>
          </a:effectLst>
        </p:spPr>
      </p:sp>
      <p:sp>
        <p:nvSpPr>
          <p:cNvPr id="22537" name="直接连接符 22537"/>
          <p:cNvSpPr/>
          <p:nvPr/>
        </p:nvSpPr>
        <p:spPr>
          <a:xfrm rot="10800000">
            <a:off x="2289175" y="3086100"/>
            <a:ext cx="381000" cy="0"/>
          </a:xfrm>
          <a:prstGeom prst="line">
            <a:avLst/>
          </a:prstGeom>
          <a:ln w="38100" cap="flat" cmpd="sng">
            <a:solidFill>
              <a:schemeClr val="accent2"/>
            </a:solidFill>
            <a:prstDash val="solid"/>
            <a:round/>
            <a:headEnd type="none" w="med" len="med"/>
            <a:tailEnd type="none" w="med" len="med"/>
          </a:ln>
          <a:effectLst>
            <a:outerShdw dist="35921" dir="2699999" algn="ctr" rotWithShape="0">
              <a:schemeClr val="tx1"/>
            </a:outerShdw>
          </a:effectLst>
        </p:spPr>
      </p:sp>
      <p:sp>
        <p:nvSpPr>
          <p:cNvPr id="22538" name="直接连接符 22538"/>
          <p:cNvSpPr/>
          <p:nvPr/>
        </p:nvSpPr>
        <p:spPr>
          <a:xfrm rot="10800000">
            <a:off x="5946775" y="3143250"/>
            <a:ext cx="381000" cy="0"/>
          </a:xfrm>
          <a:prstGeom prst="line">
            <a:avLst/>
          </a:prstGeom>
          <a:ln w="38100" cap="flat" cmpd="sng">
            <a:solidFill>
              <a:schemeClr val="accent2"/>
            </a:solidFill>
            <a:prstDash val="solid"/>
            <a:round/>
            <a:headEnd type="none" w="med" len="med"/>
            <a:tailEnd type="none" w="med" len="med"/>
          </a:ln>
          <a:effectLst>
            <a:outerShdw dist="35921" dir="2699999" algn="ctr" rotWithShape="0">
              <a:schemeClr val="tx1"/>
            </a:outerShdw>
          </a:effectLst>
        </p:spPr>
      </p:sp>
      <p:sp>
        <p:nvSpPr>
          <p:cNvPr id="22539" name="直接连接符 22539"/>
          <p:cNvSpPr/>
          <p:nvPr/>
        </p:nvSpPr>
        <p:spPr>
          <a:xfrm rot="5400000">
            <a:off x="574675" y="2971800"/>
            <a:ext cx="381000" cy="0"/>
          </a:xfrm>
          <a:prstGeom prst="line">
            <a:avLst/>
          </a:prstGeom>
          <a:ln w="38100" cap="flat" cmpd="sng">
            <a:solidFill>
              <a:schemeClr val="accent2"/>
            </a:solidFill>
            <a:prstDash val="solid"/>
            <a:round/>
            <a:headEnd type="none" w="med" len="med"/>
            <a:tailEnd type="none" w="med" len="med"/>
          </a:ln>
          <a:effectLst>
            <a:outerShdw dist="35921" dir="2699999" algn="ctr" rotWithShape="0">
              <a:schemeClr val="tx1"/>
            </a:outerShdw>
          </a:effectLst>
        </p:spPr>
      </p:sp>
      <p:sp>
        <p:nvSpPr>
          <p:cNvPr id="22540" name="直接连接符 22540"/>
          <p:cNvSpPr/>
          <p:nvPr/>
        </p:nvSpPr>
        <p:spPr>
          <a:xfrm rot="5400000">
            <a:off x="7737475" y="3324225"/>
            <a:ext cx="381000" cy="0"/>
          </a:xfrm>
          <a:prstGeom prst="line">
            <a:avLst/>
          </a:prstGeom>
          <a:ln w="38100" cap="flat" cmpd="sng">
            <a:solidFill>
              <a:schemeClr val="accent2"/>
            </a:solidFill>
            <a:prstDash val="solid"/>
            <a:round/>
            <a:headEnd type="none" w="med" len="med"/>
            <a:tailEnd type="none" w="med" len="med"/>
          </a:ln>
          <a:effectLst>
            <a:outerShdw dist="35921" dir="2699999" algn="ctr" rotWithShape="0">
              <a:schemeClr val="tx1"/>
            </a:outerShdw>
          </a:effectLst>
        </p:spPr>
      </p:sp>
      <p:sp>
        <p:nvSpPr>
          <p:cNvPr id="22541" name="直接连接符 22541"/>
          <p:cNvSpPr/>
          <p:nvPr/>
        </p:nvSpPr>
        <p:spPr>
          <a:xfrm rot="5400000">
            <a:off x="498475" y="2590800"/>
            <a:ext cx="381000" cy="0"/>
          </a:xfrm>
          <a:prstGeom prst="line">
            <a:avLst/>
          </a:prstGeom>
          <a:ln w="38100" cap="flat" cmpd="sng">
            <a:solidFill>
              <a:schemeClr val="accent2"/>
            </a:solidFill>
            <a:prstDash val="solid"/>
            <a:round/>
            <a:headEnd type="none" w="med" len="med"/>
            <a:tailEnd type="none" w="med" len="med"/>
          </a:ln>
          <a:effectLst>
            <a:outerShdw dist="35921" dir="2699999" algn="ctr" rotWithShape="0">
              <a:schemeClr val="tx1"/>
            </a:outerShdw>
          </a:effectLst>
        </p:spPr>
      </p:sp>
      <p:sp>
        <p:nvSpPr>
          <p:cNvPr id="22542" name="直接连接符 22542"/>
          <p:cNvSpPr/>
          <p:nvPr/>
        </p:nvSpPr>
        <p:spPr>
          <a:xfrm rot="5400000">
            <a:off x="8042275" y="3705225"/>
            <a:ext cx="381000" cy="0"/>
          </a:xfrm>
          <a:prstGeom prst="line">
            <a:avLst/>
          </a:prstGeom>
          <a:ln w="38100" cap="flat" cmpd="sng">
            <a:solidFill>
              <a:schemeClr val="accent2"/>
            </a:solidFill>
            <a:prstDash val="solid"/>
            <a:round/>
            <a:headEnd type="none" w="med" len="med"/>
            <a:tailEnd type="none" w="med" len="med"/>
          </a:ln>
          <a:effectLst>
            <a:outerShdw dist="35921" dir="2699999" algn="ctr" rotWithShape="0">
              <a:schemeClr val="tx1"/>
            </a:outerShdw>
          </a:effectLst>
        </p:spPr>
      </p:sp>
      <p:pic>
        <p:nvPicPr>
          <p:cNvPr id="22543" name="图片 22543"/>
          <p:cNvPicPr/>
          <p:nvPr/>
        </p:nvPicPr>
        <p:blipFill>
          <a:blip r:embed="rId1"/>
          <a:stretch>
            <a:fillRect/>
          </a:stretch>
        </p:blipFill>
        <p:spPr>
          <a:xfrm>
            <a:off x="8004175" y="3667125"/>
            <a:ext cx="381000" cy="533400"/>
          </a:xfrm>
          <a:prstGeom prst="rect">
            <a:avLst/>
          </a:prstGeom>
          <a:noFill/>
          <a:ln w="9525">
            <a:noFill/>
          </a:ln>
        </p:spPr>
      </p:pic>
      <p:pic>
        <p:nvPicPr>
          <p:cNvPr id="22544" name="图片 22544"/>
          <p:cNvPicPr/>
          <p:nvPr/>
        </p:nvPicPr>
        <p:blipFill>
          <a:blip r:embed="rId2"/>
          <a:stretch>
            <a:fillRect/>
          </a:stretch>
        </p:blipFill>
        <p:spPr>
          <a:xfrm>
            <a:off x="536575" y="2171700"/>
            <a:ext cx="457200" cy="457200"/>
          </a:xfrm>
          <a:prstGeom prst="rect">
            <a:avLst/>
          </a:prstGeom>
          <a:noFill/>
          <a:ln w="9525">
            <a:noFill/>
          </a:ln>
        </p:spPr>
      </p:pic>
      <p:sp>
        <p:nvSpPr>
          <p:cNvPr id="22545" name="文本框 22545"/>
          <p:cNvSpPr txBox="1"/>
          <p:nvPr/>
        </p:nvSpPr>
        <p:spPr>
          <a:xfrm>
            <a:off x="7013575" y="3362325"/>
            <a:ext cx="528638" cy="304800"/>
          </a:xfrm>
          <a:prstGeom prst="rect">
            <a:avLst/>
          </a:prstGeom>
          <a:noFill/>
          <a:ln w="9525">
            <a:noFill/>
          </a:ln>
        </p:spPr>
        <p:txBody>
          <a:bodyPr wrap="none" anchor="ctr">
            <a:spAutoFit/>
          </a:bodyPr>
          <a:p>
            <a:pPr algn="ctr" eaLnBrk="0" hangingPunct="0"/>
            <a:r>
              <a:rPr lang="en-US" altLang="zh-CN" b="1">
                <a:latin typeface="Helvetica" pitchFamily="2" charset="0"/>
                <a:ea typeface="宋体" panose="02010600030101010101" pitchFamily="2" charset="-122"/>
              </a:rPr>
              <a:t>10.0</a:t>
            </a:r>
            <a:endParaRPr lang="en-US" altLang="zh-CN" b="1">
              <a:latin typeface="Helvetica" pitchFamily="2" charset="0"/>
              <a:ea typeface="宋体" panose="02010600030101010101" pitchFamily="2" charset="-122"/>
            </a:endParaRPr>
          </a:p>
        </p:txBody>
      </p:sp>
      <p:sp>
        <p:nvSpPr>
          <p:cNvPr id="22546" name="文本框 22546"/>
          <p:cNvSpPr txBox="1"/>
          <p:nvPr/>
        </p:nvSpPr>
        <p:spPr>
          <a:xfrm>
            <a:off x="2289175" y="2733675"/>
            <a:ext cx="430213" cy="304800"/>
          </a:xfrm>
          <a:prstGeom prst="rect">
            <a:avLst/>
          </a:prstGeom>
          <a:noFill/>
          <a:ln w="9525">
            <a:noFill/>
          </a:ln>
        </p:spPr>
        <p:txBody>
          <a:bodyPr wrap="none" anchor="ctr">
            <a:spAutoFit/>
          </a:bodyPr>
          <a:p>
            <a:pPr algn="ctr" eaLnBrk="0" hangingPunct="0"/>
            <a:r>
              <a:rPr lang="en-US" altLang="zh-CN" b="1">
                <a:latin typeface="Helvetica" pitchFamily="2" charset="0"/>
                <a:ea typeface="宋体" panose="02010600030101010101" pitchFamily="2" charset="-122"/>
              </a:rPr>
              <a:t>5.1</a:t>
            </a:r>
            <a:endParaRPr lang="en-US" altLang="zh-CN" b="1">
              <a:latin typeface="Helvetica" pitchFamily="2" charset="0"/>
              <a:ea typeface="宋体" panose="02010600030101010101" pitchFamily="2" charset="-122"/>
            </a:endParaRPr>
          </a:p>
        </p:txBody>
      </p:sp>
      <p:sp>
        <p:nvSpPr>
          <p:cNvPr id="22547" name="文本框 22547"/>
          <p:cNvSpPr txBox="1"/>
          <p:nvPr/>
        </p:nvSpPr>
        <p:spPr>
          <a:xfrm>
            <a:off x="3492500" y="2636838"/>
            <a:ext cx="430213" cy="304800"/>
          </a:xfrm>
          <a:prstGeom prst="rect">
            <a:avLst/>
          </a:prstGeom>
          <a:noFill/>
          <a:ln w="9525">
            <a:noFill/>
          </a:ln>
        </p:spPr>
        <p:txBody>
          <a:bodyPr wrap="none" anchor="ctr">
            <a:spAutoFit/>
          </a:bodyPr>
          <a:p>
            <a:pPr algn="ctr" eaLnBrk="0" hangingPunct="0"/>
            <a:r>
              <a:rPr lang="en-US" altLang="zh-CN" b="1">
                <a:latin typeface="Helvetica" pitchFamily="2" charset="0"/>
                <a:ea typeface="宋体" panose="02010600030101010101" pitchFamily="2" charset="-122"/>
              </a:rPr>
              <a:t>5.2</a:t>
            </a:r>
            <a:endParaRPr lang="en-US" altLang="zh-CN" b="1">
              <a:latin typeface="Helvetica" pitchFamily="2" charset="0"/>
              <a:ea typeface="宋体" panose="02010600030101010101" pitchFamily="2" charset="-122"/>
            </a:endParaRPr>
          </a:p>
        </p:txBody>
      </p:sp>
      <p:sp>
        <p:nvSpPr>
          <p:cNvPr id="22548" name="文本框 22548"/>
          <p:cNvSpPr txBox="1"/>
          <p:nvPr/>
        </p:nvSpPr>
        <p:spPr>
          <a:xfrm>
            <a:off x="2700338" y="3429000"/>
            <a:ext cx="430212" cy="304800"/>
          </a:xfrm>
          <a:prstGeom prst="rect">
            <a:avLst/>
          </a:prstGeom>
          <a:noFill/>
          <a:ln w="9525">
            <a:noFill/>
          </a:ln>
        </p:spPr>
        <p:txBody>
          <a:bodyPr wrap="none" anchor="ctr">
            <a:spAutoFit/>
          </a:bodyPr>
          <a:p>
            <a:pPr algn="ctr" eaLnBrk="0" hangingPunct="0"/>
            <a:r>
              <a:rPr lang="en-US" altLang="zh-CN" b="1">
                <a:latin typeface="Helvetica" pitchFamily="2" charset="0"/>
                <a:ea typeface="宋体" panose="02010600030101010101" pitchFamily="2" charset="-122"/>
              </a:rPr>
              <a:t>5.3</a:t>
            </a:r>
            <a:endParaRPr lang="en-US" altLang="zh-CN" b="1">
              <a:latin typeface="Helvetica" pitchFamily="2" charset="0"/>
              <a:ea typeface="宋体" panose="02010600030101010101" pitchFamily="2" charset="-122"/>
            </a:endParaRPr>
          </a:p>
        </p:txBody>
      </p:sp>
      <p:sp>
        <p:nvSpPr>
          <p:cNvPr id="22549" name="矩形 22549"/>
          <p:cNvSpPr/>
          <p:nvPr/>
        </p:nvSpPr>
        <p:spPr>
          <a:xfrm>
            <a:off x="295275" y="3848100"/>
            <a:ext cx="3302000" cy="804863"/>
          </a:xfrm>
          <a:prstGeom prst="rect">
            <a:avLst/>
          </a:prstGeom>
          <a:solidFill>
            <a:schemeClr val="bg1"/>
          </a:solidFill>
          <a:ln w="1905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2550" name="文本框 22550"/>
          <p:cNvSpPr txBox="1"/>
          <p:nvPr/>
        </p:nvSpPr>
        <p:spPr>
          <a:xfrm>
            <a:off x="295275" y="4076700"/>
            <a:ext cx="1839913" cy="304800"/>
          </a:xfrm>
          <a:prstGeom prst="rect">
            <a:avLst/>
          </a:prstGeom>
          <a:noFill/>
          <a:ln w="9525">
            <a:noFill/>
          </a:ln>
        </p:spPr>
        <p:txBody>
          <a:bodyPr wrap="none" anchor="ctr">
            <a:spAutoFit/>
          </a:bodyPr>
          <a:p>
            <a:pPr eaLnBrk="0" hangingPunct="0">
              <a:spcBef>
                <a:spcPct val="50000"/>
              </a:spcBef>
            </a:pPr>
            <a:r>
              <a:rPr lang="en-US" altLang="zh-CN" b="1">
                <a:latin typeface="Helvetica" pitchFamily="2" charset="0"/>
                <a:ea typeface="宋体" panose="02010600030101010101" pitchFamily="2" charset="-122"/>
              </a:rPr>
              <a:t>C  4.0 dir conn Ser0</a:t>
            </a:r>
            <a:endParaRPr lang="en-US" altLang="zh-CN" b="1">
              <a:latin typeface="Helvetica" pitchFamily="2" charset="0"/>
              <a:ea typeface="宋体" panose="02010600030101010101" pitchFamily="2" charset="-122"/>
            </a:endParaRPr>
          </a:p>
        </p:txBody>
      </p:sp>
      <p:sp>
        <p:nvSpPr>
          <p:cNvPr id="22551" name="文本框 22551"/>
          <p:cNvSpPr txBox="1"/>
          <p:nvPr/>
        </p:nvSpPr>
        <p:spPr>
          <a:xfrm>
            <a:off x="295275" y="3848100"/>
            <a:ext cx="1838325" cy="304800"/>
          </a:xfrm>
          <a:prstGeom prst="rect">
            <a:avLst/>
          </a:prstGeom>
          <a:noFill/>
          <a:ln w="9525">
            <a:noFill/>
          </a:ln>
        </p:spPr>
        <p:txBody>
          <a:bodyPr wrap="none" anchor="ctr">
            <a:spAutoFit/>
          </a:bodyPr>
          <a:p>
            <a:pPr eaLnBrk="0" hangingPunct="0">
              <a:spcBef>
                <a:spcPct val="50000"/>
              </a:spcBef>
            </a:pPr>
            <a:r>
              <a:rPr lang="en-US" altLang="zh-CN" b="1">
                <a:latin typeface="Helvetica" pitchFamily="2" charset="0"/>
                <a:ea typeface="宋体" panose="02010600030101010101" pitchFamily="2" charset="-122"/>
              </a:rPr>
              <a:t>C  5.0 dir conn Eth0</a:t>
            </a:r>
            <a:endParaRPr lang="en-US" altLang="zh-CN" b="1">
              <a:latin typeface="Helvetica" pitchFamily="2" charset="0"/>
              <a:ea typeface="宋体" panose="02010600030101010101" pitchFamily="2" charset="-122"/>
            </a:endParaRPr>
          </a:p>
        </p:txBody>
      </p:sp>
      <p:sp>
        <p:nvSpPr>
          <p:cNvPr id="22552" name="文本框 22552"/>
          <p:cNvSpPr txBox="1"/>
          <p:nvPr/>
        </p:nvSpPr>
        <p:spPr>
          <a:xfrm>
            <a:off x="295275" y="4305300"/>
            <a:ext cx="2435225" cy="304800"/>
          </a:xfrm>
          <a:prstGeom prst="rect">
            <a:avLst/>
          </a:prstGeom>
          <a:noFill/>
          <a:ln w="9525">
            <a:noFill/>
          </a:ln>
        </p:spPr>
        <p:txBody>
          <a:bodyPr wrap="none" anchor="ctr">
            <a:spAutoFit/>
          </a:bodyPr>
          <a:p>
            <a:pPr eaLnBrk="0" hangingPunct="0">
              <a:spcBef>
                <a:spcPct val="50000"/>
              </a:spcBef>
            </a:pPr>
            <a:r>
              <a:rPr lang="en-US" altLang="zh-CN" b="1">
                <a:latin typeface="Helvetica" pitchFamily="2" charset="0"/>
                <a:ea typeface="宋体" panose="02010600030101010101" pitchFamily="2" charset="-122"/>
              </a:rPr>
              <a:t>R  10.0 [120/3] via 5.2, Eth0</a:t>
            </a:r>
            <a:endParaRPr lang="en-US" altLang="zh-CN" b="1">
              <a:latin typeface="Helvetica" pitchFamily="2" charset="0"/>
              <a:ea typeface="宋体" panose="02010600030101010101" pitchFamily="2" charset="-122"/>
            </a:endParaRPr>
          </a:p>
        </p:txBody>
      </p:sp>
      <p:sp>
        <p:nvSpPr>
          <p:cNvPr id="22553" name="文本框 22553"/>
          <p:cNvSpPr txBox="1"/>
          <p:nvPr/>
        </p:nvSpPr>
        <p:spPr>
          <a:xfrm>
            <a:off x="1222375" y="3152775"/>
            <a:ext cx="430213" cy="304800"/>
          </a:xfrm>
          <a:prstGeom prst="rect">
            <a:avLst/>
          </a:prstGeom>
          <a:noFill/>
          <a:ln w="9525">
            <a:noFill/>
          </a:ln>
        </p:spPr>
        <p:txBody>
          <a:bodyPr wrap="none" anchor="ctr">
            <a:spAutoFit/>
          </a:bodyPr>
          <a:p>
            <a:pPr algn="ctr" eaLnBrk="0" hangingPunct="0"/>
            <a:r>
              <a:rPr lang="en-US" altLang="zh-CN" b="1">
                <a:latin typeface="Helvetica" pitchFamily="2" charset="0"/>
                <a:ea typeface="宋体" panose="02010600030101010101" pitchFamily="2" charset="-122"/>
              </a:rPr>
              <a:t>4.0</a:t>
            </a:r>
            <a:endParaRPr lang="en-US" altLang="zh-CN" b="1">
              <a:latin typeface="Helvetica" pitchFamily="2" charset="0"/>
              <a:ea typeface="宋体" panose="02010600030101010101" pitchFamily="2" charset="-122"/>
            </a:endParaRPr>
          </a:p>
        </p:txBody>
      </p:sp>
      <p:sp>
        <p:nvSpPr>
          <p:cNvPr id="22554" name="直接连接符 22554"/>
          <p:cNvSpPr/>
          <p:nvPr/>
        </p:nvSpPr>
        <p:spPr>
          <a:xfrm rot="-5400000">
            <a:off x="5451475" y="3048000"/>
            <a:ext cx="990600" cy="0"/>
          </a:xfrm>
          <a:prstGeom prst="line">
            <a:avLst/>
          </a:prstGeom>
          <a:ln w="38100" cap="flat" cmpd="sng">
            <a:solidFill>
              <a:schemeClr val="accent2"/>
            </a:solidFill>
            <a:prstDash val="solid"/>
            <a:round/>
            <a:headEnd type="none" w="med" len="med"/>
            <a:tailEnd type="none" w="med" len="med"/>
          </a:ln>
          <a:effectLst>
            <a:outerShdw dist="35921" dir="2699999" algn="ctr" rotWithShape="0">
              <a:schemeClr val="tx1"/>
            </a:outerShdw>
          </a:effectLst>
        </p:spPr>
      </p:sp>
      <p:sp>
        <p:nvSpPr>
          <p:cNvPr id="22555" name="直接连接符 22555"/>
          <p:cNvSpPr/>
          <p:nvPr/>
        </p:nvSpPr>
        <p:spPr>
          <a:xfrm rot="-5400000">
            <a:off x="2174875" y="3048000"/>
            <a:ext cx="990600" cy="0"/>
          </a:xfrm>
          <a:prstGeom prst="line">
            <a:avLst/>
          </a:prstGeom>
          <a:ln w="38100" cap="flat" cmpd="sng">
            <a:solidFill>
              <a:schemeClr val="accent2"/>
            </a:solidFill>
            <a:prstDash val="solid"/>
            <a:round/>
            <a:headEnd type="none" w="med" len="med"/>
            <a:tailEnd type="none" w="med" len="med"/>
          </a:ln>
          <a:effectLst>
            <a:outerShdw dist="35921" dir="2699999" algn="ctr" rotWithShape="0">
              <a:schemeClr val="tx1"/>
            </a:outerShdw>
          </a:effectLst>
        </p:spPr>
      </p:sp>
      <p:sp>
        <p:nvSpPr>
          <p:cNvPr id="22556" name="文本框 22556"/>
          <p:cNvSpPr txBox="1"/>
          <p:nvPr/>
        </p:nvSpPr>
        <p:spPr>
          <a:xfrm>
            <a:off x="2133600" y="1554163"/>
            <a:ext cx="5405438" cy="323850"/>
          </a:xfrm>
          <a:prstGeom prst="rect">
            <a:avLst/>
          </a:prstGeom>
          <a:solidFill>
            <a:schemeClr val="bg1"/>
          </a:solidFill>
          <a:ln w="1905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anchor="ctr">
            <a:spAutoFit/>
          </a:bodyPr>
          <a:p>
            <a:pPr eaLnBrk="0" hangingPunct="0"/>
            <a:r>
              <a:rPr lang="zh-CN" altLang="en-US" b="1">
                <a:latin typeface="Helvetica" pitchFamily="2" charset="0"/>
                <a:ea typeface="宋体" panose="02010600030101010101" pitchFamily="2" charset="-122"/>
              </a:rPr>
              <a:t>说明：所有下列这些缩写的地址都属于同一个主网络：</a:t>
            </a:r>
            <a:r>
              <a:rPr lang="en-US" altLang="zh-CN" b="1">
                <a:latin typeface="Helvetica" pitchFamily="2" charset="0"/>
                <a:ea typeface="宋体" panose="02010600030101010101" pitchFamily="2" charset="-122"/>
              </a:rPr>
              <a:t>192.168.0.0</a:t>
            </a:r>
            <a:endParaRPr lang="en-US" altLang="zh-CN" b="1">
              <a:latin typeface="Helvetica" pitchFamily="2" charset="0"/>
              <a:ea typeface="宋体" panose="02010600030101010101" pitchFamily="2" charset="-122"/>
            </a:endParaRPr>
          </a:p>
        </p:txBody>
      </p:sp>
      <p:sp>
        <p:nvSpPr>
          <p:cNvPr id="22557" name="直接连接符 22557"/>
          <p:cNvSpPr/>
          <p:nvPr/>
        </p:nvSpPr>
        <p:spPr>
          <a:xfrm flipH="1">
            <a:off x="1971675" y="3381375"/>
            <a:ext cx="0" cy="381000"/>
          </a:xfrm>
          <a:prstGeom prst="line">
            <a:avLst/>
          </a:prstGeom>
          <a:ln w="38100" cap="flat" cmpd="sng">
            <a:solidFill>
              <a:schemeClr val="tx1"/>
            </a:solidFill>
            <a:prstDash val="solid"/>
            <a:round/>
            <a:headEnd type="none" w="med" len="med"/>
            <a:tailEnd type="triangle" w="med" len="med"/>
          </a:ln>
        </p:spPr>
      </p:sp>
      <p:sp>
        <p:nvSpPr>
          <p:cNvPr id="22558" name="标题 22558"/>
          <p:cNvSpPr>
            <a:spLocks noGrp="1"/>
          </p:cNvSpPr>
          <p:nvPr>
            <p:ph type="title"/>
          </p:nvPr>
        </p:nvSpPr>
        <p:spPr/>
        <p:txBody>
          <a:bodyPr anchor="b"/>
          <a:p>
            <a:r>
              <a:rPr lang="en-US" altLang="zh-CN"/>
              <a:t>RIP </a:t>
            </a:r>
            <a:r>
              <a:rPr lang="zh-CN" altLang="en-US"/>
              <a:t>的度量值（</a:t>
            </a:r>
            <a:r>
              <a:rPr lang="en-US" altLang="zh-CN"/>
              <a:t>Metric</a:t>
            </a:r>
            <a:r>
              <a:rPr lang="zh-CN" altLang="en-US"/>
              <a:t>）</a:t>
            </a:r>
            <a:endParaRPr lang="zh-CN" altLang="en-US"/>
          </a:p>
        </p:txBody>
      </p:sp>
      <p:sp>
        <p:nvSpPr>
          <p:cNvPr id="22559" name="矩形 22559"/>
          <p:cNvSpPr/>
          <p:nvPr/>
        </p:nvSpPr>
        <p:spPr>
          <a:xfrm>
            <a:off x="4114800" y="3200400"/>
            <a:ext cx="590550" cy="212725"/>
          </a:xfrm>
          <a:prstGeom prst="rect">
            <a:avLst/>
          </a:prstGeom>
          <a:noFill/>
          <a:ln w="9525">
            <a:noFill/>
          </a:ln>
        </p:spPr>
        <p:txBody>
          <a:bodyPr lIns="0" tIns="0" rIns="0" bIns="0" anchor="t">
            <a:spAutoFit/>
          </a:bodyPr>
          <a:p>
            <a:pPr algn="ctr" eaLnBrk="0" hangingPunct="0"/>
            <a:r>
              <a:rPr lang="en-US" altLang="zh-CN" b="1">
                <a:solidFill>
                  <a:srgbClr val="000000"/>
                </a:solidFill>
                <a:latin typeface="Helvetica" pitchFamily="2" charset="0"/>
                <a:ea typeface="宋体" panose="02010600030101010101" pitchFamily="2" charset="-122"/>
              </a:rPr>
              <a:t>100M</a:t>
            </a:r>
            <a:endParaRPr lang="en-US" altLang="zh-CN" b="1">
              <a:latin typeface="Helvetica" pitchFamily="2" charset="0"/>
              <a:ea typeface="宋体" panose="02010600030101010101" pitchFamily="2" charset="-122"/>
            </a:endParaRPr>
          </a:p>
        </p:txBody>
      </p:sp>
      <p:sp>
        <p:nvSpPr>
          <p:cNvPr id="22560" name="矩形 22560"/>
          <p:cNvSpPr/>
          <p:nvPr/>
        </p:nvSpPr>
        <p:spPr>
          <a:xfrm>
            <a:off x="4038600" y="2209800"/>
            <a:ext cx="590550" cy="212725"/>
          </a:xfrm>
          <a:prstGeom prst="rect">
            <a:avLst/>
          </a:prstGeom>
          <a:noFill/>
          <a:ln w="9525">
            <a:noFill/>
          </a:ln>
        </p:spPr>
        <p:txBody>
          <a:bodyPr lIns="0" tIns="0" rIns="0" bIns="0" anchor="t">
            <a:spAutoFit/>
          </a:bodyPr>
          <a:p>
            <a:pPr algn="ctr" eaLnBrk="0" hangingPunct="0"/>
            <a:r>
              <a:rPr lang="en-US" altLang="zh-CN" b="1">
                <a:solidFill>
                  <a:srgbClr val="000000"/>
                </a:solidFill>
                <a:latin typeface="Helvetica" pitchFamily="2" charset="0"/>
                <a:ea typeface="宋体" panose="02010600030101010101" pitchFamily="2" charset="-122"/>
              </a:rPr>
              <a:t>10M</a:t>
            </a:r>
            <a:endParaRPr lang="en-US" altLang="zh-CN" b="1">
              <a:latin typeface="Helvetica" pitchFamily="2" charset="0"/>
              <a:ea typeface="宋体" panose="02010600030101010101" pitchFamily="2" charset="-122"/>
            </a:endParaRPr>
          </a:p>
        </p:txBody>
      </p:sp>
      <p:pic>
        <p:nvPicPr>
          <p:cNvPr id="22561" name="图片 22561" descr="GER---"/>
          <p:cNvPicPr>
            <a:picLocks noChangeAspect="1"/>
          </p:cNvPicPr>
          <p:nvPr/>
        </p:nvPicPr>
        <p:blipFill>
          <a:blip r:embed="rId3"/>
          <a:stretch>
            <a:fillRect/>
          </a:stretch>
        </p:blipFill>
        <p:spPr>
          <a:xfrm>
            <a:off x="395288" y="2913063"/>
            <a:ext cx="792162" cy="484187"/>
          </a:xfrm>
          <a:prstGeom prst="rect">
            <a:avLst/>
          </a:prstGeom>
          <a:noFill/>
          <a:ln w="9525">
            <a:noFill/>
          </a:ln>
        </p:spPr>
      </p:pic>
      <p:pic>
        <p:nvPicPr>
          <p:cNvPr id="22562" name="图片 22562" descr="GER---"/>
          <p:cNvPicPr>
            <a:picLocks noChangeAspect="1"/>
          </p:cNvPicPr>
          <p:nvPr/>
        </p:nvPicPr>
        <p:blipFill>
          <a:blip r:embed="rId3"/>
          <a:stretch>
            <a:fillRect/>
          </a:stretch>
        </p:blipFill>
        <p:spPr>
          <a:xfrm>
            <a:off x="1692275" y="2852738"/>
            <a:ext cx="792163" cy="484187"/>
          </a:xfrm>
          <a:prstGeom prst="rect">
            <a:avLst/>
          </a:prstGeom>
          <a:noFill/>
          <a:ln w="9525">
            <a:noFill/>
          </a:ln>
        </p:spPr>
      </p:pic>
      <p:pic>
        <p:nvPicPr>
          <p:cNvPr id="22563" name="图片 22563" descr="GER---"/>
          <p:cNvPicPr>
            <a:picLocks noChangeAspect="1"/>
          </p:cNvPicPr>
          <p:nvPr/>
        </p:nvPicPr>
        <p:blipFill>
          <a:blip r:embed="rId3"/>
          <a:stretch>
            <a:fillRect/>
          </a:stretch>
        </p:blipFill>
        <p:spPr>
          <a:xfrm>
            <a:off x="3924300" y="2420938"/>
            <a:ext cx="792163" cy="484187"/>
          </a:xfrm>
          <a:prstGeom prst="rect">
            <a:avLst/>
          </a:prstGeom>
          <a:noFill/>
          <a:ln w="9525">
            <a:noFill/>
          </a:ln>
        </p:spPr>
      </p:pic>
      <p:pic>
        <p:nvPicPr>
          <p:cNvPr id="22564" name="图片 22564" descr="GER---"/>
          <p:cNvPicPr>
            <a:picLocks noChangeAspect="1"/>
          </p:cNvPicPr>
          <p:nvPr/>
        </p:nvPicPr>
        <p:blipFill>
          <a:blip r:embed="rId3"/>
          <a:stretch>
            <a:fillRect/>
          </a:stretch>
        </p:blipFill>
        <p:spPr>
          <a:xfrm>
            <a:off x="3059113" y="3141663"/>
            <a:ext cx="792162" cy="484187"/>
          </a:xfrm>
          <a:prstGeom prst="rect">
            <a:avLst/>
          </a:prstGeom>
          <a:noFill/>
          <a:ln w="9525">
            <a:noFill/>
          </a:ln>
        </p:spPr>
      </p:pic>
      <p:pic>
        <p:nvPicPr>
          <p:cNvPr id="22565" name="图片 22565" descr="GER---"/>
          <p:cNvPicPr>
            <a:picLocks noChangeAspect="1"/>
          </p:cNvPicPr>
          <p:nvPr/>
        </p:nvPicPr>
        <p:blipFill>
          <a:blip r:embed="rId3"/>
          <a:stretch>
            <a:fillRect/>
          </a:stretch>
        </p:blipFill>
        <p:spPr>
          <a:xfrm>
            <a:off x="4932363" y="3213100"/>
            <a:ext cx="792162" cy="484188"/>
          </a:xfrm>
          <a:prstGeom prst="rect">
            <a:avLst/>
          </a:prstGeom>
          <a:noFill/>
          <a:ln w="9525">
            <a:noFill/>
          </a:ln>
        </p:spPr>
      </p:pic>
      <p:pic>
        <p:nvPicPr>
          <p:cNvPr id="22566" name="图片 22566" descr="GER---"/>
          <p:cNvPicPr>
            <a:picLocks noChangeAspect="1"/>
          </p:cNvPicPr>
          <p:nvPr/>
        </p:nvPicPr>
        <p:blipFill>
          <a:blip r:embed="rId3"/>
          <a:stretch>
            <a:fillRect/>
          </a:stretch>
        </p:blipFill>
        <p:spPr>
          <a:xfrm>
            <a:off x="6156325" y="2852738"/>
            <a:ext cx="792163" cy="484187"/>
          </a:xfrm>
          <a:prstGeom prst="rect">
            <a:avLst/>
          </a:prstGeom>
          <a:noFill/>
          <a:ln w="9525">
            <a:noFill/>
          </a:ln>
        </p:spPr>
      </p:pic>
      <p:pic>
        <p:nvPicPr>
          <p:cNvPr id="22567" name="图片 22567" descr="GER---"/>
          <p:cNvPicPr>
            <a:picLocks noChangeAspect="1"/>
          </p:cNvPicPr>
          <p:nvPr/>
        </p:nvPicPr>
        <p:blipFill>
          <a:blip r:embed="rId3"/>
          <a:stretch>
            <a:fillRect/>
          </a:stretch>
        </p:blipFill>
        <p:spPr>
          <a:xfrm>
            <a:off x="7451725" y="2852738"/>
            <a:ext cx="792163" cy="484187"/>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未知"/>
          <p:cNvSpPr/>
          <p:nvPr/>
        </p:nvSpPr>
        <p:spPr>
          <a:xfrm>
            <a:off x="61087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24578" name="未知"/>
          <p:cNvSpPr/>
          <p:nvPr/>
        </p:nvSpPr>
        <p:spPr>
          <a:xfrm>
            <a:off x="34544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24579" name="未知"/>
          <p:cNvSpPr/>
          <p:nvPr/>
        </p:nvSpPr>
        <p:spPr>
          <a:xfrm>
            <a:off x="7874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24580" name="矩形 24580"/>
          <p:cNvSpPr/>
          <p:nvPr/>
        </p:nvSpPr>
        <p:spPr>
          <a:xfrm>
            <a:off x="633413" y="5576888"/>
            <a:ext cx="7943850" cy="554037"/>
          </a:xfrm>
          <a:prstGeom prst="rect">
            <a:avLst/>
          </a:prstGeom>
          <a:noFill/>
          <a:ln w="9525">
            <a:noFill/>
          </a:ln>
        </p:spPr>
        <p:txBody>
          <a:bodyPr lIns="82153" tIns="41076" rIns="82153" bIns="41076" anchor="ctr" anchorCtr="1"/>
          <a:p>
            <a:pPr defTabSz="916305">
              <a:spcBef>
                <a:spcPct val="20000"/>
              </a:spcBef>
              <a:buClr>
                <a:srgbClr val="3333CC"/>
              </a:buClr>
              <a:buFont typeface="Wingdings" panose="05000000000000000000" pitchFamily="2" charset="2"/>
              <a:buChar char="Ø"/>
            </a:pPr>
            <a:endParaRPr lang="zh-CN" altLang="zh-CN" sz="2400" b="1">
              <a:latin typeface="Times New Roman" panose="02020603050405020304" pitchFamily="2" charset="0"/>
              <a:ea typeface="宋体" panose="02010600030101010101" pitchFamily="2" charset="-122"/>
            </a:endParaRPr>
          </a:p>
        </p:txBody>
      </p:sp>
      <p:sp>
        <p:nvSpPr>
          <p:cNvPr id="24581" name="直接连接符 24581"/>
          <p:cNvSpPr/>
          <p:nvPr/>
        </p:nvSpPr>
        <p:spPr>
          <a:xfrm>
            <a:off x="700088" y="2100263"/>
            <a:ext cx="614362" cy="0"/>
          </a:xfrm>
          <a:prstGeom prst="line">
            <a:avLst/>
          </a:prstGeom>
          <a:ln w="50800" cap="flat" cmpd="sng">
            <a:solidFill>
              <a:schemeClr val="accent2"/>
            </a:solidFill>
            <a:prstDash val="solid"/>
            <a:round/>
            <a:headEnd type="none" w="med" len="med"/>
            <a:tailEnd type="none" w="med" len="med"/>
          </a:ln>
        </p:spPr>
      </p:sp>
      <p:sp>
        <p:nvSpPr>
          <p:cNvPr id="24582" name="直接连接符 24582"/>
          <p:cNvSpPr/>
          <p:nvPr/>
        </p:nvSpPr>
        <p:spPr>
          <a:xfrm>
            <a:off x="7658100" y="2100263"/>
            <a:ext cx="614363" cy="0"/>
          </a:xfrm>
          <a:prstGeom prst="line">
            <a:avLst/>
          </a:prstGeom>
          <a:ln w="50800" cap="flat" cmpd="sng">
            <a:solidFill>
              <a:schemeClr val="accent2"/>
            </a:solidFill>
            <a:prstDash val="solid"/>
            <a:round/>
            <a:headEnd type="none" w="med" len="med"/>
            <a:tailEnd type="none" w="med" len="med"/>
          </a:ln>
        </p:spPr>
      </p:sp>
      <p:sp>
        <p:nvSpPr>
          <p:cNvPr id="24583" name="未知"/>
          <p:cNvSpPr/>
          <p:nvPr/>
        </p:nvSpPr>
        <p:spPr>
          <a:xfrm>
            <a:off x="2085975" y="1971675"/>
            <a:ext cx="2144713" cy="173038"/>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24584" name="未知"/>
          <p:cNvSpPr/>
          <p:nvPr/>
        </p:nvSpPr>
        <p:spPr>
          <a:xfrm>
            <a:off x="4829175" y="1971675"/>
            <a:ext cx="2144713" cy="173038"/>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24585" name="矩形 24585"/>
          <p:cNvSpPr/>
          <p:nvPr/>
        </p:nvSpPr>
        <p:spPr>
          <a:xfrm>
            <a:off x="185738"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10.1.0.0</a:t>
            </a:r>
            <a:endParaRPr lang="en-US" altLang="zh-CN" sz="2000" b="1">
              <a:solidFill>
                <a:srgbClr val="000000"/>
              </a:solidFill>
              <a:latin typeface="Helvetica" pitchFamily="2" charset="0"/>
              <a:ea typeface="宋体" panose="02010600030101010101" pitchFamily="2" charset="-122"/>
            </a:endParaRPr>
          </a:p>
        </p:txBody>
      </p:sp>
      <p:sp>
        <p:nvSpPr>
          <p:cNvPr id="24586" name="矩形 24586"/>
          <p:cNvSpPr/>
          <p:nvPr/>
        </p:nvSpPr>
        <p:spPr>
          <a:xfrm>
            <a:off x="2800350" y="1579563"/>
            <a:ext cx="1243013"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10.2.0.0</a:t>
            </a:r>
            <a:endParaRPr lang="en-US" altLang="zh-CN" sz="2000" b="1">
              <a:solidFill>
                <a:srgbClr val="000000"/>
              </a:solidFill>
              <a:latin typeface="Helvetica" pitchFamily="2" charset="0"/>
              <a:ea typeface="宋体" panose="02010600030101010101" pitchFamily="2" charset="-122"/>
            </a:endParaRPr>
          </a:p>
        </p:txBody>
      </p:sp>
      <p:sp>
        <p:nvSpPr>
          <p:cNvPr id="24587" name="矩形 24587"/>
          <p:cNvSpPr/>
          <p:nvPr/>
        </p:nvSpPr>
        <p:spPr>
          <a:xfrm>
            <a:off x="5272088"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10.3.0.0</a:t>
            </a:r>
            <a:endParaRPr lang="en-US" altLang="zh-CN" sz="2000" b="1">
              <a:solidFill>
                <a:srgbClr val="000000"/>
              </a:solidFill>
              <a:latin typeface="Helvetica" pitchFamily="2" charset="0"/>
              <a:ea typeface="宋体" panose="02010600030101010101" pitchFamily="2" charset="-122"/>
            </a:endParaRPr>
          </a:p>
        </p:txBody>
      </p:sp>
      <p:sp>
        <p:nvSpPr>
          <p:cNvPr id="24588" name="矩形 24588"/>
          <p:cNvSpPr/>
          <p:nvPr/>
        </p:nvSpPr>
        <p:spPr>
          <a:xfrm>
            <a:off x="7815263"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10.4.0.0</a:t>
            </a:r>
            <a:endParaRPr lang="en-US" altLang="zh-CN" sz="2000" b="1">
              <a:solidFill>
                <a:srgbClr val="000000"/>
              </a:solidFill>
              <a:latin typeface="Helvetica" pitchFamily="2" charset="0"/>
              <a:ea typeface="宋体" panose="02010600030101010101" pitchFamily="2" charset="-122"/>
            </a:endParaRPr>
          </a:p>
        </p:txBody>
      </p:sp>
      <p:sp>
        <p:nvSpPr>
          <p:cNvPr id="24589" name="矩形 24589"/>
          <p:cNvSpPr/>
          <p:nvPr/>
        </p:nvSpPr>
        <p:spPr>
          <a:xfrm>
            <a:off x="811213" y="20970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24590" name="矩形 24590"/>
          <p:cNvSpPr/>
          <p:nvPr/>
        </p:nvSpPr>
        <p:spPr>
          <a:xfrm>
            <a:off x="2439988" y="20970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4591" name="矩形 24591"/>
          <p:cNvSpPr/>
          <p:nvPr/>
        </p:nvSpPr>
        <p:spPr>
          <a:xfrm>
            <a:off x="3497263"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4592" name="矩形 24592"/>
          <p:cNvSpPr/>
          <p:nvPr/>
        </p:nvSpPr>
        <p:spPr>
          <a:xfrm>
            <a:off x="5083175"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24593" name="矩形 24593"/>
          <p:cNvSpPr/>
          <p:nvPr/>
        </p:nvSpPr>
        <p:spPr>
          <a:xfrm>
            <a:off x="6134100"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4594" name="矩形 24594"/>
          <p:cNvSpPr/>
          <p:nvPr/>
        </p:nvSpPr>
        <p:spPr>
          <a:xfrm>
            <a:off x="7720013"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24595" name="矩形 24595"/>
          <p:cNvSpPr/>
          <p:nvPr/>
        </p:nvSpPr>
        <p:spPr>
          <a:xfrm>
            <a:off x="6107113" y="3186113"/>
            <a:ext cx="1973262" cy="328612"/>
          </a:xfrm>
          <a:prstGeom prst="rect">
            <a:avLst/>
          </a:prstGeom>
          <a:solidFill>
            <a:schemeClr val="folHlink"/>
          </a:solidFill>
          <a:ln w="12700" cap="flat" cmpd="sng">
            <a:solidFill>
              <a:schemeClr val="tx1"/>
            </a:solidFill>
            <a:prstDash val="solid"/>
            <a:miter/>
            <a:headEnd type="none" w="med" len="med"/>
            <a:tailEnd type="none" w="med" len="med"/>
          </a:ln>
        </p:spPr>
        <p:txBody>
          <a:bodyPr wrap="none" lIns="425721" tIns="212865" rIns="425721" bIns="212865"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24596" name="矩形 24596"/>
          <p:cNvSpPr/>
          <p:nvPr/>
        </p:nvSpPr>
        <p:spPr>
          <a:xfrm>
            <a:off x="6107113" y="3522663"/>
            <a:ext cx="787400" cy="328612"/>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597" name="矩形 24597"/>
          <p:cNvSpPr/>
          <p:nvPr/>
        </p:nvSpPr>
        <p:spPr>
          <a:xfrm>
            <a:off x="6894513" y="3522663"/>
            <a:ext cx="585787" cy="328612"/>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598" name="矩形 24598"/>
          <p:cNvSpPr/>
          <p:nvPr/>
        </p:nvSpPr>
        <p:spPr>
          <a:xfrm>
            <a:off x="5729288" y="3513138"/>
            <a:ext cx="947737" cy="360362"/>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24599" name="矩形 24599"/>
          <p:cNvSpPr/>
          <p:nvPr/>
        </p:nvSpPr>
        <p:spPr>
          <a:xfrm>
            <a:off x="6107113" y="3865563"/>
            <a:ext cx="773112" cy="328612"/>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00" name="矩形 24600"/>
          <p:cNvSpPr/>
          <p:nvPr/>
        </p:nvSpPr>
        <p:spPr>
          <a:xfrm>
            <a:off x="6113463" y="4208463"/>
            <a:ext cx="766762" cy="328612"/>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01" name="矩形 24601"/>
          <p:cNvSpPr/>
          <p:nvPr/>
        </p:nvSpPr>
        <p:spPr>
          <a:xfrm>
            <a:off x="6113463" y="4551363"/>
            <a:ext cx="766762" cy="328612"/>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02" name="矩形 24602"/>
          <p:cNvSpPr/>
          <p:nvPr/>
        </p:nvSpPr>
        <p:spPr>
          <a:xfrm>
            <a:off x="6894513" y="3865563"/>
            <a:ext cx="585787" cy="328612"/>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03" name="矩形 24603"/>
          <p:cNvSpPr/>
          <p:nvPr/>
        </p:nvSpPr>
        <p:spPr>
          <a:xfrm>
            <a:off x="6894513" y="4208463"/>
            <a:ext cx="585787" cy="328612"/>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04" name="矩形 24604"/>
          <p:cNvSpPr/>
          <p:nvPr/>
        </p:nvSpPr>
        <p:spPr>
          <a:xfrm>
            <a:off x="6894513" y="4551363"/>
            <a:ext cx="585787" cy="328612"/>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05" name="矩形 24605"/>
          <p:cNvSpPr/>
          <p:nvPr/>
        </p:nvSpPr>
        <p:spPr>
          <a:xfrm>
            <a:off x="6840538" y="3540125"/>
            <a:ext cx="452437" cy="342900"/>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4606" name="矩形 24606"/>
          <p:cNvSpPr/>
          <p:nvPr/>
        </p:nvSpPr>
        <p:spPr>
          <a:xfrm>
            <a:off x="6840538" y="3868738"/>
            <a:ext cx="452437" cy="342900"/>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24607" name="矩形 24607"/>
          <p:cNvSpPr/>
          <p:nvPr/>
        </p:nvSpPr>
        <p:spPr>
          <a:xfrm>
            <a:off x="6840538" y="4211638"/>
            <a:ext cx="452437" cy="342900"/>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4608" name="矩形 24608"/>
          <p:cNvSpPr/>
          <p:nvPr/>
        </p:nvSpPr>
        <p:spPr>
          <a:xfrm>
            <a:off x="6840538" y="4554538"/>
            <a:ext cx="452437" cy="342900"/>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4609" name="矩形 24609"/>
          <p:cNvSpPr/>
          <p:nvPr/>
        </p:nvSpPr>
        <p:spPr>
          <a:xfrm>
            <a:off x="7494588" y="3522663"/>
            <a:ext cx="585787" cy="328612"/>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10" name="矩形 24610"/>
          <p:cNvSpPr/>
          <p:nvPr/>
        </p:nvSpPr>
        <p:spPr>
          <a:xfrm>
            <a:off x="7494588" y="3865563"/>
            <a:ext cx="585787" cy="328612"/>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11" name="矩形 24611"/>
          <p:cNvSpPr/>
          <p:nvPr/>
        </p:nvSpPr>
        <p:spPr>
          <a:xfrm>
            <a:off x="7494588" y="4208463"/>
            <a:ext cx="585787" cy="328612"/>
          </a:xfrm>
          <a:prstGeom prst="rect">
            <a:avLst/>
          </a:prstGeom>
          <a:solidFill>
            <a:schemeClr val="folHlink"/>
          </a:solidFill>
          <a:ln w="12700" cap="flat" cmpd="sng">
            <a:solidFill>
              <a:schemeClr val="tx1"/>
            </a:solidFill>
            <a:prstDash val="solid"/>
            <a:miter/>
            <a:headEnd type="none" w="med" len="med"/>
            <a:tailEnd type="none" w="med" len="med"/>
          </a:ln>
        </p:spPr>
        <p:txBody>
          <a:bodyPr wrap="none" lIns="425721" tIns="212865" rIns="425721" bIns="212865"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1</a:t>
            </a:r>
            <a:endParaRPr lang="en-US" altLang="zh-CN" sz="1600" b="1">
              <a:latin typeface="Helvetica" pitchFamily="2" charset="0"/>
              <a:ea typeface="宋体" panose="02010600030101010101" pitchFamily="2" charset="-122"/>
            </a:endParaRPr>
          </a:p>
        </p:txBody>
      </p:sp>
      <p:sp>
        <p:nvSpPr>
          <p:cNvPr id="24612" name="矩形 24612"/>
          <p:cNvSpPr/>
          <p:nvPr/>
        </p:nvSpPr>
        <p:spPr>
          <a:xfrm>
            <a:off x="7494588" y="4551363"/>
            <a:ext cx="585787" cy="328612"/>
          </a:xfrm>
          <a:prstGeom prst="rect">
            <a:avLst/>
          </a:prstGeom>
          <a:solidFill>
            <a:schemeClr val="folHlink"/>
          </a:solidFill>
          <a:ln w="12700" cap="flat" cmpd="sng">
            <a:solidFill>
              <a:schemeClr val="tx1"/>
            </a:solidFill>
            <a:prstDash val="solid"/>
            <a:miter/>
            <a:headEnd type="none" w="med" len="med"/>
            <a:tailEnd type="none" w="med" len="med"/>
          </a:ln>
        </p:spPr>
        <p:txBody>
          <a:bodyPr wrap="none" lIns="425721" tIns="212865" rIns="425721" bIns="212865"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2</a:t>
            </a:r>
            <a:endParaRPr lang="en-US" altLang="zh-CN" sz="1600" b="1">
              <a:latin typeface="Helvetica" pitchFamily="2" charset="0"/>
              <a:ea typeface="宋体" panose="02010600030101010101" pitchFamily="2" charset="-122"/>
            </a:endParaRPr>
          </a:p>
        </p:txBody>
      </p:sp>
      <p:sp>
        <p:nvSpPr>
          <p:cNvPr id="24613" name="矩形 24613"/>
          <p:cNvSpPr/>
          <p:nvPr/>
        </p:nvSpPr>
        <p:spPr>
          <a:xfrm>
            <a:off x="5721350" y="4551363"/>
            <a:ext cx="930275" cy="360362"/>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10.1.0.0</a:t>
            </a:r>
            <a:endParaRPr lang="en-US" altLang="zh-CN" sz="1600" b="1">
              <a:latin typeface="Helvetica" pitchFamily="2" charset="0"/>
              <a:ea typeface="宋体" panose="02010600030101010101" pitchFamily="2" charset="-122"/>
            </a:endParaRPr>
          </a:p>
        </p:txBody>
      </p:sp>
      <p:sp>
        <p:nvSpPr>
          <p:cNvPr id="24614" name="矩形 24614"/>
          <p:cNvSpPr/>
          <p:nvPr/>
        </p:nvSpPr>
        <p:spPr>
          <a:xfrm>
            <a:off x="5721350" y="4208463"/>
            <a:ext cx="930275" cy="360362"/>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24615" name="矩形 24615"/>
          <p:cNvSpPr/>
          <p:nvPr/>
        </p:nvSpPr>
        <p:spPr>
          <a:xfrm>
            <a:off x="5729288" y="3856038"/>
            <a:ext cx="930275" cy="360362"/>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10.4.0.0</a:t>
            </a:r>
            <a:endParaRPr lang="en-US" altLang="zh-CN" sz="1600" b="1">
              <a:latin typeface="Helvetica" pitchFamily="2" charset="0"/>
              <a:ea typeface="宋体" panose="02010600030101010101" pitchFamily="2" charset="-122"/>
            </a:endParaRPr>
          </a:p>
        </p:txBody>
      </p:sp>
      <p:sp>
        <p:nvSpPr>
          <p:cNvPr id="24616" name="矩形 24616"/>
          <p:cNvSpPr/>
          <p:nvPr/>
        </p:nvSpPr>
        <p:spPr>
          <a:xfrm>
            <a:off x="7620000" y="3530600"/>
            <a:ext cx="317500" cy="360363"/>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4617" name="矩形 24617"/>
          <p:cNvSpPr/>
          <p:nvPr/>
        </p:nvSpPr>
        <p:spPr>
          <a:xfrm>
            <a:off x="7624763" y="3873500"/>
            <a:ext cx="317500" cy="361950"/>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4618" name="矩形 24618"/>
          <p:cNvSpPr/>
          <p:nvPr/>
        </p:nvSpPr>
        <p:spPr>
          <a:xfrm>
            <a:off x="806450" y="3171825"/>
            <a:ext cx="1973263" cy="328613"/>
          </a:xfrm>
          <a:prstGeom prst="rect">
            <a:avLst/>
          </a:prstGeom>
          <a:solidFill>
            <a:schemeClr val="folHlink"/>
          </a:solidFill>
          <a:ln w="12700" cap="flat" cmpd="sng">
            <a:solidFill>
              <a:schemeClr val="tx1"/>
            </a:solidFill>
            <a:prstDash val="solid"/>
            <a:miter/>
            <a:headEnd type="none" w="med" len="med"/>
            <a:tailEnd type="none" w="med" len="med"/>
          </a:ln>
        </p:spPr>
        <p:txBody>
          <a:bodyPr wrap="none" lIns="425721" tIns="212865" rIns="425721" bIns="212865"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24619" name="矩形 24619"/>
          <p:cNvSpPr/>
          <p:nvPr/>
        </p:nvSpPr>
        <p:spPr>
          <a:xfrm>
            <a:off x="806450" y="3508375"/>
            <a:ext cx="787400"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20" name="矩形 24620"/>
          <p:cNvSpPr/>
          <p:nvPr/>
        </p:nvSpPr>
        <p:spPr>
          <a:xfrm>
            <a:off x="1593850" y="350837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21" name="矩形 24621"/>
          <p:cNvSpPr/>
          <p:nvPr/>
        </p:nvSpPr>
        <p:spPr>
          <a:xfrm>
            <a:off x="409575" y="3498850"/>
            <a:ext cx="947738" cy="360363"/>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10.1.0.0</a:t>
            </a:r>
            <a:endParaRPr lang="en-US" altLang="zh-CN" sz="1600" b="1">
              <a:latin typeface="Helvetica" pitchFamily="2" charset="0"/>
              <a:ea typeface="宋体" panose="02010600030101010101" pitchFamily="2" charset="-122"/>
            </a:endParaRPr>
          </a:p>
        </p:txBody>
      </p:sp>
      <p:sp>
        <p:nvSpPr>
          <p:cNvPr id="24622" name="矩形 24622"/>
          <p:cNvSpPr/>
          <p:nvPr/>
        </p:nvSpPr>
        <p:spPr>
          <a:xfrm>
            <a:off x="806450" y="3851275"/>
            <a:ext cx="773113"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23" name="矩形 24623"/>
          <p:cNvSpPr/>
          <p:nvPr/>
        </p:nvSpPr>
        <p:spPr>
          <a:xfrm>
            <a:off x="812800" y="4194175"/>
            <a:ext cx="766763"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24" name="矩形 24624"/>
          <p:cNvSpPr/>
          <p:nvPr/>
        </p:nvSpPr>
        <p:spPr>
          <a:xfrm>
            <a:off x="812800" y="4537075"/>
            <a:ext cx="766763"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25" name="矩形 24625"/>
          <p:cNvSpPr/>
          <p:nvPr/>
        </p:nvSpPr>
        <p:spPr>
          <a:xfrm>
            <a:off x="1593850" y="385127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26" name="矩形 24626"/>
          <p:cNvSpPr/>
          <p:nvPr/>
        </p:nvSpPr>
        <p:spPr>
          <a:xfrm>
            <a:off x="1593850" y="419417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27" name="矩形 24627"/>
          <p:cNvSpPr/>
          <p:nvPr/>
        </p:nvSpPr>
        <p:spPr>
          <a:xfrm>
            <a:off x="1593850" y="453707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28" name="矩形 24628"/>
          <p:cNvSpPr/>
          <p:nvPr/>
        </p:nvSpPr>
        <p:spPr>
          <a:xfrm>
            <a:off x="1558925" y="3525838"/>
            <a:ext cx="452438" cy="342900"/>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24629" name="矩形 24629"/>
          <p:cNvSpPr/>
          <p:nvPr/>
        </p:nvSpPr>
        <p:spPr>
          <a:xfrm>
            <a:off x="1558925" y="3854450"/>
            <a:ext cx="452438" cy="342900"/>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4630" name="矩形 24630"/>
          <p:cNvSpPr/>
          <p:nvPr/>
        </p:nvSpPr>
        <p:spPr>
          <a:xfrm>
            <a:off x="1558925" y="4197350"/>
            <a:ext cx="452438" cy="342900"/>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4631" name="矩形 24631"/>
          <p:cNvSpPr/>
          <p:nvPr/>
        </p:nvSpPr>
        <p:spPr>
          <a:xfrm>
            <a:off x="1558925" y="4540250"/>
            <a:ext cx="452438" cy="342900"/>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4632" name="矩形 24632"/>
          <p:cNvSpPr/>
          <p:nvPr/>
        </p:nvSpPr>
        <p:spPr>
          <a:xfrm>
            <a:off x="2193925" y="350837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33" name="矩形 24633"/>
          <p:cNvSpPr/>
          <p:nvPr/>
        </p:nvSpPr>
        <p:spPr>
          <a:xfrm>
            <a:off x="2193925" y="385127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34" name="矩形 24634"/>
          <p:cNvSpPr/>
          <p:nvPr/>
        </p:nvSpPr>
        <p:spPr>
          <a:xfrm>
            <a:off x="2193925" y="419417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wrap="none" lIns="425721" tIns="212865" rIns="425721" bIns="212865"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1</a:t>
            </a:r>
            <a:endParaRPr lang="en-US" altLang="zh-CN" sz="1600" b="1">
              <a:latin typeface="Helvetica" pitchFamily="2" charset="0"/>
              <a:ea typeface="宋体" panose="02010600030101010101" pitchFamily="2" charset="-122"/>
            </a:endParaRPr>
          </a:p>
        </p:txBody>
      </p:sp>
      <p:sp>
        <p:nvSpPr>
          <p:cNvPr id="24635" name="矩形 24635"/>
          <p:cNvSpPr/>
          <p:nvPr/>
        </p:nvSpPr>
        <p:spPr>
          <a:xfrm>
            <a:off x="2193925" y="453707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wrap="none" lIns="425721" tIns="212865" rIns="425721" bIns="212865"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2</a:t>
            </a:r>
            <a:endParaRPr lang="en-US" altLang="zh-CN" sz="1600" b="1">
              <a:latin typeface="Helvetica" pitchFamily="2" charset="0"/>
              <a:ea typeface="宋体" panose="02010600030101010101" pitchFamily="2" charset="-122"/>
            </a:endParaRPr>
          </a:p>
        </p:txBody>
      </p:sp>
      <p:sp>
        <p:nvSpPr>
          <p:cNvPr id="24636" name="矩形 24636"/>
          <p:cNvSpPr/>
          <p:nvPr/>
        </p:nvSpPr>
        <p:spPr>
          <a:xfrm>
            <a:off x="401638" y="4537075"/>
            <a:ext cx="930275" cy="360363"/>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10.4.0.0</a:t>
            </a:r>
            <a:endParaRPr lang="en-US" altLang="zh-CN" sz="1600" b="1">
              <a:latin typeface="Helvetica" pitchFamily="2" charset="0"/>
              <a:ea typeface="宋体" panose="02010600030101010101" pitchFamily="2" charset="-122"/>
            </a:endParaRPr>
          </a:p>
        </p:txBody>
      </p:sp>
      <p:sp>
        <p:nvSpPr>
          <p:cNvPr id="24637" name="矩形 24637"/>
          <p:cNvSpPr/>
          <p:nvPr/>
        </p:nvSpPr>
        <p:spPr>
          <a:xfrm>
            <a:off x="401638" y="4194175"/>
            <a:ext cx="930275" cy="360363"/>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24638" name="矩形 24638"/>
          <p:cNvSpPr/>
          <p:nvPr/>
        </p:nvSpPr>
        <p:spPr>
          <a:xfrm>
            <a:off x="409575" y="3841750"/>
            <a:ext cx="930275" cy="360363"/>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24639" name="矩形 24639"/>
          <p:cNvSpPr/>
          <p:nvPr/>
        </p:nvSpPr>
        <p:spPr>
          <a:xfrm>
            <a:off x="2319338" y="3516313"/>
            <a:ext cx="317500" cy="360362"/>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4640" name="矩形 24640"/>
          <p:cNvSpPr/>
          <p:nvPr/>
        </p:nvSpPr>
        <p:spPr>
          <a:xfrm>
            <a:off x="2324100" y="3859213"/>
            <a:ext cx="317500" cy="361950"/>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4641" name="矩形 24641"/>
          <p:cNvSpPr/>
          <p:nvPr/>
        </p:nvSpPr>
        <p:spPr>
          <a:xfrm>
            <a:off x="3463925" y="3179763"/>
            <a:ext cx="1973263" cy="328612"/>
          </a:xfrm>
          <a:prstGeom prst="rect">
            <a:avLst/>
          </a:prstGeom>
          <a:solidFill>
            <a:schemeClr val="folHlink"/>
          </a:solidFill>
          <a:ln w="12700" cap="flat" cmpd="sng">
            <a:solidFill>
              <a:schemeClr val="tx1"/>
            </a:solidFill>
            <a:prstDash val="solid"/>
            <a:miter/>
            <a:headEnd type="none" w="med" len="med"/>
            <a:tailEnd type="none" w="med" len="med"/>
          </a:ln>
        </p:spPr>
        <p:txBody>
          <a:bodyPr wrap="none" lIns="425721" tIns="212865" rIns="425721" bIns="212865"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24642" name="矩形 24642"/>
          <p:cNvSpPr/>
          <p:nvPr/>
        </p:nvSpPr>
        <p:spPr>
          <a:xfrm>
            <a:off x="3463925" y="3514725"/>
            <a:ext cx="787400"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43" name="矩形 24643"/>
          <p:cNvSpPr/>
          <p:nvPr/>
        </p:nvSpPr>
        <p:spPr>
          <a:xfrm>
            <a:off x="4251325" y="351472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44" name="矩形 24644"/>
          <p:cNvSpPr/>
          <p:nvPr/>
        </p:nvSpPr>
        <p:spPr>
          <a:xfrm>
            <a:off x="3086100" y="3506788"/>
            <a:ext cx="947738" cy="360362"/>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24645" name="矩形 24645"/>
          <p:cNvSpPr/>
          <p:nvPr/>
        </p:nvSpPr>
        <p:spPr>
          <a:xfrm>
            <a:off x="3463925" y="3857625"/>
            <a:ext cx="773113"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46" name="矩形 24646"/>
          <p:cNvSpPr/>
          <p:nvPr/>
        </p:nvSpPr>
        <p:spPr>
          <a:xfrm>
            <a:off x="3470275" y="4200525"/>
            <a:ext cx="766763"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47" name="矩形 24647"/>
          <p:cNvSpPr/>
          <p:nvPr/>
        </p:nvSpPr>
        <p:spPr>
          <a:xfrm>
            <a:off x="3470275" y="4543425"/>
            <a:ext cx="766763"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48" name="矩形 24648"/>
          <p:cNvSpPr/>
          <p:nvPr/>
        </p:nvSpPr>
        <p:spPr>
          <a:xfrm>
            <a:off x="4251325" y="3859213"/>
            <a:ext cx="585788" cy="327025"/>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49" name="矩形 24649"/>
          <p:cNvSpPr/>
          <p:nvPr/>
        </p:nvSpPr>
        <p:spPr>
          <a:xfrm>
            <a:off x="4251325" y="420052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50" name="矩形 24650"/>
          <p:cNvSpPr/>
          <p:nvPr/>
        </p:nvSpPr>
        <p:spPr>
          <a:xfrm>
            <a:off x="4251325" y="454342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51" name="矩形 24651"/>
          <p:cNvSpPr/>
          <p:nvPr/>
        </p:nvSpPr>
        <p:spPr>
          <a:xfrm>
            <a:off x="4197350" y="3533775"/>
            <a:ext cx="452438" cy="342900"/>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4652" name="矩形 24652"/>
          <p:cNvSpPr/>
          <p:nvPr/>
        </p:nvSpPr>
        <p:spPr>
          <a:xfrm>
            <a:off x="4197350" y="3862388"/>
            <a:ext cx="452438" cy="342900"/>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24653" name="矩形 24653"/>
          <p:cNvSpPr/>
          <p:nvPr/>
        </p:nvSpPr>
        <p:spPr>
          <a:xfrm>
            <a:off x="4197350" y="4205288"/>
            <a:ext cx="452438" cy="341312"/>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24654" name="矩形 24654"/>
          <p:cNvSpPr/>
          <p:nvPr/>
        </p:nvSpPr>
        <p:spPr>
          <a:xfrm>
            <a:off x="4197350" y="4546600"/>
            <a:ext cx="452438" cy="342900"/>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4655" name="矩形 24655"/>
          <p:cNvSpPr/>
          <p:nvPr/>
        </p:nvSpPr>
        <p:spPr>
          <a:xfrm>
            <a:off x="4851400" y="351472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56" name="矩形 24656"/>
          <p:cNvSpPr/>
          <p:nvPr/>
        </p:nvSpPr>
        <p:spPr>
          <a:xfrm>
            <a:off x="4851400" y="385762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24657" name="矩形 24657"/>
          <p:cNvSpPr/>
          <p:nvPr/>
        </p:nvSpPr>
        <p:spPr>
          <a:xfrm>
            <a:off x="4851400" y="420052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wrap="none" lIns="425721" tIns="212865" rIns="425721" bIns="212865"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1</a:t>
            </a:r>
            <a:endParaRPr lang="en-US" altLang="zh-CN" sz="1600" b="1">
              <a:latin typeface="Helvetica" pitchFamily="2" charset="0"/>
              <a:ea typeface="宋体" panose="02010600030101010101" pitchFamily="2" charset="-122"/>
            </a:endParaRPr>
          </a:p>
        </p:txBody>
      </p:sp>
      <p:sp>
        <p:nvSpPr>
          <p:cNvPr id="24658" name="矩形 24658"/>
          <p:cNvSpPr/>
          <p:nvPr/>
        </p:nvSpPr>
        <p:spPr>
          <a:xfrm>
            <a:off x="4851400" y="4543425"/>
            <a:ext cx="585788" cy="328613"/>
          </a:xfrm>
          <a:prstGeom prst="rect">
            <a:avLst/>
          </a:prstGeom>
          <a:solidFill>
            <a:schemeClr val="folHlink"/>
          </a:solidFill>
          <a:ln w="12700" cap="flat" cmpd="sng">
            <a:solidFill>
              <a:schemeClr val="tx1"/>
            </a:solidFill>
            <a:prstDash val="solid"/>
            <a:miter/>
            <a:headEnd type="none" w="med" len="med"/>
            <a:tailEnd type="none" w="med" len="med"/>
          </a:ln>
        </p:spPr>
        <p:txBody>
          <a:bodyPr wrap="none" lIns="425721" tIns="212865" rIns="425721" bIns="212865"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1</a:t>
            </a:r>
            <a:endParaRPr lang="en-US" altLang="zh-CN" sz="1600" b="1">
              <a:latin typeface="Helvetica" pitchFamily="2" charset="0"/>
              <a:ea typeface="宋体" panose="02010600030101010101" pitchFamily="2" charset="-122"/>
            </a:endParaRPr>
          </a:p>
        </p:txBody>
      </p:sp>
      <p:sp>
        <p:nvSpPr>
          <p:cNvPr id="24659" name="矩形 24659"/>
          <p:cNvSpPr/>
          <p:nvPr/>
        </p:nvSpPr>
        <p:spPr>
          <a:xfrm>
            <a:off x="3078163" y="4543425"/>
            <a:ext cx="930275" cy="360363"/>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10.1.0.0</a:t>
            </a:r>
            <a:endParaRPr lang="en-US" altLang="zh-CN" sz="1600" b="1">
              <a:latin typeface="Helvetica" pitchFamily="2" charset="0"/>
              <a:ea typeface="宋体" panose="02010600030101010101" pitchFamily="2" charset="-122"/>
            </a:endParaRPr>
          </a:p>
        </p:txBody>
      </p:sp>
      <p:sp>
        <p:nvSpPr>
          <p:cNvPr id="24660" name="矩形 24660"/>
          <p:cNvSpPr/>
          <p:nvPr/>
        </p:nvSpPr>
        <p:spPr>
          <a:xfrm>
            <a:off x="3078163" y="4200525"/>
            <a:ext cx="930275" cy="360363"/>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10.4.0.0</a:t>
            </a:r>
            <a:endParaRPr lang="en-US" altLang="zh-CN" sz="1600" b="1">
              <a:latin typeface="Helvetica" pitchFamily="2" charset="0"/>
              <a:ea typeface="宋体" panose="02010600030101010101" pitchFamily="2" charset="-122"/>
            </a:endParaRPr>
          </a:p>
        </p:txBody>
      </p:sp>
      <p:sp>
        <p:nvSpPr>
          <p:cNvPr id="24661" name="矩形 24661"/>
          <p:cNvSpPr/>
          <p:nvPr/>
        </p:nvSpPr>
        <p:spPr>
          <a:xfrm>
            <a:off x="3086100" y="3849688"/>
            <a:ext cx="930275" cy="360362"/>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24662" name="矩形 24662"/>
          <p:cNvSpPr/>
          <p:nvPr/>
        </p:nvSpPr>
        <p:spPr>
          <a:xfrm>
            <a:off x="4976813" y="3524250"/>
            <a:ext cx="317500" cy="360363"/>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4663" name="矩形 24663"/>
          <p:cNvSpPr/>
          <p:nvPr/>
        </p:nvSpPr>
        <p:spPr>
          <a:xfrm>
            <a:off x="4981575" y="3867150"/>
            <a:ext cx="317500" cy="360363"/>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4664" name="标题 24664"/>
          <p:cNvSpPr>
            <a:spLocks noGrp="1"/>
          </p:cNvSpPr>
          <p:nvPr>
            <p:ph type="title"/>
          </p:nvPr>
        </p:nvSpPr>
        <p:spPr/>
        <p:txBody>
          <a:bodyPr anchor="b"/>
          <a:p>
            <a:r>
              <a:rPr lang="zh-CN" altLang="en-US"/>
              <a:t>路由回路</a:t>
            </a:r>
            <a:endParaRPr lang="zh-CN" altLang="en-US"/>
          </a:p>
        </p:txBody>
      </p:sp>
      <p:sp>
        <p:nvSpPr>
          <p:cNvPr id="24665" name="文本占位符 24665"/>
          <p:cNvSpPr>
            <a:spLocks noGrp="1"/>
          </p:cNvSpPr>
          <p:nvPr>
            <p:ph idx="1"/>
          </p:nvPr>
        </p:nvSpPr>
        <p:spPr>
          <a:xfrm>
            <a:off x="755650" y="5183188"/>
            <a:ext cx="7561263" cy="909637"/>
          </a:xfrm>
        </p:spPr>
        <p:txBody>
          <a:bodyPr anchor="t"/>
          <a:p>
            <a:r>
              <a:rPr lang="zh-CN" altLang="en-US"/>
              <a:t>每台路由器上都有到每个网段的路由信息。</a:t>
            </a:r>
            <a:endParaRPr lang="zh-CN" altLang="en-US"/>
          </a:p>
          <a:p>
            <a:endParaRPr lang="zh-CN" altLang="en-US"/>
          </a:p>
        </p:txBody>
      </p:sp>
      <p:pic>
        <p:nvPicPr>
          <p:cNvPr id="24666" name="图片 24666" descr="GER---"/>
          <p:cNvPicPr>
            <a:picLocks noChangeAspect="1"/>
          </p:cNvPicPr>
          <p:nvPr/>
        </p:nvPicPr>
        <p:blipFill>
          <a:blip r:embed="rId1"/>
          <a:stretch>
            <a:fillRect/>
          </a:stretch>
        </p:blipFill>
        <p:spPr>
          <a:xfrm>
            <a:off x="1303338" y="1628775"/>
            <a:ext cx="1108075" cy="738188"/>
          </a:xfrm>
          <a:prstGeom prst="rect">
            <a:avLst/>
          </a:prstGeom>
          <a:noFill/>
          <a:ln w="9525">
            <a:noFill/>
          </a:ln>
        </p:spPr>
      </p:pic>
      <p:pic>
        <p:nvPicPr>
          <p:cNvPr id="24667" name="图片 24667" descr="GER---"/>
          <p:cNvPicPr>
            <a:picLocks noChangeAspect="1"/>
          </p:cNvPicPr>
          <p:nvPr/>
        </p:nvPicPr>
        <p:blipFill>
          <a:blip r:embed="rId1"/>
          <a:stretch>
            <a:fillRect/>
          </a:stretch>
        </p:blipFill>
        <p:spPr>
          <a:xfrm>
            <a:off x="3924300" y="1628775"/>
            <a:ext cx="1108075" cy="738188"/>
          </a:xfrm>
          <a:prstGeom prst="rect">
            <a:avLst/>
          </a:prstGeom>
          <a:noFill/>
          <a:ln w="9525">
            <a:noFill/>
          </a:ln>
        </p:spPr>
      </p:pic>
      <p:pic>
        <p:nvPicPr>
          <p:cNvPr id="24668" name="图片 24668" descr="GER---"/>
          <p:cNvPicPr>
            <a:picLocks noChangeAspect="1"/>
          </p:cNvPicPr>
          <p:nvPr/>
        </p:nvPicPr>
        <p:blipFill>
          <a:blip r:embed="rId1"/>
          <a:stretch>
            <a:fillRect/>
          </a:stretch>
        </p:blipFill>
        <p:spPr>
          <a:xfrm>
            <a:off x="6632575" y="1611313"/>
            <a:ext cx="1108075" cy="738187"/>
          </a:xfrm>
          <a:prstGeom prst="rect">
            <a:avLst/>
          </a:prstGeom>
          <a:noFill/>
          <a:ln w="9525">
            <a:noFill/>
          </a:ln>
        </p:spPr>
      </p:pic>
      <p:sp>
        <p:nvSpPr>
          <p:cNvPr id="24670" name="矩形 24669"/>
          <p:cNvSpPr/>
          <p:nvPr/>
        </p:nvSpPr>
        <p:spPr>
          <a:xfrm>
            <a:off x="1685925"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A</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24671" name="矩形 24670"/>
          <p:cNvSpPr/>
          <p:nvPr/>
        </p:nvSpPr>
        <p:spPr>
          <a:xfrm>
            <a:off x="4341813"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B</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24672" name="矩形 24671"/>
          <p:cNvSpPr/>
          <p:nvPr/>
        </p:nvSpPr>
        <p:spPr>
          <a:xfrm>
            <a:off x="7013575"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C</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未知"/>
          <p:cNvSpPr/>
          <p:nvPr/>
        </p:nvSpPr>
        <p:spPr>
          <a:xfrm>
            <a:off x="61087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26626" name="未知"/>
          <p:cNvSpPr/>
          <p:nvPr/>
        </p:nvSpPr>
        <p:spPr>
          <a:xfrm>
            <a:off x="34544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26627" name="未知"/>
          <p:cNvSpPr/>
          <p:nvPr/>
        </p:nvSpPr>
        <p:spPr>
          <a:xfrm>
            <a:off x="7874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26628" name="矩形 26628"/>
          <p:cNvSpPr/>
          <p:nvPr/>
        </p:nvSpPr>
        <p:spPr>
          <a:xfrm>
            <a:off x="760413" y="5224463"/>
            <a:ext cx="7299325" cy="1025525"/>
          </a:xfrm>
          <a:prstGeom prst="rect">
            <a:avLst/>
          </a:prstGeom>
          <a:noFill/>
          <a:ln w="9525">
            <a:noFill/>
          </a:ln>
        </p:spPr>
        <p:txBody>
          <a:bodyPr lIns="82153" tIns="41076" rIns="82153" bIns="41076" anchor="ctr" anchorCtr="1"/>
          <a:p>
            <a:pPr marL="342900" indent="-342900">
              <a:spcBef>
                <a:spcPct val="20000"/>
              </a:spcBef>
              <a:buClr>
                <a:srgbClr val="3333CC"/>
              </a:buClr>
              <a:buFont typeface="Wingdings" panose="05000000000000000000" pitchFamily="2" charset="2"/>
              <a:buChar char="Ø"/>
            </a:pPr>
            <a:endParaRPr lang="zh-CN" altLang="zh-CN" sz="2400" b="1">
              <a:latin typeface="Times New Roman" panose="02020603050405020304" pitchFamily="2" charset="0"/>
              <a:ea typeface="宋体" panose="02010600030101010101" pitchFamily="2" charset="-122"/>
            </a:endParaRPr>
          </a:p>
        </p:txBody>
      </p:sp>
      <p:sp>
        <p:nvSpPr>
          <p:cNvPr id="26629" name="直接连接符 26629"/>
          <p:cNvSpPr/>
          <p:nvPr/>
        </p:nvSpPr>
        <p:spPr>
          <a:xfrm>
            <a:off x="700088" y="2100263"/>
            <a:ext cx="614362" cy="0"/>
          </a:xfrm>
          <a:prstGeom prst="line">
            <a:avLst/>
          </a:prstGeom>
          <a:ln w="50800" cap="flat" cmpd="sng">
            <a:solidFill>
              <a:schemeClr val="accent2"/>
            </a:solidFill>
            <a:prstDash val="solid"/>
            <a:round/>
            <a:headEnd type="none" w="med" len="med"/>
            <a:tailEnd type="none" w="med" len="med"/>
          </a:ln>
        </p:spPr>
      </p:sp>
      <p:sp>
        <p:nvSpPr>
          <p:cNvPr id="26630" name="直接连接符 26630"/>
          <p:cNvSpPr/>
          <p:nvPr/>
        </p:nvSpPr>
        <p:spPr>
          <a:xfrm>
            <a:off x="7658100" y="2100263"/>
            <a:ext cx="614363" cy="0"/>
          </a:xfrm>
          <a:prstGeom prst="line">
            <a:avLst/>
          </a:prstGeom>
          <a:ln w="50800" cap="flat" cmpd="sng">
            <a:solidFill>
              <a:schemeClr val="accent2"/>
            </a:solidFill>
            <a:prstDash val="solid"/>
            <a:round/>
            <a:headEnd type="none" w="med" len="med"/>
            <a:tailEnd type="none" w="med" len="med"/>
          </a:ln>
        </p:spPr>
      </p:sp>
      <p:sp>
        <p:nvSpPr>
          <p:cNvPr id="26631" name="未知"/>
          <p:cNvSpPr/>
          <p:nvPr/>
        </p:nvSpPr>
        <p:spPr>
          <a:xfrm>
            <a:off x="2085975" y="1971675"/>
            <a:ext cx="2144713" cy="173038"/>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26632" name="未知"/>
          <p:cNvSpPr/>
          <p:nvPr/>
        </p:nvSpPr>
        <p:spPr>
          <a:xfrm>
            <a:off x="4829175" y="1971675"/>
            <a:ext cx="2144713" cy="173038"/>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26633" name="矩形 26633"/>
          <p:cNvSpPr/>
          <p:nvPr/>
        </p:nvSpPr>
        <p:spPr>
          <a:xfrm>
            <a:off x="185738"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10.1.0.0</a:t>
            </a:r>
            <a:endParaRPr lang="en-US" altLang="zh-CN" sz="2000" b="1">
              <a:solidFill>
                <a:srgbClr val="000000"/>
              </a:solidFill>
              <a:latin typeface="Helvetica" pitchFamily="2" charset="0"/>
              <a:ea typeface="宋体" panose="02010600030101010101" pitchFamily="2" charset="-122"/>
            </a:endParaRPr>
          </a:p>
        </p:txBody>
      </p:sp>
      <p:sp>
        <p:nvSpPr>
          <p:cNvPr id="26634" name="矩形 26634"/>
          <p:cNvSpPr/>
          <p:nvPr/>
        </p:nvSpPr>
        <p:spPr>
          <a:xfrm>
            <a:off x="2800350" y="1579563"/>
            <a:ext cx="1243013"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10.2.0.0</a:t>
            </a:r>
            <a:endParaRPr lang="en-US" altLang="zh-CN" sz="2000" b="1">
              <a:solidFill>
                <a:srgbClr val="000000"/>
              </a:solidFill>
              <a:latin typeface="Helvetica" pitchFamily="2" charset="0"/>
              <a:ea typeface="宋体" panose="02010600030101010101" pitchFamily="2" charset="-122"/>
            </a:endParaRPr>
          </a:p>
        </p:txBody>
      </p:sp>
      <p:sp>
        <p:nvSpPr>
          <p:cNvPr id="26635" name="矩形 26635"/>
          <p:cNvSpPr/>
          <p:nvPr/>
        </p:nvSpPr>
        <p:spPr>
          <a:xfrm>
            <a:off x="5272088"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10.3.0.0</a:t>
            </a:r>
            <a:endParaRPr lang="en-US" altLang="zh-CN" sz="2000" b="1">
              <a:solidFill>
                <a:srgbClr val="000000"/>
              </a:solidFill>
              <a:latin typeface="Helvetica" pitchFamily="2" charset="0"/>
              <a:ea typeface="宋体" panose="02010600030101010101" pitchFamily="2" charset="-122"/>
            </a:endParaRPr>
          </a:p>
        </p:txBody>
      </p:sp>
      <p:sp>
        <p:nvSpPr>
          <p:cNvPr id="26636" name="矩形 26636"/>
          <p:cNvSpPr/>
          <p:nvPr/>
        </p:nvSpPr>
        <p:spPr>
          <a:xfrm>
            <a:off x="7815263"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10.4.0.0</a:t>
            </a:r>
            <a:endParaRPr lang="en-US" altLang="zh-CN" sz="2000" b="1">
              <a:solidFill>
                <a:srgbClr val="000000"/>
              </a:solidFill>
              <a:latin typeface="Helvetica" pitchFamily="2" charset="0"/>
              <a:ea typeface="宋体" panose="02010600030101010101" pitchFamily="2" charset="-122"/>
            </a:endParaRPr>
          </a:p>
        </p:txBody>
      </p:sp>
      <p:sp>
        <p:nvSpPr>
          <p:cNvPr id="26637" name="矩形 26637"/>
          <p:cNvSpPr/>
          <p:nvPr/>
        </p:nvSpPr>
        <p:spPr>
          <a:xfrm>
            <a:off x="811213" y="20970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26638" name="矩形 26638"/>
          <p:cNvSpPr/>
          <p:nvPr/>
        </p:nvSpPr>
        <p:spPr>
          <a:xfrm>
            <a:off x="2439988" y="20970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6639" name="矩形 26639"/>
          <p:cNvSpPr/>
          <p:nvPr/>
        </p:nvSpPr>
        <p:spPr>
          <a:xfrm>
            <a:off x="3497263"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6640" name="矩形 26640"/>
          <p:cNvSpPr/>
          <p:nvPr/>
        </p:nvSpPr>
        <p:spPr>
          <a:xfrm>
            <a:off x="5083175"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26641" name="矩形 26641"/>
          <p:cNvSpPr/>
          <p:nvPr/>
        </p:nvSpPr>
        <p:spPr>
          <a:xfrm>
            <a:off x="6134100"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6642" name="矩形 26642"/>
          <p:cNvSpPr/>
          <p:nvPr/>
        </p:nvSpPr>
        <p:spPr>
          <a:xfrm>
            <a:off x="7720013"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26644" name="矩形 26643"/>
          <p:cNvSpPr/>
          <p:nvPr/>
        </p:nvSpPr>
        <p:spPr>
          <a:xfrm>
            <a:off x="8129588" y="1793875"/>
            <a:ext cx="514350" cy="500063"/>
          </a:xfrm>
          <a:prstGeom prst="rect">
            <a:avLst/>
          </a:prstGeom>
          <a:noFill/>
          <a:ln w="9525">
            <a:noFill/>
          </a:ln>
        </p:spPr>
        <p:txBody>
          <a:bodyPr wrap="none" lIns="21431" tIns="30362" rIns="21431" bIns="30362"/>
          <a:p>
            <a:pPr defTabSz="1028700" eaLnBrk="0" fontAlgn="base" hangingPunct="0">
              <a:lnSpc>
                <a:spcPts val="4840"/>
              </a:lnSpc>
              <a:tabLst>
                <a:tab pos="514350" algn="l"/>
                <a:tab pos="1028700" algn="l"/>
                <a:tab pos="1543050" algn="l"/>
              </a:tabLst>
            </a:pPr>
            <a:r>
              <a:rPr lang="en-US" altLang="zh-CN" sz="4100" b="1" strike="noStrike" noProof="1">
                <a:solidFill>
                  <a:schemeClr val="accent2"/>
                </a:solidFill>
                <a:effectLst>
                  <a:outerShdw blurRad="38100" dist="38100" dir="2700000">
                    <a:srgbClr val="C0C0C0"/>
                  </a:outerShdw>
                </a:effectLst>
                <a:latin typeface="Helvetica" pitchFamily="2" charset="0"/>
                <a:ea typeface="宋体" panose="02010600030101010101" pitchFamily="2" charset="-122"/>
                <a:cs typeface="+mn-cs"/>
              </a:rPr>
              <a:t>X</a:t>
            </a:r>
            <a:endParaRPr lang="en-US" altLang="zh-CN" sz="4100" b="1" strike="noStrike" noProof="1">
              <a:solidFill>
                <a:schemeClr val="accent2"/>
              </a:solidFill>
              <a:effectLst>
                <a:outerShdw blurRad="38100" dist="38100" dir="2700000">
                  <a:srgbClr val="C0C0C0"/>
                </a:outerShdw>
              </a:effectLst>
              <a:latin typeface="Helvetica" pitchFamily="2" charset="0"/>
            </a:endParaRPr>
          </a:p>
        </p:txBody>
      </p:sp>
      <p:sp>
        <p:nvSpPr>
          <p:cNvPr id="2" name="矩形 26644"/>
          <p:cNvSpPr/>
          <p:nvPr/>
        </p:nvSpPr>
        <p:spPr>
          <a:xfrm>
            <a:off x="6107113" y="3186113"/>
            <a:ext cx="1971675"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26645" name="矩形 26645"/>
          <p:cNvSpPr/>
          <p:nvPr/>
        </p:nvSpPr>
        <p:spPr>
          <a:xfrm>
            <a:off x="6107113" y="3522663"/>
            <a:ext cx="785812"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46" name="矩形 26646"/>
          <p:cNvSpPr/>
          <p:nvPr/>
        </p:nvSpPr>
        <p:spPr>
          <a:xfrm>
            <a:off x="6892925" y="3522663"/>
            <a:ext cx="585788"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47" name="矩形 26647"/>
          <p:cNvSpPr/>
          <p:nvPr/>
        </p:nvSpPr>
        <p:spPr>
          <a:xfrm>
            <a:off x="5670550" y="3513138"/>
            <a:ext cx="949325" cy="360362"/>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26648" name="矩形 26648"/>
          <p:cNvSpPr/>
          <p:nvPr/>
        </p:nvSpPr>
        <p:spPr>
          <a:xfrm>
            <a:off x="6107113" y="3865563"/>
            <a:ext cx="771525"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49" name="矩形 26649"/>
          <p:cNvSpPr/>
          <p:nvPr/>
        </p:nvSpPr>
        <p:spPr>
          <a:xfrm>
            <a:off x="6113463" y="4208463"/>
            <a:ext cx="765175"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50" name="矩形 26650"/>
          <p:cNvSpPr/>
          <p:nvPr/>
        </p:nvSpPr>
        <p:spPr>
          <a:xfrm>
            <a:off x="6113463" y="4551363"/>
            <a:ext cx="765175"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51" name="矩形 26651"/>
          <p:cNvSpPr/>
          <p:nvPr/>
        </p:nvSpPr>
        <p:spPr>
          <a:xfrm>
            <a:off x="6892925" y="3865563"/>
            <a:ext cx="585788"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52" name="矩形 26652"/>
          <p:cNvSpPr/>
          <p:nvPr/>
        </p:nvSpPr>
        <p:spPr>
          <a:xfrm>
            <a:off x="6892925" y="4208463"/>
            <a:ext cx="585788"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53" name="矩形 26653"/>
          <p:cNvSpPr/>
          <p:nvPr/>
        </p:nvSpPr>
        <p:spPr>
          <a:xfrm>
            <a:off x="6892925" y="4551363"/>
            <a:ext cx="585788"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54" name="矩形 26654"/>
          <p:cNvSpPr/>
          <p:nvPr/>
        </p:nvSpPr>
        <p:spPr>
          <a:xfrm>
            <a:off x="6838950" y="3540125"/>
            <a:ext cx="452438" cy="342900"/>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6655" name="矩形 26655"/>
          <p:cNvSpPr/>
          <p:nvPr/>
        </p:nvSpPr>
        <p:spPr>
          <a:xfrm>
            <a:off x="6838950" y="3868738"/>
            <a:ext cx="452438" cy="342900"/>
          </a:xfrm>
          <a:prstGeom prst="rect">
            <a:avLst/>
          </a:prstGeom>
          <a:noFill/>
          <a:ln w="9525">
            <a:noFill/>
          </a:ln>
        </p:spPr>
        <p:txBody>
          <a:bodyPr wrap="none" lIns="9101015" tIns="4550613" rIns="9101015" bIns="4550613" anchor="ctr"/>
          <a:p>
            <a:pPr defTabSz="1028700" eaLnBrk="0" hangingPunct="0"/>
            <a:r>
              <a:rPr lang="en-US" altLang="zh-CN" sz="1600" b="1">
                <a:solidFill>
                  <a:schemeClr val="accent2"/>
                </a:solidFill>
                <a:latin typeface="Helvetica" pitchFamily="2" charset="0"/>
                <a:ea typeface="宋体" panose="02010600030101010101" pitchFamily="2" charset="-122"/>
              </a:rPr>
              <a:t>E0</a:t>
            </a:r>
            <a:endParaRPr lang="en-US" altLang="zh-CN" sz="1600" b="1">
              <a:solidFill>
                <a:schemeClr val="accent2"/>
              </a:solidFill>
              <a:latin typeface="Helvetica" pitchFamily="2" charset="0"/>
              <a:ea typeface="宋体" panose="02010600030101010101" pitchFamily="2" charset="-122"/>
            </a:endParaRPr>
          </a:p>
        </p:txBody>
      </p:sp>
      <p:sp>
        <p:nvSpPr>
          <p:cNvPr id="26656" name="矩形 26656"/>
          <p:cNvSpPr/>
          <p:nvPr/>
        </p:nvSpPr>
        <p:spPr>
          <a:xfrm>
            <a:off x="6838950" y="4211638"/>
            <a:ext cx="452438" cy="342900"/>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6657" name="矩形 26657"/>
          <p:cNvSpPr/>
          <p:nvPr/>
        </p:nvSpPr>
        <p:spPr>
          <a:xfrm>
            <a:off x="6838950" y="4554538"/>
            <a:ext cx="452438" cy="342900"/>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sp>
        <p:nvSpPr>
          <p:cNvPr id="26658" name="矩形 26658"/>
          <p:cNvSpPr/>
          <p:nvPr/>
        </p:nvSpPr>
        <p:spPr>
          <a:xfrm>
            <a:off x="7493000" y="3522663"/>
            <a:ext cx="585788"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59" name="矩形 26659"/>
          <p:cNvSpPr/>
          <p:nvPr/>
        </p:nvSpPr>
        <p:spPr>
          <a:xfrm>
            <a:off x="7493000" y="3865563"/>
            <a:ext cx="585788"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60" name="矩形 26660"/>
          <p:cNvSpPr/>
          <p:nvPr/>
        </p:nvSpPr>
        <p:spPr>
          <a:xfrm>
            <a:off x="7493000" y="4208463"/>
            <a:ext cx="585788"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26661" name="矩形 26661"/>
          <p:cNvSpPr/>
          <p:nvPr/>
        </p:nvSpPr>
        <p:spPr>
          <a:xfrm>
            <a:off x="7493000" y="4551363"/>
            <a:ext cx="585788"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2</a:t>
            </a:r>
            <a:endParaRPr lang="en-US" altLang="zh-CN" sz="1600" b="1">
              <a:solidFill>
                <a:schemeClr val="tx2"/>
              </a:solidFill>
              <a:latin typeface="Helvetica" pitchFamily="2" charset="0"/>
              <a:ea typeface="宋体" panose="02010600030101010101" pitchFamily="2" charset="-122"/>
            </a:endParaRPr>
          </a:p>
        </p:txBody>
      </p:sp>
      <p:sp>
        <p:nvSpPr>
          <p:cNvPr id="26662" name="矩形 26662"/>
          <p:cNvSpPr/>
          <p:nvPr/>
        </p:nvSpPr>
        <p:spPr>
          <a:xfrm>
            <a:off x="5664200" y="4551363"/>
            <a:ext cx="930275" cy="360362"/>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10.1.0.0</a:t>
            </a:r>
            <a:endParaRPr lang="en-US" altLang="zh-CN" sz="1600" b="1">
              <a:solidFill>
                <a:schemeClr val="tx2"/>
              </a:solidFill>
              <a:latin typeface="Helvetica" pitchFamily="2" charset="0"/>
              <a:ea typeface="宋体" panose="02010600030101010101" pitchFamily="2" charset="-122"/>
            </a:endParaRPr>
          </a:p>
        </p:txBody>
      </p:sp>
      <p:sp>
        <p:nvSpPr>
          <p:cNvPr id="26663" name="矩形 26663"/>
          <p:cNvSpPr/>
          <p:nvPr/>
        </p:nvSpPr>
        <p:spPr>
          <a:xfrm>
            <a:off x="5664200" y="4208463"/>
            <a:ext cx="930275" cy="360362"/>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26664" name="矩形 26664"/>
          <p:cNvSpPr/>
          <p:nvPr/>
        </p:nvSpPr>
        <p:spPr>
          <a:xfrm>
            <a:off x="5670550" y="3856038"/>
            <a:ext cx="931863" cy="360362"/>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10.4.0.0</a:t>
            </a:r>
            <a:endParaRPr lang="en-US" altLang="zh-CN" sz="1600" b="1">
              <a:solidFill>
                <a:schemeClr val="accent2"/>
              </a:solidFill>
              <a:latin typeface="Helvetica" pitchFamily="2" charset="0"/>
              <a:ea typeface="宋体" panose="02010600030101010101" pitchFamily="2" charset="-122"/>
            </a:endParaRPr>
          </a:p>
        </p:txBody>
      </p:sp>
      <p:sp>
        <p:nvSpPr>
          <p:cNvPr id="26665" name="矩形 26665"/>
          <p:cNvSpPr/>
          <p:nvPr/>
        </p:nvSpPr>
        <p:spPr>
          <a:xfrm>
            <a:off x="7618413" y="3530600"/>
            <a:ext cx="317500" cy="360363"/>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6666" name="矩形 26666"/>
          <p:cNvSpPr/>
          <p:nvPr/>
        </p:nvSpPr>
        <p:spPr>
          <a:xfrm>
            <a:off x="7137400" y="3859213"/>
            <a:ext cx="752475" cy="361950"/>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Down</a:t>
            </a:r>
            <a:endParaRPr lang="en-US" altLang="zh-CN" sz="1600" b="1">
              <a:solidFill>
                <a:schemeClr val="accent2"/>
              </a:solidFill>
              <a:latin typeface="Helvetica" pitchFamily="2" charset="0"/>
              <a:ea typeface="宋体" panose="02010600030101010101" pitchFamily="2" charset="-122"/>
            </a:endParaRPr>
          </a:p>
        </p:txBody>
      </p:sp>
      <p:sp>
        <p:nvSpPr>
          <p:cNvPr id="26667" name="矩形 26667"/>
          <p:cNvSpPr/>
          <p:nvPr/>
        </p:nvSpPr>
        <p:spPr>
          <a:xfrm>
            <a:off x="806450" y="3171825"/>
            <a:ext cx="1971675"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26668" name="矩形 26668"/>
          <p:cNvSpPr/>
          <p:nvPr/>
        </p:nvSpPr>
        <p:spPr>
          <a:xfrm>
            <a:off x="806450" y="3508375"/>
            <a:ext cx="785813"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69" name="矩形 26669"/>
          <p:cNvSpPr/>
          <p:nvPr/>
        </p:nvSpPr>
        <p:spPr>
          <a:xfrm>
            <a:off x="1592263" y="350837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70" name="矩形 26670"/>
          <p:cNvSpPr/>
          <p:nvPr/>
        </p:nvSpPr>
        <p:spPr>
          <a:xfrm>
            <a:off x="369888" y="3498850"/>
            <a:ext cx="949325" cy="360363"/>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10.1.0.0</a:t>
            </a:r>
            <a:endParaRPr lang="en-US" altLang="zh-CN" sz="1600" b="1">
              <a:latin typeface="Helvetica" pitchFamily="2" charset="0"/>
              <a:ea typeface="宋体" panose="02010600030101010101" pitchFamily="2" charset="-122"/>
            </a:endParaRPr>
          </a:p>
        </p:txBody>
      </p:sp>
      <p:sp>
        <p:nvSpPr>
          <p:cNvPr id="26671" name="矩形 26671"/>
          <p:cNvSpPr/>
          <p:nvPr/>
        </p:nvSpPr>
        <p:spPr>
          <a:xfrm>
            <a:off x="806450" y="3851275"/>
            <a:ext cx="771525"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72" name="矩形 26672"/>
          <p:cNvSpPr/>
          <p:nvPr/>
        </p:nvSpPr>
        <p:spPr>
          <a:xfrm>
            <a:off x="812800" y="4194175"/>
            <a:ext cx="765175"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73" name="矩形 26673"/>
          <p:cNvSpPr/>
          <p:nvPr/>
        </p:nvSpPr>
        <p:spPr>
          <a:xfrm>
            <a:off x="812800" y="4537075"/>
            <a:ext cx="765175"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74" name="矩形 26674"/>
          <p:cNvSpPr/>
          <p:nvPr/>
        </p:nvSpPr>
        <p:spPr>
          <a:xfrm>
            <a:off x="1592263" y="385127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75" name="矩形 26675"/>
          <p:cNvSpPr/>
          <p:nvPr/>
        </p:nvSpPr>
        <p:spPr>
          <a:xfrm>
            <a:off x="1592263" y="419417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76" name="矩形 26676"/>
          <p:cNvSpPr/>
          <p:nvPr/>
        </p:nvSpPr>
        <p:spPr>
          <a:xfrm>
            <a:off x="1592263" y="453707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77" name="矩形 26677"/>
          <p:cNvSpPr/>
          <p:nvPr/>
        </p:nvSpPr>
        <p:spPr>
          <a:xfrm>
            <a:off x="1538288" y="3525838"/>
            <a:ext cx="452437" cy="342900"/>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26678" name="矩形 26678"/>
          <p:cNvSpPr/>
          <p:nvPr/>
        </p:nvSpPr>
        <p:spPr>
          <a:xfrm>
            <a:off x="1538288" y="3854450"/>
            <a:ext cx="452437" cy="342900"/>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6679" name="矩形 26679"/>
          <p:cNvSpPr/>
          <p:nvPr/>
        </p:nvSpPr>
        <p:spPr>
          <a:xfrm>
            <a:off x="1538288" y="4197350"/>
            <a:ext cx="452437" cy="342900"/>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6680" name="矩形 26680"/>
          <p:cNvSpPr/>
          <p:nvPr/>
        </p:nvSpPr>
        <p:spPr>
          <a:xfrm>
            <a:off x="1538288" y="4540250"/>
            <a:ext cx="452437" cy="342900"/>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sp>
        <p:nvSpPr>
          <p:cNvPr id="26681" name="矩形 26681"/>
          <p:cNvSpPr/>
          <p:nvPr/>
        </p:nvSpPr>
        <p:spPr>
          <a:xfrm>
            <a:off x="2192338" y="350837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82" name="矩形 26682"/>
          <p:cNvSpPr/>
          <p:nvPr/>
        </p:nvSpPr>
        <p:spPr>
          <a:xfrm>
            <a:off x="2192338" y="385127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83" name="矩形 26683"/>
          <p:cNvSpPr/>
          <p:nvPr/>
        </p:nvSpPr>
        <p:spPr>
          <a:xfrm>
            <a:off x="2192338" y="419417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26684" name="矩形 26684"/>
          <p:cNvSpPr/>
          <p:nvPr/>
        </p:nvSpPr>
        <p:spPr>
          <a:xfrm>
            <a:off x="2192338" y="453707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2</a:t>
            </a:r>
            <a:endParaRPr lang="en-US" altLang="zh-CN" sz="1600" b="1">
              <a:solidFill>
                <a:schemeClr val="tx2"/>
              </a:solidFill>
              <a:latin typeface="Helvetica" pitchFamily="2" charset="0"/>
              <a:ea typeface="宋体" panose="02010600030101010101" pitchFamily="2" charset="-122"/>
            </a:endParaRPr>
          </a:p>
        </p:txBody>
      </p:sp>
      <p:sp>
        <p:nvSpPr>
          <p:cNvPr id="26685" name="矩形 26685"/>
          <p:cNvSpPr/>
          <p:nvPr/>
        </p:nvSpPr>
        <p:spPr>
          <a:xfrm>
            <a:off x="363538" y="4537075"/>
            <a:ext cx="930275" cy="360363"/>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10.4.0.0</a:t>
            </a:r>
            <a:endParaRPr lang="en-US" altLang="zh-CN" sz="1600" b="1">
              <a:solidFill>
                <a:schemeClr val="tx2"/>
              </a:solidFill>
              <a:latin typeface="Helvetica" pitchFamily="2" charset="0"/>
              <a:ea typeface="宋体" panose="02010600030101010101" pitchFamily="2" charset="-122"/>
            </a:endParaRPr>
          </a:p>
        </p:txBody>
      </p:sp>
      <p:sp>
        <p:nvSpPr>
          <p:cNvPr id="26686" name="矩形 26686"/>
          <p:cNvSpPr/>
          <p:nvPr/>
        </p:nvSpPr>
        <p:spPr>
          <a:xfrm>
            <a:off x="363538" y="4194175"/>
            <a:ext cx="930275" cy="360363"/>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26687" name="矩形 26687"/>
          <p:cNvSpPr/>
          <p:nvPr/>
        </p:nvSpPr>
        <p:spPr>
          <a:xfrm>
            <a:off x="369888" y="3841750"/>
            <a:ext cx="930275" cy="360363"/>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26688" name="矩形 26688"/>
          <p:cNvSpPr/>
          <p:nvPr/>
        </p:nvSpPr>
        <p:spPr>
          <a:xfrm>
            <a:off x="2317750" y="3516313"/>
            <a:ext cx="317500" cy="360362"/>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6689" name="矩形 26689"/>
          <p:cNvSpPr/>
          <p:nvPr/>
        </p:nvSpPr>
        <p:spPr>
          <a:xfrm>
            <a:off x="2322513" y="3859213"/>
            <a:ext cx="317500" cy="361950"/>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6690" name="矩形 26690"/>
          <p:cNvSpPr/>
          <p:nvPr/>
        </p:nvSpPr>
        <p:spPr>
          <a:xfrm>
            <a:off x="3463925" y="3179763"/>
            <a:ext cx="1971675"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26691" name="矩形 26691"/>
          <p:cNvSpPr/>
          <p:nvPr/>
        </p:nvSpPr>
        <p:spPr>
          <a:xfrm>
            <a:off x="3463925" y="3514725"/>
            <a:ext cx="785813"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92" name="矩形 26692"/>
          <p:cNvSpPr/>
          <p:nvPr/>
        </p:nvSpPr>
        <p:spPr>
          <a:xfrm>
            <a:off x="4249738" y="351472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93" name="矩形 26693"/>
          <p:cNvSpPr/>
          <p:nvPr/>
        </p:nvSpPr>
        <p:spPr>
          <a:xfrm>
            <a:off x="3027363" y="3506788"/>
            <a:ext cx="949325" cy="360362"/>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26694" name="矩形 26694"/>
          <p:cNvSpPr/>
          <p:nvPr/>
        </p:nvSpPr>
        <p:spPr>
          <a:xfrm>
            <a:off x="3463925" y="3857625"/>
            <a:ext cx="771525"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95" name="矩形 26695"/>
          <p:cNvSpPr/>
          <p:nvPr/>
        </p:nvSpPr>
        <p:spPr>
          <a:xfrm>
            <a:off x="3470275" y="4200525"/>
            <a:ext cx="765175"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96" name="矩形 26696"/>
          <p:cNvSpPr/>
          <p:nvPr/>
        </p:nvSpPr>
        <p:spPr>
          <a:xfrm>
            <a:off x="3470275" y="4543425"/>
            <a:ext cx="765175"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97" name="矩形 26697"/>
          <p:cNvSpPr/>
          <p:nvPr/>
        </p:nvSpPr>
        <p:spPr>
          <a:xfrm>
            <a:off x="4249738" y="3859213"/>
            <a:ext cx="585787" cy="327025"/>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98" name="矩形 26698"/>
          <p:cNvSpPr/>
          <p:nvPr/>
        </p:nvSpPr>
        <p:spPr>
          <a:xfrm>
            <a:off x="4249738" y="420052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699" name="矩形 26699"/>
          <p:cNvSpPr/>
          <p:nvPr/>
        </p:nvSpPr>
        <p:spPr>
          <a:xfrm>
            <a:off x="4249738" y="454342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700" name="矩形 26700"/>
          <p:cNvSpPr/>
          <p:nvPr/>
        </p:nvSpPr>
        <p:spPr>
          <a:xfrm>
            <a:off x="4195763" y="3533775"/>
            <a:ext cx="452437" cy="342900"/>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6701" name="矩形 26701"/>
          <p:cNvSpPr/>
          <p:nvPr/>
        </p:nvSpPr>
        <p:spPr>
          <a:xfrm>
            <a:off x="4195763" y="3862388"/>
            <a:ext cx="452437" cy="342900"/>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26702" name="矩形 26702"/>
          <p:cNvSpPr/>
          <p:nvPr/>
        </p:nvSpPr>
        <p:spPr>
          <a:xfrm>
            <a:off x="4195763" y="4205288"/>
            <a:ext cx="452437" cy="341312"/>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26703" name="矩形 26703"/>
          <p:cNvSpPr/>
          <p:nvPr/>
        </p:nvSpPr>
        <p:spPr>
          <a:xfrm>
            <a:off x="4195763" y="4546600"/>
            <a:ext cx="452437" cy="342900"/>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sp>
        <p:nvSpPr>
          <p:cNvPr id="26704" name="矩形 26704"/>
          <p:cNvSpPr/>
          <p:nvPr/>
        </p:nvSpPr>
        <p:spPr>
          <a:xfrm>
            <a:off x="4849813" y="351472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705" name="矩形 26705"/>
          <p:cNvSpPr/>
          <p:nvPr/>
        </p:nvSpPr>
        <p:spPr>
          <a:xfrm>
            <a:off x="4849813" y="385762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6706" name="矩形 26706"/>
          <p:cNvSpPr/>
          <p:nvPr/>
        </p:nvSpPr>
        <p:spPr>
          <a:xfrm>
            <a:off x="4849813" y="420052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26707" name="矩形 26707"/>
          <p:cNvSpPr/>
          <p:nvPr/>
        </p:nvSpPr>
        <p:spPr>
          <a:xfrm>
            <a:off x="4849813" y="4543425"/>
            <a:ext cx="585787"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26708" name="矩形 26708"/>
          <p:cNvSpPr/>
          <p:nvPr/>
        </p:nvSpPr>
        <p:spPr>
          <a:xfrm>
            <a:off x="3021013" y="4543425"/>
            <a:ext cx="930275" cy="360363"/>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10.1.0.0</a:t>
            </a:r>
            <a:endParaRPr lang="en-US" altLang="zh-CN" sz="1600" b="1">
              <a:solidFill>
                <a:schemeClr val="tx2"/>
              </a:solidFill>
              <a:latin typeface="Helvetica" pitchFamily="2" charset="0"/>
              <a:ea typeface="宋体" panose="02010600030101010101" pitchFamily="2" charset="-122"/>
            </a:endParaRPr>
          </a:p>
        </p:txBody>
      </p:sp>
      <p:sp>
        <p:nvSpPr>
          <p:cNvPr id="26709" name="矩形 26709"/>
          <p:cNvSpPr/>
          <p:nvPr/>
        </p:nvSpPr>
        <p:spPr>
          <a:xfrm>
            <a:off x="3021013" y="4200525"/>
            <a:ext cx="930275" cy="360363"/>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10.4.0.0</a:t>
            </a:r>
            <a:endParaRPr lang="en-US" altLang="zh-CN" sz="1600" b="1">
              <a:latin typeface="Helvetica" pitchFamily="2" charset="0"/>
              <a:ea typeface="宋体" panose="02010600030101010101" pitchFamily="2" charset="-122"/>
            </a:endParaRPr>
          </a:p>
        </p:txBody>
      </p:sp>
      <p:sp>
        <p:nvSpPr>
          <p:cNvPr id="26710" name="矩形 26710"/>
          <p:cNvSpPr/>
          <p:nvPr/>
        </p:nvSpPr>
        <p:spPr>
          <a:xfrm>
            <a:off x="3027363" y="3849688"/>
            <a:ext cx="930275" cy="360362"/>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26711" name="矩形 26711"/>
          <p:cNvSpPr/>
          <p:nvPr/>
        </p:nvSpPr>
        <p:spPr>
          <a:xfrm>
            <a:off x="4975225" y="3524250"/>
            <a:ext cx="317500" cy="360363"/>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6712" name="矩形 26712"/>
          <p:cNvSpPr/>
          <p:nvPr/>
        </p:nvSpPr>
        <p:spPr>
          <a:xfrm>
            <a:off x="4979988" y="3867150"/>
            <a:ext cx="317500" cy="360363"/>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6713" name="标题 26713"/>
          <p:cNvSpPr>
            <a:spLocks noGrp="1"/>
          </p:cNvSpPr>
          <p:nvPr>
            <p:ph type="title"/>
          </p:nvPr>
        </p:nvSpPr>
        <p:spPr/>
        <p:txBody>
          <a:bodyPr anchor="b"/>
          <a:p>
            <a:r>
              <a:rPr lang="zh-CN" altLang="en-US"/>
              <a:t>路由回路</a:t>
            </a:r>
            <a:endParaRPr lang="zh-CN" altLang="en-US"/>
          </a:p>
        </p:txBody>
      </p:sp>
      <p:sp>
        <p:nvSpPr>
          <p:cNvPr id="26714" name="文本占位符 26714"/>
          <p:cNvSpPr>
            <a:spLocks noGrp="1"/>
          </p:cNvSpPr>
          <p:nvPr>
            <p:ph idx="1"/>
          </p:nvPr>
        </p:nvSpPr>
        <p:spPr>
          <a:xfrm>
            <a:off x="827088" y="5321300"/>
            <a:ext cx="7559675" cy="631825"/>
          </a:xfrm>
        </p:spPr>
        <p:txBody>
          <a:bodyPr anchor="t"/>
          <a:p>
            <a:r>
              <a:rPr lang="zh-CN" altLang="en-US"/>
              <a:t>过慢的收敛，导致了路由表的不一致</a:t>
            </a:r>
            <a:endParaRPr lang="zh-CN" altLang="en-US"/>
          </a:p>
          <a:p>
            <a:endParaRPr lang="zh-CN" altLang="en-US"/>
          </a:p>
        </p:txBody>
      </p:sp>
      <p:pic>
        <p:nvPicPr>
          <p:cNvPr id="26715" name="图片 26715" descr="GER---"/>
          <p:cNvPicPr>
            <a:picLocks noChangeAspect="1"/>
          </p:cNvPicPr>
          <p:nvPr/>
        </p:nvPicPr>
        <p:blipFill>
          <a:blip r:embed="rId1"/>
          <a:stretch>
            <a:fillRect/>
          </a:stretch>
        </p:blipFill>
        <p:spPr>
          <a:xfrm>
            <a:off x="1303338" y="1628775"/>
            <a:ext cx="1108075" cy="738188"/>
          </a:xfrm>
          <a:prstGeom prst="rect">
            <a:avLst/>
          </a:prstGeom>
          <a:noFill/>
          <a:ln w="9525">
            <a:noFill/>
          </a:ln>
        </p:spPr>
      </p:pic>
      <p:pic>
        <p:nvPicPr>
          <p:cNvPr id="26716" name="图片 26716" descr="GER---"/>
          <p:cNvPicPr>
            <a:picLocks noChangeAspect="1"/>
          </p:cNvPicPr>
          <p:nvPr/>
        </p:nvPicPr>
        <p:blipFill>
          <a:blip r:embed="rId1"/>
          <a:stretch>
            <a:fillRect/>
          </a:stretch>
        </p:blipFill>
        <p:spPr>
          <a:xfrm>
            <a:off x="3924300" y="1628775"/>
            <a:ext cx="1108075" cy="738188"/>
          </a:xfrm>
          <a:prstGeom prst="rect">
            <a:avLst/>
          </a:prstGeom>
          <a:noFill/>
          <a:ln w="9525">
            <a:noFill/>
          </a:ln>
        </p:spPr>
      </p:pic>
      <p:pic>
        <p:nvPicPr>
          <p:cNvPr id="26717" name="图片 26717" descr="GER---"/>
          <p:cNvPicPr>
            <a:picLocks noChangeAspect="1"/>
          </p:cNvPicPr>
          <p:nvPr/>
        </p:nvPicPr>
        <p:blipFill>
          <a:blip r:embed="rId1"/>
          <a:stretch>
            <a:fillRect/>
          </a:stretch>
        </p:blipFill>
        <p:spPr>
          <a:xfrm>
            <a:off x="6632575" y="1611313"/>
            <a:ext cx="1108075" cy="738187"/>
          </a:xfrm>
          <a:prstGeom prst="rect">
            <a:avLst/>
          </a:prstGeom>
          <a:noFill/>
          <a:ln w="9525">
            <a:noFill/>
          </a:ln>
        </p:spPr>
      </p:pic>
      <p:sp>
        <p:nvSpPr>
          <p:cNvPr id="26719" name="矩形 26718"/>
          <p:cNvSpPr/>
          <p:nvPr/>
        </p:nvSpPr>
        <p:spPr>
          <a:xfrm>
            <a:off x="1685925"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A</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26720" name="矩形 26719"/>
          <p:cNvSpPr/>
          <p:nvPr/>
        </p:nvSpPr>
        <p:spPr>
          <a:xfrm>
            <a:off x="4341813"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B</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26721" name="矩形 26720"/>
          <p:cNvSpPr/>
          <p:nvPr/>
        </p:nvSpPr>
        <p:spPr>
          <a:xfrm>
            <a:off x="7013575"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C</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未知"/>
          <p:cNvSpPr/>
          <p:nvPr/>
        </p:nvSpPr>
        <p:spPr>
          <a:xfrm>
            <a:off x="61087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28674" name="未知"/>
          <p:cNvSpPr/>
          <p:nvPr/>
        </p:nvSpPr>
        <p:spPr>
          <a:xfrm>
            <a:off x="34544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28675" name="未知"/>
          <p:cNvSpPr/>
          <p:nvPr/>
        </p:nvSpPr>
        <p:spPr>
          <a:xfrm>
            <a:off x="8001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28676" name="矩形 28676"/>
          <p:cNvSpPr/>
          <p:nvPr/>
        </p:nvSpPr>
        <p:spPr>
          <a:xfrm>
            <a:off x="450850" y="5629275"/>
            <a:ext cx="7900988" cy="554038"/>
          </a:xfrm>
          <a:prstGeom prst="rect">
            <a:avLst/>
          </a:prstGeom>
          <a:noFill/>
          <a:ln w="9525">
            <a:noFill/>
          </a:ln>
        </p:spPr>
        <p:txBody>
          <a:bodyPr lIns="82153" tIns="41076" rIns="82153" bIns="41076" anchor="ctr" anchorCtr="1"/>
          <a:p>
            <a:pPr defTabSz="814705" eaLnBrk="0" hangingPunct="0">
              <a:lnSpc>
                <a:spcPct val="95000"/>
              </a:lnSpc>
              <a:spcBef>
                <a:spcPct val="50000"/>
              </a:spcBef>
              <a:buClr>
                <a:schemeClr val="accent1"/>
              </a:buClr>
              <a:buFont typeface="Wingdings" panose="05000000000000000000" pitchFamily="2" charset="2"/>
              <a:buChar char="v"/>
            </a:pPr>
            <a:endParaRPr lang="zh-CN" altLang="zh-CN" sz="2300" b="1">
              <a:latin typeface="Helvetica" pitchFamily="2" charset="0"/>
              <a:ea typeface="宋体" panose="02010600030101010101" pitchFamily="2" charset="-122"/>
            </a:endParaRPr>
          </a:p>
        </p:txBody>
      </p:sp>
      <p:sp>
        <p:nvSpPr>
          <p:cNvPr id="28677" name="直接连接符 28677"/>
          <p:cNvSpPr/>
          <p:nvPr/>
        </p:nvSpPr>
        <p:spPr>
          <a:xfrm>
            <a:off x="700088" y="2100263"/>
            <a:ext cx="614362" cy="0"/>
          </a:xfrm>
          <a:prstGeom prst="line">
            <a:avLst/>
          </a:prstGeom>
          <a:ln w="50800" cap="flat" cmpd="sng">
            <a:solidFill>
              <a:schemeClr val="accent2"/>
            </a:solidFill>
            <a:prstDash val="solid"/>
            <a:round/>
            <a:headEnd type="none" w="med" len="med"/>
            <a:tailEnd type="none" w="med" len="med"/>
          </a:ln>
        </p:spPr>
      </p:sp>
      <p:sp>
        <p:nvSpPr>
          <p:cNvPr id="28678" name="直接连接符 28678"/>
          <p:cNvSpPr/>
          <p:nvPr/>
        </p:nvSpPr>
        <p:spPr>
          <a:xfrm>
            <a:off x="7658100" y="2100263"/>
            <a:ext cx="614363" cy="0"/>
          </a:xfrm>
          <a:prstGeom prst="line">
            <a:avLst/>
          </a:prstGeom>
          <a:ln w="50800" cap="flat" cmpd="sng">
            <a:solidFill>
              <a:schemeClr val="accent2"/>
            </a:solidFill>
            <a:prstDash val="solid"/>
            <a:round/>
            <a:headEnd type="none" w="med" len="med"/>
            <a:tailEnd type="none" w="med" len="med"/>
          </a:ln>
        </p:spPr>
      </p:sp>
      <p:sp>
        <p:nvSpPr>
          <p:cNvPr id="28679" name="未知"/>
          <p:cNvSpPr/>
          <p:nvPr/>
        </p:nvSpPr>
        <p:spPr>
          <a:xfrm>
            <a:off x="2085975" y="1971675"/>
            <a:ext cx="2144713" cy="173038"/>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28680" name="未知"/>
          <p:cNvSpPr/>
          <p:nvPr/>
        </p:nvSpPr>
        <p:spPr>
          <a:xfrm>
            <a:off x="4829175" y="1971675"/>
            <a:ext cx="2144713" cy="173038"/>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28681" name="矩形 28681"/>
          <p:cNvSpPr/>
          <p:nvPr/>
        </p:nvSpPr>
        <p:spPr>
          <a:xfrm>
            <a:off x="185738"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10.1.0.0</a:t>
            </a:r>
            <a:endParaRPr lang="en-US" altLang="zh-CN" sz="2000" b="1">
              <a:solidFill>
                <a:srgbClr val="000000"/>
              </a:solidFill>
              <a:latin typeface="Helvetica" pitchFamily="2" charset="0"/>
              <a:ea typeface="宋体" panose="02010600030101010101" pitchFamily="2" charset="-122"/>
            </a:endParaRPr>
          </a:p>
        </p:txBody>
      </p:sp>
      <p:sp>
        <p:nvSpPr>
          <p:cNvPr id="28682" name="矩形 28682"/>
          <p:cNvSpPr/>
          <p:nvPr/>
        </p:nvSpPr>
        <p:spPr>
          <a:xfrm>
            <a:off x="2800350" y="1579563"/>
            <a:ext cx="1243013"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10.2.0.0</a:t>
            </a:r>
            <a:endParaRPr lang="en-US" altLang="zh-CN" sz="2000" b="1">
              <a:solidFill>
                <a:srgbClr val="000000"/>
              </a:solidFill>
              <a:latin typeface="Helvetica" pitchFamily="2" charset="0"/>
              <a:ea typeface="宋体" panose="02010600030101010101" pitchFamily="2" charset="-122"/>
            </a:endParaRPr>
          </a:p>
        </p:txBody>
      </p:sp>
      <p:sp>
        <p:nvSpPr>
          <p:cNvPr id="28683" name="矩形 28683"/>
          <p:cNvSpPr/>
          <p:nvPr/>
        </p:nvSpPr>
        <p:spPr>
          <a:xfrm>
            <a:off x="5272088"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10.3.0.0</a:t>
            </a:r>
            <a:endParaRPr lang="en-US" altLang="zh-CN" sz="2000" b="1">
              <a:solidFill>
                <a:srgbClr val="000000"/>
              </a:solidFill>
              <a:latin typeface="Helvetica" pitchFamily="2" charset="0"/>
              <a:ea typeface="宋体" panose="02010600030101010101" pitchFamily="2" charset="-122"/>
            </a:endParaRPr>
          </a:p>
        </p:txBody>
      </p:sp>
      <p:sp>
        <p:nvSpPr>
          <p:cNvPr id="28684" name="矩形 28684"/>
          <p:cNvSpPr/>
          <p:nvPr/>
        </p:nvSpPr>
        <p:spPr>
          <a:xfrm>
            <a:off x="7815263"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10.4.0.0</a:t>
            </a:r>
            <a:endParaRPr lang="en-US" altLang="zh-CN" sz="2000" b="1">
              <a:solidFill>
                <a:srgbClr val="000000"/>
              </a:solidFill>
              <a:latin typeface="Helvetica" pitchFamily="2" charset="0"/>
              <a:ea typeface="宋体" panose="02010600030101010101" pitchFamily="2" charset="-122"/>
            </a:endParaRPr>
          </a:p>
        </p:txBody>
      </p:sp>
      <p:sp>
        <p:nvSpPr>
          <p:cNvPr id="28685" name="矩形 28685"/>
          <p:cNvSpPr/>
          <p:nvPr/>
        </p:nvSpPr>
        <p:spPr>
          <a:xfrm>
            <a:off x="811213" y="20970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28686" name="矩形 28686"/>
          <p:cNvSpPr/>
          <p:nvPr/>
        </p:nvSpPr>
        <p:spPr>
          <a:xfrm>
            <a:off x="2439988" y="20970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8687" name="矩形 28687"/>
          <p:cNvSpPr/>
          <p:nvPr/>
        </p:nvSpPr>
        <p:spPr>
          <a:xfrm>
            <a:off x="3497263"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8688" name="矩形 28688"/>
          <p:cNvSpPr/>
          <p:nvPr/>
        </p:nvSpPr>
        <p:spPr>
          <a:xfrm>
            <a:off x="5083175"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28689" name="矩形 28689"/>
          <p:cNvSpPr/>
          <p:nvPr/>
        </p:nvSpPr>
        <p:spPr>
          <a:xfrm>
            <a:off x="6134100"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8690" name="矩形 28690"/>
          <p:cNvSpPr/>
          <p:nvPr/>
        </p:nvSpPr>
        <p:spPr>
          <a:xfrm>
            <a:off x="7720013"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28692" name="矩形 28691"/>
          <p:cNvSpPr/>
          <p:nvPr/>
        </p:nvSpPr>
        <p:spPr>
          <a:xfrm>
            <a:off x="8129588" y="1793875"/>
            <a:ext cx="514350" cy="500063"/>
          </a:xfrm>
          <a:prstGeom prst="rect">
            <a:avLst/>
          </a:prstGeom>
          <a:noFill/>
          <a:ln w="9525">
            <a:noFill/>
          </a:ln>
        </p:spPr>
        <p:txBody>
          <a:bodyPr wrap="none" lIns="21431" tIns="30362" rIns="21431" bIns="30362"/>
          <a:p>
            <a:pPr defTabSz="1028700" eaLnBrk="0" fontAlgn="base" hangingPunct="0">
              <a:lnSpc>
                <a:spcPts val="4840"/>
              </a:lnSpc>
              <a:tabLst>
                <a:tab pos="514350" algn="l"/>
                <a:tab pos="1028700" algn="l"/>
                <a:tab pos="1543050" algn="l"/>
              </a:tabLst>
            </a:pPr>
            <a:r>
              <a:rPr lang="en-US" altLang="zh-CN" sz="4100" b="1" strike="noStrike" noProof="1">
                <a:solidFill>
                  <a:schemeClr val="accent2"/>
                </a:solidFill>
                <a:effectLst>
                  <a:outerShdw blurRad="38100" dist="38100" dir="2700000">
                    <a:srgbClr val="C0C0C0"/>
                  </a:outerShdw>
                </a:effectLst>
                <a:latin typeface="Helvetica" pitchFamily="2" charset="0"/>
                <a:ea typeface="宋体" panose="02010600030101010101" pitchFamily="2" charset="-122"/>
                <a:cs typeface="+mn-cs"/>
              </a:rPr>
              <a:t>X</a:t>
            </a:r>
            <a:endParaRPr lang="en-US" altLang="zh-CN" sz="4100" b="1" strike="noStrike" noProof="1">
              <a:solidFill>
                <a:schemeClr val="accent2"/>
              </a:solidFill>
              <a:effectLst>
                <a:outerShdw blurRad="38100" dist="38100" dir="2700000">
                  <a:srgbClr val="C0C0C0"/>
                </a:outerShdw>
              </a:effectLst>
              <a:latin typeface="Helvetica" pitchFamily="2" charset="0"/>
            </a:endParaRPr>
          </a:p>
        </p:txBody>
      </p:sp>
      <p:sp>
        <p:nvSpPr>
          <p:cNvPr id="2" name="直接连接符 28692"/>
          <p:cNvSpPr/>
          <p:nvPr/>
        </p:nvSpPr>
        <p:spPr>
          <a:xfrm>
            <a:off x="5407025" y="2501900"/>
            <a:ext cx="857250" cy="0"/>
          </a:xfrm>
          <a:prstGeom prst="line">
            <a:avLst/>
          </a:prstGeom>
          <a:ln w="50800" cap="flat" cmpd="sng">
            <a:solidFill>
              <a:srgbClr val="7D00E4"/>
            </a:solidFill>
            <a:prstDash val="solid"/>
            <a:round/>
            <a:headEnd type="none" w="med" len="med"/>
            <a:tailEnd type="triangle" w="med" len="med"/>
          </a:ln>
        </p:spPr>
      </p:sp>
      <p:grpSp>
        <p:nvGrpSpPr>
          <p:cNvPr id="28693" name="组合 28693"/>
          <p:cNvGrpSpPr/>
          <p:nvPr/>
        </p:nvGrpSpPr>
        <p:grpSpPr>
          <a:xfrm>
            <a:off x="363538" y="3171825"/>
            <a:ext cx="7716837" cy="1739900"/>
            <a:chOff x="0" y="0"/>
            <a:chExt cx="4861" cy="1096"/>
          </a:xfrm>
        </p:grpSpPr>
        <p:sp>
          <p:nvSpPr>
            <p:cNvPr id="28694" name="矩形 28694"/>
            <p:cNvSpPr/>
            <p:nvPr/>
          </p:nvSpPr>
          <p:spPr>
            <a:xfrm>
              <a:off x="3619" y="9"/>
              <a:ext cx="1242"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28695" name="矩形 28695"/>
            <p:cNvSpPr/>
            <p:nvPr/>
          </p:nvSpPr>
          <p:spPr>
            <a:xfrm>
              <a:off x="3619" y="221"/>
              <a:ext cx="495"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696" name="矩形 28696"/>
            <p:cNvSpPr/>
            <p:nvPr/>
          </p:nvSpPr>
          <p:spPr>
            <a:xfrm>
              <a:off x="4114" y="221"/>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697" name="矩形 28697"/>
            <p:cNvSpPr/>
            <p:nvPr/>
          </p:nvSpPr>
          <p:spPr>
            <a:xfrm>
              <a:off x="3336" y="215"/>
              <a:ext cx="59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28698" name="矩形 28698"/>
            <p:cNvSpPr/>
            <p:nvPr/>
          </p:nvSpPr>
          <p:spPr>
            <a:xfrm>
              <a:off x="3619" y="437"/>
              <a:ext cx="48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699" name="矩形 28699"/>
            <p:cNvSpPr/>
            <p:nvPr/>
          </p:nvSpPr>
          <p:spPr>
            <a:xfrm>
              <a:off x="3622" y="653"/>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00" name="矩形 28700"/>
            <p:cNvSpPr/>
            <p:nvPr/>
          </p:nvSpPr>
          <p:spPr>
            <a:xfrm>
              <a:off x="3622" y="869"/>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01" name="矩形 28701"/>
            <p:cNvSpPr/>
            <p:nvPr/>
          </p:nvSpPr>
          <p:spPr>
            <a:xfrm>
              <a:off x="4114" y="437"/>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02" name="矩形 28702"/>
            <p:cNvSpPr/>
            <p:nvPr/>
          </p:nvSpPr>
          <p:spPr>
            <a:xfrm>
              <a:off x="4114" y="653"/>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03" name="矩形 28703"/>
            <p:cNvSpPr/>
            <p:nvPr/>
          </p:nvSpPr>
          <p:spPr>
            <a:xfrm>
              <a:off x="4114" y="869"/>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grpSp>
          <p:nvGrpSpPr>
            <p:cNvPr id="28704" name="组合 28704"/>
            <p:cNvGrpSpPr/>
            <p:nvPr/>
          </p:nvGrpSpPr>
          <p:grpSpPr>
            <a:xfrm>
              <a:off x="4072" y="232"/>
              <a:ext cx="285" cy="855"/>
              <a:chOff x="0" y="0"/>
              <a:chExt cx="285" cy="855"/>
            </a:xfrm>
          </p:grpSpPr>
          <p:sp>
            <p:nvSpPr>
              <p:cNvPr id="28705" name="矩形 28705"/>
              <p:cNvSpPr/>
              <p:nvPr/>
            </p:nvSpPr>
            <p:spPr>
              <a:xfrm>
                <a:off x="0" y="0"/>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8706" name="矩形 28706"/>
              <p:cNvSpPr/>
              <p:nvPr/>
            </p:nvSpPr>
            <p:spPr>
              <a:xfrm>
                <a:off x="0" y="207"/>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accent2"/>
                    </a:solidFill>
                    <a:latin typeface="Helvetica" pitchFamily="2" charset="0"/>
                    <a:ea typeface="宋体" panose="02010600030101010101" pitchFamily="2" charset="-122"/>
                  </a:rPr>
                  <a:t>S0</a:t>
                </a:r>
                <a:endParaRPr lang="en-US" altLang="zh-CN" sz="1600" b="1">
                  <a:solidFill>
                    <a:schemeClr val="accent2"/>
                  </a:solidFill>
                  <a:latin typeface="Helvetica" pitchFamily="2" charset="0"/>
                  <a:ea typeface="宋体" panose="02010600030101010101" pitchFamily="2" charset="-122"/>
                </a:endParaRPr>
              </a:p>
            </p:txBody>
          </p:sp>
          <p:sp>
            <p:nvSpPr>
              <p:cNvPr id="28707" name="矩形 28707"/>
              <p:cNvSpPr/>
              <p:nvPr/>
            </p:nvSpPr>
            <p:spPr>
              <a:xfrm>
                <a:off x="0" y="423"/>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8708" name="矩形 28708"/>
              <p:cNvSpPr/>
              <p:nvPr/>
            </p:nvSpPr>
            <p:spPr>
              <a:xfrm>
                <a:off x="0" y="639"/>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grpSp>
        <p:sp>
          <p:nvSpPr>
            <p:cNvPr id="28709" name="矩形 28709"/>
            <p:cNvSpPr/>
            <p:nvPr/>
          </p:nvSpPr>
          <p:spPr>
            <a:xfrm>
              <a:off x="4492" y="221"/>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10" name="矩形 28710"/>
            <p:cNvSpPr/>
            <p:nvPr/>
          </p:nvSpPr>
          <p:spPr>
            <a:xfrm>
              <a:off x="4492" y="437"/>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11" name="矩形 28711"/>
            <p:cNvSpPr/>
            <p:nvPr/>
          </p:nvSpPr>
          <p:spPr>
            <a:xfrm>
              <a:off x="4492" y="653"/>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28712" name="矩形 28712"/>
            <p:cNvSpPr/>
            <p:nvPr/>
          </p:nvSpPr>
          <p:spPr>
            <a:xfrm>
              <a:off x="4492" y="869"/>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2</a:t>
              </a:r>
              <a:endParaRPr lang="en-US" altLang="zh-CN" sz="1600" b="1">
                <a:solidFill>
                  <a:schemeClr val="tx2"/>
                </a:solidFill>
                <a:latin typeface="Helvetica" pitchFamily="2" charset="0"/>
                <a:ea typeface="宋体" panose="02010600030101010101" pitchFamily="2" charset="-122"/>
              </a:endParaRPr>
            </a:p>
          </p:txBody>
        </p:sp>
        <p:sp>
          <p:nvSpPr>
            <p:cNvPr id="28713" name="矩形 28713"/>
            <p:cNvSpPr/>
            <p:nvPr/>
          </p:nvSpPr>
          <p:spPr>
            <a:xfrm>
              <a:off x="3331" y="869"/>
              <a:ext cx="58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10.1.0.0</a:t>
              </a:r>
              <a:endParaRPr lang="en-US" altLang="zh-CN" sz="1600" b="1">
                <a:solidFill>
                  <a:schemeClr val="tx2"/>
                </a:solidFill>
                <a:latin typeface="Helvetica" pitchFamily="2" charset="0"/>
                <a:ea typeface="宋体" panose="02010600030101010101" pitchFamily="2" charset="-122"/>
              </a:endParaRPr>
            </a:p>
          </p:txBody>
        </p:sp>
        <p:sp>
          <p:nvSpPr>
            <p:cNvPr id="28714" name="矩形 28714"/>
            <p:cNvSpPr/>
            <p:nvPr/>
          </p:nvSpPr>
          <p:spPr>
            <a:xfrm>
              <a:off x="3331" y="653"/>
              <a:ext cx="58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28715" name="矩形 28715"/>
            <p:cNvSpPr/>
            <p:nvPr/>
          </p:nvSpPr>
          <p:spPr>
            <a:xfrm>
              <a:off x="3336" y="431"/>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10.4.0.0</a:t>
              </a:r>
              <a:endParaRPr lang="en-US" altLang="zh-CN" sz="1600" b="1">
                <a:solidFill>
                  <a:schemeClr val="accent2"/>
                </a:solidFill>
                <a:latin typeface="Helvetica" pitchFamily="2" charset="0"/>
                <a:ea typeface="宋体" panose="02010600030101010101" pitchFamily="2" charset="-122"/>
              </a:endParaRPr>
            </a:p>
          </p:txBody>
        </p:sp>
        <p:sp>
          <p:nvSpPr>
            <p:cNvPr id="28716" name="矩形 28716"/>
            <p:cNvSpPr/>
            <p:nvPr/>
          </p:nvSpPr>
          <p:spPr>
            <a:xfrm>
              <a:off x="4571" y="226"/>
              <a:ext cx="200"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8717" name="矩形 28717"/>
            <p:cNvSpPr/>
            <p:nvPr/>
          </p:nvSpPr>
          <p:spPr>
            <a:xfrm>
              <a:off x="4588" y="435"/>
              <a:ext cx="200" cy="228"/>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2</a:t>
              </a:r>
              <a:endParaRPr lang="en-US" altLang="zh-CN" sz="1600" b="1">
                <a:solidFill>
                  <a:schemeClr val="accent2"/>
                </a:solidFill>
                <a:latin typeface="Helvetica" pitchFamily="2" charset="0"/>
                <a:ea typeface="宋体" panose="02010600030101010101" pitchFamily="2" charset="-122"/>
              </a:endParaRPr>
            </a:p>
          </p:txBody>
        </p:sp>
        <p:sp>
          <p:nvSpPr>
            <p:cNvPr id="28718" name="矩形 28718"/>
            <p:cNvSpPr/>
            <p:nvPr/>
          </p:nvSpPr>
          <p:spPr>
            <a:xfrm>
              <a:off x="279" y="0"/>
              <a:ext cx="124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28719" name="矩形 28719"/>
            <p:cNvSpPr/>
            <p:nvPr/>
          </p:nvSpPr>
          <p:spPr>
            <a:xfrm>
              <a:off x="279" y="212"/>
              <a:ext cx="49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20" name="矩形 28720"/>
            <p:cNvSpPr/>
            <p:nvPr/>
          </p:nvSpPr>
          <p:spPr>
            <a:xfrm>
              <a:off x="775" y="21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21" name="矩形 28721"/>
            <p:cNvSpPr/>
            <p:nvPr/>
          </p:nvSpPr>
          <p:spPr>
            <a:xfrm>
              <a:off x="5" y="206"/>
              <a:ext cx="59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10.1.0.0</a:t>
              </a:r>
              <a:endParaRPr lang="en-US" altLang="zh-CN" sz="1600" b="1">
                <a:latin typeface="Helvetica" pitchFamily="2" charset="0"/>
                <a:ea typeface="宋体" panose="02010600030101010101" pitchFamily="2" charset="-122"/>
              </a:endParaRPr>
            </a:p>
          </p:txBody>
        </p:sp>
        <p:sp>
          <p:nvSpPr>
            <p:cNvPr id="28722" name="矩形 28722"/>
            <p:cNvSpPr/>
            <p:nvPr/>
          </p:nvSpPr>
          <p:spPr>
            <a:xfrm>
              <a:off x="279" y="428"/>
              <a:ext cx="487"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23" name="矩形 28723"/>
            <p:cNvSpPr/>
            <p:nvPr/>
          </p:nvSpPr>
          <p:spPr>
            <a:xfrm>
              <a:off x="283" y="644"/>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24" name="矩形 28724"/>
            <p:cNvSpPr/>
            <p:nvPr/>
          </p:nvSpPr>
          <p:spPr>
            <a:xfrm>
              <a:off x="283" y="860"/>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25" name="矩形 28725"/>
            <p:cNvSpPr/>
            <p:nvPr/>
          </p:nvSpPr>
          <p:spPr>
            <a:xfrm>
              <a:off x="775" y="42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26" name="矩形 28726"/>
            <p:cNvSpPr/>
            <p:nvPr/>
          </p:nvSpPr>
          <p:spPr>
            <a:xfrm>
              <a:off x="775" y="64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27" name="矩形 28727"/>
            <p:cNvSpPr/>
            <p:nvPr/>
          </p:nvSpPr>
          <p:spPr>
            <a:xfrm>
              <a:off x="775" y="860"/>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28" name="矩形 28728"/>
            <p:cNvSpPr/>
            <p:nvPr/>
          </p:nvSpPr>
          <p:spPr>
            <a:xfrm>
              <a:off x="749" y="223"/>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28729" name="矩形 28729"/>
            <p:cNvSpPr/>
            <p:nvPr/>
          </p:nvSpPr>
          <p:spPr>
            <a:xfrm>
              <a:off x="749" y="430"/>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8730" name="矩形 28730"/>
            <p:cNvSpPr/>
            <p:nvPr/>
          </p:nvSpPr>
          <p:spPr>
            <a:xfrm>
              <a:off x="749" y="646"/>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8731" name="矩形 28731"/>
            <p:cNvSpPr/>
            <p:nvPr/>
          </p:nvSpPr>
          <p:spPr>
            <a:xfrm>
              <a:off x="749" y="862"/>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sp>
          <p:nvSpPr>
            <p:cNvPr id="28732" name="矩形 28732"/>
            <p:cNvSpPr/>
            <p:nvPr/>
          </p:nvSpPr>
          <p:spPr>
            <a:xfrm>
              <a:off x="1153" y="21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33" name="矩形 28733"/>
            <p:cNvSpPr/>
            <p:nvPr/>
          </p:nvSpPr>
          <p:spPr>
            <a:xfrm>
              <a:off x="1153" y="42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34" name="矩形 28734"/>
            <p:cNvSpPr/>
            <p:nvPr/>
          </p:nvSpPr>
          <p:spPr>
            <a:xfrm>
              <a:off x="1153" y="64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28735" name="矩形 28735"/>
            <p:cNvSpPr/>
            <p:nvPr/>
          </p:nvSpPr>
          <p:spPr>
            <a:xfrm>
              <a:off x="1153" y="860"/>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2</a:t>
              </a:r>
              <a:endParaRPr lang="en-US" altLang="zh-CN" sz="1600" b="1">
                <a:solidFill>
                  <a:schemeClr val="tx2"/>
                </a:solidFill>
                <a:latin typeface="Helvetica" pitchFamily="2" charset="0"/>
                <a:ea typeface="宋体" panose="02010600030101010101" pitchFamily="2" charset="-122"/>
              </a:endParaRPr>
            </a:p>
          </p:txBody>
        </p:sp>
        <p:sp>
          <p:nvSpPr>
            <p:cNvPr id="28736" name="矩形 28736"/>
            <p:cNvSpPr/>
            <p:nvPr/>
          </p:nvSpPr>
          <p:spPr>
            <a:xfrm>
              <a:off x="0" y="860"/>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10.4.0.0</a:t>
              </a:r>
              <a:endParaRPr lang="en-US" altLang="zh-CN" sz="1600" b="1">
                <a:solidFill>
                  <a:schemeClr val="tx2"/>
                </a:solidFill>
                <a:latin typeface="Helvetica" pitchFamily="2" charset="0"/>
                <a:ea typeface="宋体" panose="02010600030101010101" pitchFamily="2" charset="-122"/>
              </a:endParaRPr>
            </a:p>
          </p:txBody>
        </p:sp>
        <p:sp>
          <p:nvSpPr>
            <p:cNvPr id="28737" name="矩形 28737"/>
            <p:cNvSpPr/>
            <p:nvPr/>
          </p:nvSpPr>
          <p:spPr>
            <a:xfrm>
              <a:off x="0" y="644"/>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28738" name="矩形 28738"/>
            <p:cNvSpPr/>
            <p:nvPr/>
          </p:nvSpPr>
          <p:spPr>
            <a:xfrm>
              <a:off x="5" y="422"/>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28739" name="矩形 28739"/>
            <p:cNvSpPr/>
            <p:nvPr/>
          </p:nvSpPr>
          <p:spPr>
            <a:xfrm>
              <a:off x="1232" y="217"/>
              <a:ext cx="200"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8740" name="矩形 28740"/>
            <p:cNvSpPr/>
            <p:nvPr/>
          </p:nvSpPr>
          <p:spPr>
            <a:xfrm>
              <a:off x="1235" y="433"/>
              <a:ext cx="200" cy="228"/>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8741" name="矩形 28741"/>
            <p:cNvSpPr/>
            <p:nvPr/>
          </p:nvSpPr>
          <p:spPr>
            <a:xfrm>
              <a:off x="1953" y="5"/>
              <a:ext cx="124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28742" name="矩形 28742"/>
            <p:cNvSpPr/>
            <p:nvPr/>
          </p:nvSpPr>
          <p:spPr>
            <a:xfrm>
              <a:off x="1953" y="216"/>
              <a:ext cx="49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43" name="矩形 28743"/>
            <p:cNvSpPr/>
            <p:nvPr/>
          </p:nvSpPr>
          <p:spPr>
            <a:xfrm>
              <a:off x="2449" y="216"/>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44" name="矩形 28744"/>
            <p:cNvSpPr/>
            <p:nvPr/>
          </p:nvSpPr>
          <p:spPr>
            <a:xfrm>
              <a:off x="1679" y="211"/>
              <a:ext cx="59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28745" name="矩形 28745"/>
            <p:cNvSpPr/>
            <p:nvPr/>
          </p:nvSpPr>
          <p:spPr>
            <a:xfrm>
              <a:off x="1953" y="432"/>
              <a:ext cx="487"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46" name="矩形 28746"/>
            <p:cNvSpPr/>
            <p:nvPr/>
          </p:nvSpPr>
          <p:spPr>
            <a:xfrm>
              <a:off x="1957" y="648"/>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47" name="矩形 28747"/>
            <p:cNvSpPr/>
            <p:nvPr/>
          </p:nvSpPr>
          <p:spPr>
            <a:xfrm>
              <a:off x="1957" y="864"/>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48" name="矩形 28748"/>
            <p:cNvSpPr/>
            <p:nvPr/>
          </p:nvSpPr>
          <p:spPr>
            <a:xfrm>
              <a:off x="2449" y="433"/>
              <a:ext cx="369" cy="206"/>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49" name="矩形 28749"/>
            <p:cNvSpPr/>
            <p:nvPr/>
          </p:nvSpPr>
          <p:spPr>
            <a:xfrm>
              <a:off x="2449" y="64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50" name="矩形 28750"/>
            <p:cNvSpPr/>
            <p:nvPr/>
          </p:nvSpPr>
          <p:spPr>
            <a:xfrm>
              <a:off x="2449" y="86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51" name="矩形 28751"/>
            <p:cNvSpPr/>
            <p:nvPr/>
          </p:nvSpPr>
          <p:spPr>
            <a:xfrm>
              <a:off x="2415" y="228"/>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28752" name="矩形 28752"/>
            <p:cNvSpPr/>
            <p:nvPr/>
          </p:nvSpPr>
          <p:spPr>
            <a:xfrm>
              <a:off x="2415" y="435"/>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28753" name="矩形 28753"/>
            <p:cNvSpPr/>
            <p:nvPr/>
          </p:nvSpPr>
          <p:spPr>
            <a:xfrm>
              <a:off x="2415" y="651"/>
              <a:ext cx="285" cy="215"/>
            </a:xfrm>
            <a:prstGeom prst="rect">
              <a:avLst/>
            </a:prstGeom>
            <a:noFill/>
            <a:ln w="9525">
              <a:noFill/>
            </a:ln>
          </p:spPr>
          <p:txBody>
            <a:bodyPr wrap="none" lIns="9101015" tIns="4550613" rIns="9101015" bIns="4550613" anchor="ctr"/>
            <a:p>
              <a:pPr defTabSz="1028700" eaLnBrk="0" hangingPunct="0"/>
              <a:r>
                <a:rPr lang="en-US" altLang="zh-CN" sz="1600" b="1">
                  <a:solidFill>
                    <a:schemeClr val="accent2"/>
                  </a:solidFill>
                  <a:latin typeface="Helvetica" pitchFamily="2" charset="0"/>
                  <a:ea typeface="宋体" panose="02010600030101010101" pitchFamily="2" charset="-122"/>
                </a:rPr>
                <a:t>S1</a:t>
              </a:r>
              <a:endParaRPr lang="en-US" altLang="zh-CN" sz="1600" b="1">
                <a:solidFill>
                  <a:schemeClr val="accent2"/>
                </a:solidFill>
                <a:latin typeface="Helvetica" pitchFamily="2" charset="0"/>
                <a:ea typeface="宋体" panose="02010600030101010101" pitchFamily="2" charset="-122"/>
              </a:endParaRPr>
            </a:p>
          </p:txBody>
        </p:sp>
        <p:sp>
          <p:nvSpPr>
            <p:cNvPr id="28754" name="矩形 28754"/>
            <p:cNvSpPr/>
            <p:nvPr/>
          </p:nvSpPr>
          <p:spPr>
            <a:xfrm>
              <a:off x="2415" y="866"/>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S1</a:t>
              </a:r>
              <a:endParaRPr lang="en-US" altLang="zh-CN" sz="1600" b="1">
                <a:solidFill>
                  <a:schemeClr val="tx2"/>
                </a:solidFill>
                <a:latin typeface="Helvetica" pitchFamily="2" charset="0"/>
                <a:ea typeface="宋体" panose="02010600030101010101" pitchFamily="2" charset="-122"/>
              </a:endParaRPr>
            </a:p>
          </p:txBody>
        </p:sp>
        <p:sp>
          <p:nvSpPr>
            <p:cNvPr id="28755" name="矩形 28755"/>
            <p:cNvSpPr/>
            <p:nvPr/>
          </p:nvSpPr>
          <p:spPr>
            <a:xfrm>
              <a:off x="2827" y="216"/>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56" name="矩形 28756"/>
            <p:cNvSpPr/>
            <p:nvPr/>
          </p:nvSpPr>
          <p:spPr>
            <a:xfrm>
              <a:off x="2827" y="43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28757" name="矩形 28757"/>
            <p:cNvSpPr/>
            <p:nvPr/>
          </p:nvSpPr>
          <p:spPr>
            <a:xfrm>
              <a:off x="2827" y="64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accent2"/>
                  </a:solidFill>
                  <a:latin typeface="Helvetica" pitchFamily="2" charset="0"/>
                  <a:ea typeface="宋体" panose="02010600030101010101" pitchFamily="2" charset="-122"/>
                </a:rPr>
                <a:t>1</a:t>
              </a:r>
              <a:endParaRPr lang="en-US" altLang="zh-CN" sz="1600" b="1">
                <a:solidFill>
                  <a:schemeClr val="accent2"/>
                </a:solidFill>
                <a:latin typeface="Helvetica" pitchFamily="2" charset="0"/>
                <a:ea typeface="宋体" panose="02010600030101010101" pitchFamily="2" charset="-122"/>
              </a:endParaRPr>
            </a:p>
          </p:txBody>
        </p:sp>
        <p:sp>
          <p:nvSpPr>
            <p:cNvPr id="28758" name="矩形 28758"/>
            <p:cNvSpPr/>
            <p:nvPr/>
          </p:nvSpPr>
          <p:spPr>
            <a:xfrm>
              <a:off x="2827" y="86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28759" name="矩形 28759"/>
            <p:cNvSpPr/>
            <p:nvPr/>
          </p:nvSpPr>
          <p:spPr>
            <a:xfrm>
              <a:off x="1674" y="864"/>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10.1.0.0</a:t>
              </a:r>
              <a:endParaRPr lang="en-US" altLang="zh-CN" sz="1600" b="1">
                <a:solidFill>
                  <a:schemeClr val="tx2"/>
                </a:solidFill>
                <a:latin typeface="Helvetica" pitchFamily="2" charset="0"/>
                <a:ea typeface="宋体" panose="02010600030101010101" pitchFamily="2" charset="-122"/>
              </a:endParaRPr>
            </a:p>
          </p:txBody>
        </p:sp>
        <p:sp>
          <p:nvSpPr>
            <p:cNvPr id="28760" name="矩形 28760"/>
            <p:cNvSpPr/>
            <p:nvPr/>
          </p:nvSpPr>
          <p:spPr>
            <a:xfrm>
              <a:off x="1674" y="648"/>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10.4.0.0</a:t>
              </a:r>
              <a:endParaRPr lang="en-US" altLang="zh-CN" sz="1600" b="1">
                <a:solidFill>
                  <a:schemeClr val="accent2"/>
                </a:solidFill>
                <a:latin typeface="Helvetica" pitchFamily="2" charset="0"/>
                <a:ea typeface="宋体" panose="02010600030101010101" pitchFamily="2" charset="-122"/>
              </a:endParaRPr>
            </a:p>
          </p:txBody>
        </p:sp>
        <p:sp>
          <p:nvSpPr>
            <p:cNvPr id="28761" name="矩形 28761"/>
            <p:cNvSpPr/>
            <p:nvPr/>
          </p:nvSpPr>
          <p:spPr>
            <a:xfrm>
              <a:off x="1679" y="427"/>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28762" name="矩形 28762"/>
            <p:cNvSpPr/>
            <p:nvPr/>
          </p:nvSpPr>
          <p:spPr>
            <a:xfrm>
              <a:off x="2906" y="222"/>
              <a:ext cx="200"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28763" name="矩形 28763"/>
            <p:cNvSpPr/>
            <p:nvPr/>
          </p:nvSpPr>
          <p:spPr>
            <a:xfrm>
              <a:off x="2909" y="438"/>
              <a:ext cx="200"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grpSp>
      <p:sp>
        <p:nvSpPr>
          <p:cNvPr id="28764" name="标题 28764"/>
          <p:cNvSpPr>
            <a:spLocks noGrp="1"/>
          </p:cNvSpPr>
          <p:nvPr>
            <p:ph type="title"/>
          </p:nvPr>
        </p:nvSpPr>
        <p:spPr/>
        <p:txBody>
          <a:bodyPr anchor="b"/>
          <a:p>
            <a:r>
              <a:rPr lang="zh-CN" altLang="en-US"/>
              <a:t>路由回路</a:t>
            </a:r>
            <a:endParaRPr lang="zh-CN" altLang="en-US"/>
          </a:p>
        </p:txBody>
      </p:sp>
      <p:sp>
        <p:nvSpPr>
          <p:cNvPr id="28765" name="文本占位符 28765"/>
          <p:cNvSpPr>
            <a:spLocks noGrp="1"/>
          </p:cNvSpPr>
          <p:nvPr>
            <p:ph idx="1"/>
          </p:nvPr>
        </p:nvSpPr>
        <p:spPr>
          <a:xfrm>
            <a:off x="682625" y="5530850"/>
            <a:ext cx="7927975" cy="600075"/>
          </a:xfrm>
        </p:spPr>
        <p:txBody>
          <a:bodyPr anchor="t"/>
          <a:p>
            <a:r>
              <a:rPr lang="en-US" altLang="zh-CN"/>
              <a:t> Router C </a:t>
            </a:r>
            <a:r>
              <a:rPr lang="zh-CN" altLang="en-US"/>
              <a:t>推断出：通过</a:t>
            </a:r>
            <a:r>
              <a:rPr lang="en-US" altLang="zh-CN"/>
              <a:t>Router B</a:t>
            </a:r>
            <a:r>
              <a:rPr lang="zh-CN" altLang="en-US"/>
              <a:t>可以到达 </a:t>
            </a:r>
            <a:r>
              <a:rPr lang="en-US" altLang="zh-CN"/>
              <a:t>10.4.0.0 </a:t>
            </a:r>
            <a:r>
              <a:rPr lang="zh-CN" altLang="en-US"/>
              <a:t>。</a:t>
            </a:r>
            <a:endParaRPr lang="zh-CN" altLang="en-US"/>
          </a:p>
          <a:p>
            <a:endParaRPr lang="zh-CN" altLang="en-US"/>
          </a:p>
        </p:txBody>
      </p:sp>
      <p:pic>
        <p:nvPicPr>
          <p:cNvPr id="28766" name="图片 28766" descr="GER---"/>
          <p:cNvPicPr>
            <a:picLocks noChangeAspect="1"/>
          </p:cNvPicPr>
          <p:nvPr/>
        </p:nvPicPr>
        <p:blipFill>
          <a:blip r:embed="rId1"/>
          <a:stretch>
            <a:fillRect/>
          </a:stretch>
        </p:blipFill>
        <p:spPr>
          <a:xfrm>
            <a:off x="1303338" y="1628775"/>
            <a:ext cx="1108075" cy="738188"/>
          </a:xfrm>
          <a:prstGeom prst="rect">
            <a:avLst/>
          </a:prstGeom>
          <a:noFill/>
          <a:ln w="9525">
            <a:noFill/>
          </a:ln>
        </p:spPr>
      </p:pic>
      <p:pic>
        <p:nvPicPr>
          <p:cNvPr id="28767" name="图片 28767" descr="GER---"/>
          <p:cNvPicPr>
            <a:picLocks noChangeAspect="1"/>
          </p:cNvPicPr>
          <p:nvPr/>
        </p:nvPicPr>
        <p:blipFill>
          <a:blip r:embed="rId1"/>
          <a:stretch>
            <a:fillRect/>
          </a:stretch>
        </p:blipFill>
        <p:spPr>
          <a:xfrm>
            <a:off x="3924300" y="1628775"/>
            <a:ext cx="1108075" cy="738188"/>
          </a:xfrm>
          <a:prstGeom prst="rect">
            <a:avLst/>
          </a:prstGeom>
          <a:noFill/>
          <a:ln w="9525">
            <a:noFill/>
          </a:ln>
        </p:spPr>
      </p:pic>
      <p:pic>
        <p:nvPicPr>
          <p:cNvPr id="28768" name="图片 28768" descr="GER---"/>
          <p:cNvPicPr>
            <a:picLocks noChangeAspect="1"/>
          </p:cNvPicPr>
          <p:nvPr/>
        </p:nvPicPr>
        <p:blipFill>
          <a:blip r:embed="rId1"/>
          <a:stretch>
            <a:fillRect/>
          </a:stretch>
        </p:blipFill>
        <p:spPr>
          <a:xfrm>
            <a:off x="6632575" y="1611313"/>
            <a:ext cx="1108075" cy="738187"/>
          </a:xfrm>
          <a:prstGeom prst="rect">
            <a:avLst/>
          </a:prstGeom>
          <a:noFill/>
          <a:ln w="9525">
            <a:noFill/>
          </a:ln>
        </p:spPr>
      </p:pic>
      <p:sp>
        <p:nvSpPr>
          <p:cNvPr id="28770" name="矩形 28769"/>
          <p:cNvSpPr/>
          <p:nvPr/>
        </p:nvSpPr>
        <p:spPr>
          <a:xfrm>
            <a:off x="1685925"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A</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28771" name="矩形 28770"/>
          <p:cNvSpPr/>
          <p:nvPr/>
        </p:nvSpPr>
        <p:spPr>
          <a:xfrm>
            <a:off x="4341813"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B</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28772" name="矩形 28771"/>
          <p:cNvSpPr/>
          <p:nvPr/>
        </p:nvSpPr>
        <p:spPr>
          <a:xfrm>
            <a:off x="7013575"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C</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未知"/>
          <p:cNvSpPr/>
          <p:nvPr/>
        </p:nvSpPr>
        <p:spPr>
          <a:xfrm>
            <a:off x="61087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30722" name="未知"/>
          <p:cNvSpPr/>
          <p:nvPr/>
        </p:nvSpPr>
        <p:spPr>
          <a:xfrm>
            <a:off x="34544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30723" name="未知"/>
          <p:cNvSpPr/>
          <p:nvPr/>
        </p:nvSpPr>
        <p:spPr>
          <a:xfrm>
            <a:off x="8001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30724" name="矩形 30724"/>
          <p:cNvSpPr/>
          <p:nvPr/>
        </p:nvSpPr>
        <p:spPr>
          <a:xfrm>
            <a:off x="877888" y="5594350"/>
            <a:ext cx="7086600" cy="552450"/>
          </a:xfrm>
          <a:prstGeom prst="rect">
            <a:avLst/>
          </a:prstGeom>
          <a:noFill/>
          <a:ln w="9525">
            <a:noFill/>
          </a:ln>
        </p:spPr>
        <p:txBody>
          <a:bodyPr lIns="82153" tIns="41076" rIns="82153" bIns="41076" anchor="ctr" anchorCtr="1"/>
          <a:p>
            <a:pPr defTabSz="814705" eaLnBrk="0" hangingPunct="0">
              <a:lnSpc>
                <a:spcPct val="95000"/>
              </a:lnSpc>
              <a:spcBef>
                <a:spcPct val="50000"/>
              </a:spcBef>
              <a:buClr>
                <a:schemeClr val="accent1"/>
              </a:buClr>
              <a:buFont typeface="Helvetica" pitchFamily="2" charset="0"/>
            </a:pPr>
            <a:endParaRPr lang="zh-CN" altLang="zh-CN" sz="2300" b="1">
              <a:latin typeface="Helvetica" pitchFamily="2" charset="0"/>
              <a:ea typeface="宋体" panose="02010600030101010101" pitchFamily="2" charset="-122"/>
            </a:endParaRPr>
          </a:p>
        </p:txBody>
      </p:sp>
      <p:sp>
        <p:nvSpPr>
          <p:cNvPr id="30725" name="直接连接符 30725"/>
          <p:cNvSpPr/>
          <p:nvPr/>
        </p:nvSpPr>
        <p:spPr>
          <a:xfrm>
            <a:off x="700088" y="2100263"/>
            <a:ext cx="614362" cy="0"/>
          </a:xfrm>
          <a:prstGeom prst="line">
            <a:avLst/>
          </a:prstGeom>
          <a:ln w="50800" cap="flat" cmpd="sng">
            <a:solidFill>
              <a:schemeClr val="accent2"/>
            </a:solidFill>
            <a:prstDash val="solid"/>
            <a:round/>
            <a:headEnd type="none" w="med" len="med"/>
            <a:tailEnd type="none" w="med" len="med"/>
          </a:ln>
        </p:spPr>
      </p:sp>
      <p:sp>
        <p:nvSpPr>
          <p:cNvPr id="30726" name="直接连接符 30726"/>
          <p:cNvSpPr/>
          <p:nvPr/>
        </p:nvSpPr>
        <p:spPr>
          <a:xfrm>
            <a:off x="7658100" y="2100263"/>
            <a:ext cx="614363" cy="0"/>
          </a:xfrm>
          <a:prstGeom prst="line">
            <a:avLst/>
          </a:prstGeom>
          <a:ln w="50800" cap="flat" cmpd="sng">
            <a:solidFill>
              <a:schemeClr val="accent2"/>
            </a:solidFill>
            <a:prstDash val="solid"/>
            <a:round/>
            <a:headEnd type="none" w="med" len="med"/>
            <a:tailEnd type="none" w="med" len="med"/>
          </a:ln>
        </p:spPr>
      </p:sp>
      <p:sp>
        <p:nvSpPr>
          <p:cNvPr id="30727" name="未知"/>
          <p:cNvSpPr/>
          <p:nvPr/>
        </p:nvSpPr>
        <p:spPr>
          <a:xfrm>
            <a:off x="2085975" y="1971675"/>
            <a:ext cx="2144713" cy="173038"/>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30728" name="未知"/>
          <p:cNvSpPr/>
          <p:nvPr/>
        </p:nvSpPr>
        <p:spPr>
          <a:xfrm>
            <a:off x="4829175" y="1971675"/>
            <a:ext cx="2144713" cy="173038"/>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30729" name="矩形 30729"/>
          <p:cNvSpPr/>
          <p:nvPr/>
        </p:nvSpPr>
        <p:spPr>
          <a:xfrm>
            <a:off x="185738"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10.1.0.0</a:t>
            </a:r>
            <a:endParaRPr lang="en-US" altLang="zh-CN" sz="2000" b="1">
              <a:solidFill>
                <a:srgbClr val="000000"/>
              </a:solidFill>
              <a:latin typeface="Helvetica" pitchFamily="2" charset="0"/>
              <a:ea typeface="宋体" panose="02010600030101010101" pitchFamily="2" charset="-122"/>
            </a:endParaRPr>
          </a:p>
        </p:txBody>
      </p:sp>
      <p:sp>
        <p:nvSpPr>
          <p:cNvPr id="30730" name="矩形 30730"/>
          <p:cNvSpPr/>
          <p:nvPr/>
        </p:nvSpPr>
        <p:spPr>
          <a:xfrm>
            <a:off x="2800350" y="1579563"/>
            <a:ext cx="1243013"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10.2.0.0</a:t>
            </a:r>
            <a:endParaRPr lang="en-US" altLang="zh-CN" sz="2000" b="1">
              <a:solidFill>
                <a:srgbClr val="000000"/>
              </a:solidFill>
              <a:latin typeface="Helvetica" pitchFamily="2" charset="0"/>
              <a:ea typeface="宋体" panose="02010600030101010101" pitchFamily="2" charset="-122"/>
            </a:endParaRPr>
          </a:p>
        </p:txBody>
      </p:sp>
      <p:sp>
        <p:nvSpPr>
          <p:cNvPr id="30731" name="矩形 30731"/>
          <p:cNvSpPr/>
          <p:nvPr/>
        </p:nvSpPr>
        <p:spPr>
          <a:xfrm>
            <a:off x="5272088"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10.3.0.0</a:t>
            </a:r>
            <a:endParaRPr lang="en-US" altLang="zh-CN" sz="2000" b="1">
              <a:solidFill>
                <a:srgbClr val="000000"/>
              </a:solidFill>
              <a:latin typeface="Helvetica" pitchFamily="2" charset="0"/>
              <a:ea typeface="宋体" panose="02010600030101010101" pitchFamily="2" charset="-122"/>
            </a:endParaRPr>
          </a:p>
        </p:txBody>
      </p:sp>
      <p:sp>
        <p:nvSpPr>
          <p:cNvPr id="30732" name="矩形 30732"/>
          <p:cNvSpPr/>
          <p:nvPr/>
        </p:nvSpPr>
        <p:spPr>
          <a:xfrm>
            <a:off x="7815263"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10.4.0.0</a:t>
            </a:r>
            <a:endParaRPr lang="en-US" altLang="zh-CN" sz="2000" b="1">
              <a:solidFill>
                <a:srgbClr val="000000"/>
              </a:solidFill>
              <a:latin typeface="Helvetica" pitchFamily="2" charset="0"/>
              <a:ea typeface="宋体" panose="02010600030101010101" pitchFamily="2" charset="-122"/>
            </a:endParaRPr>
          </a:p>
        </p:txBody>
      </p:sp>
      <p:sp>
        <p:nvSpPr>
          <p:cNvPr id="30733" name="矩形 30733"/>
          <p:cNvSpPr/>
          <p:nvPr/>
        </p:nvSpPr>
        <p:spPr>
          <a:xfrm>
            <a:off x="811213" y="20970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30734" name="矩形 30734"/>
          <p:cNvSpPr/>
          <p:nvPr/>
        </p:nvSpPr>
        <p:spPr>
          <a:xfrm>
            <a:off x="2439988" y="20970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0735" name="矩形 30735"/>
          <p:cNvSpPr/>
          <p:nvPr/>
        </p:nvSpPr>
        <p:spPr>
          <a:xfrm>
            <a:off x="3497263"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0736" name="矩形 30736"/>
          <p:cNvSpPr/>
          <p:nvPr/>
        </p:nvSpPr>
        <p:spPr>
          <a:xfrm>
            <a:off x="5083175"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30737" name="矩形 30737"/>
          <p:cNvSpPr/>
          <p:nvPr/>
        </p:nvSpPr>
        <p:spPr>
          <a:xfrm>
            <a:off x="6134100"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0738" name="矩形 30738"/>
          <p:cNvSpPr/>
          <p:nvPr/>
        </p:nvSpPr>
        <p:spPr>
          <a:xfrm>
            <a:off x="7720013"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30740" name="矩形 30739"/>
          <p:cNvSpPr/>
          <p:nvPr/>
        </p:nvSpPr>
        <p:spPr>
          <a:xfrm>
            <a:off x="8129588" y="1793875"/>
            <a:ext cx="514350" cy="500063"/>
          </a:xfrm>
          <a:prstGeom prst="rect">
            <a:avLst/>
          </a:prstGeom>
          <a:noFill/>
          <a:ln w="9525">
            <a:noFill/>
          </a:ln>
        </p:spPr>
        <p:txBody>
          <a:bodyPr wrap="none" lIns="21431" tIns="30362" rIns="21431" bIns="30362"/>
          <a:p>
            <a:pPr defTabSz="1028700" eaLnBrk="0" fontAlgn="base" hangingPunct="0">
              <a:lnSpc>
                <a:spcPts val="4840"/>
              </a:lnSpc>
              <a:tabLst>
                <a:tab pos="514350" algn="l"/>
                <a:tab pos="1028700" algn="l"/>
                <a:tab pos="1543050" algn="l"/>
              </a:tabLst>
            </a:pPr>
            <a:r>
              <a:rPr lang="en-US" altLang="zh-CN" sz="4100" b="1" strike="noStrike" noProof="1">
                <a:solidFill>
                  <a:schemeClr val="accent2"/>
                </a:solidFill>
                <a:effectLst>
                  <a:outerShdw blurRad="38100" dist="38100" dir="2700000">
                    <a:srgbClr val="C0C0C0"/>
                  </a:outerShdw>
                </a:effectLst>
                <a:latin typeface="Helvetica" pitchFamily="2" charset="0"/>
                <a:ea typeface="宋体" panose="02010600030101010101" pitchFamily="2" charset="-122"/>
                <a:cs typeface="+mn-cs"/>
              </a:rPr>
              <a:t>X</a:t>
            </a:r>
            <a:endParaRPr lang="en-US" altLang="zh-CN" sz="4100" b="1" strike="noStrike" noProof="1">
              <a:solidFill>
                <a:schemeClr val="accent2"/>
              </a:solidFill>
              <a:effectLst>
                <a:outerShdw blurRad="38100" dist="38100" dir="2700000">
                  <a:srgbClr val="C0C0C0"/>
                </a:outerShdw>
              </a:effectLst>
              <a:latin typeface="Helvetica" pitchFamily="2" charset="0"/>
            </a:endParaRPr>
          </a:p>
        </p:txBody>
      </p:sp>
      <p:sp>
        <p:nvSpPr>
          <p:cNvPr id="2" name="直接连接符 30740"/>
          <p:cNvSpPr/>
          <p:nvPr/>
        </p:nvSpPr>
        <p:spPr>
          <a:xfrm>
            <a:off x="2600325" y="2514600"/>
            <a:ext cx="857250" cy="0"/>
          </a:xfrm>
          <a:prstGeom prst="line">
            <a:avLst/>
          </a:prstGeom>
          <a:ln w="50800" cap="flat" cmpd="sng">
            <a:solidFill>
              <a:srgbClr val="7D00E4"/>
            </a:solidFill>
            <a:prstDash val="solid"/>
            <a:round/>
            <a:headEnd type="triangle" w="med" len="med"/>
            <a:tailEnd type="none" w="med" len="med"/>
          </a:ln>
        </p:spPr>
      </p:sp>
      <p:sp>
        <p:nvSpPr>
          <p:cNvPr id="30741" name="直接连接符 30741"/>
          <p:cNvSpPr/>
          <p:nvPr/>
        </p:nvSpPr>
        <p:spPr>
          <a:xfrm>
            <a:off x="5414963" y="2514600"/>
            <a:ext cx="857250" cy="0"/>
          </a:xfrm>
          <a:prstGeom prst="line">
            <a:avLst/>
          </a:prstGeom>
          <a:ln w="50800" cap="flat" cmpd="sng">
            <a:solidFill>
              <a:srgbClr val="7D00E4"/>
            </a:solidFill>
            <a:prstDash val="solid"/>
            <a:round/>
            <a:headEnd type="triangle" w="med" len="med"/>
            <a:tailEnd type="none" w="med" len="med"/>
          </a:ln>
        </p:spPr>
      </p:sp>
      <p:sp>
        <p:nvSpPr>
          <p:cNvPr id="30742" name="矩形 30742"/>
          <p:cNvSpPr/>
          <p:nvPr/>
        </p:nvSpPr>
        <p:spPr>
          <a:xfrm>
            <a:off x="6108700" y="3186113"/>
            <a:ext cx="1971675"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30743" name="矩形 30743"/>
          <p:cNvSpPr/>
          <p:nvPr/>
        </p:nvSpPr>
        <p:spPr>
          <a:xfrm>
            <a:off x="6108700" y="3522663"/>
            <a:ext cx="785813"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44" name="矩形 30744"/>
          <p:cNvSpPr/>
          <p:nvPr/>
        </p:nvSpPr>
        <p:spPr>
          <a:xfrm>
            <a:off x="6894513" y="3522663"/>
            <a:ext cx="585787"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45" name="矩形 30745"/>
          <p:cNvSpPr/>
          <p:nvPr/>
        </p:nvSpPr>
        <p:spPr>
          <a:xfrm>
            <a:off x="6108700" y="3865563"/>
            <a:ext cx="771525"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46" name="矩形 30746"/>
          <p:cNvSpPr/>
          <p:nvPr/>
        </p:nvSpPr>
        <p:spPr>
          <a:xfrm>
            <a:off x="6113463" y="4208463"/>
            <a:ext cx="766762"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47" name="矩形 30747"/>
          <p:cNvSpPr/>
          <p:nvPr/>
        </p:nvSpPr>
        <p:spPr>
          <a:xfrm>
            <a:off x="6113463" y="4551363"/>
            <a:ext cx="766762"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48" name="矩形 30748"/>
          <p:cNvSpPr/>
          <p:nvPr/>
        </p:nvSpPr>
        <p:spPr>
          <a:xfrm>
            <a:off x="6894513" y="3865563"/>
            <a:ext cx="585787"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49" name="矩形 30749"/>
          <p:cNvSpPr/>
          <p:nvPr/>
        </p:nvSpPr>
        <p:spPr>
          <a:xfrm>
            <a:off x="6894513" y="4208463"/>
            <a:ext cx="585787"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50" name="矩形 30750"/>
          <p:cNvSpPr/>
          <p:nvPr/>
        </p:nvSpPr>
        <p:spPr>
          <a:xfrm>
            <a:off x="6894513" y="4551363"/>
            <a:ext cx="585787"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grpSp>
        <p:nvGrpSpPr>
          <p:cNvPr id="30751" name="组合 30751"/>
          <p:cNvGrpSpPr/>
          <p:nvPr/>
        </p:nvGrpSpPr>
        <p:grpSpPr>
          <a:xfrm>
            <a:off x="6840538" y="3540125"/>
            <a:ext cx="452437" cy="1357313"/>
            <a:chOff x="0" y="0"/>
            <a:chExt cx="285" cy="855"/>
          </a:xfrm>
        </p:grpSpPr>
        <p:sp>
          <p:nvSpPr>
            <p:cNvPr id="30752" name="矩形 30752"/>
            <p:cNvSpPr/>
            <p:nvPr/>
          </p:nvSpPr>
          <p:spPr>
            <a:xfrm>
              <a:off x="0" y="0"/>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0753" name="矩形 30753"/>
            <p:cNvSpPr/>
            <p:nvPr/>
          </p:nvSpPr>
          <p:spPr>
            <a:xfrm>
              <a:off x="0" y="207"/>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accent2"/>
                  </a:solidFill>
                  <a:latin typeface="Helvetica" pitchFamily="2" charset="0"/>
                  <a:ea typeface="宋体" panose="02010600030101010101" pitchFamily="2" charset="-122"/>
                </a:rPr>
                <a:t>S0</a:t>
              </a:r>
              <a:endParaRPr lang="en-US" altLang="zh-CN" sz="1600" b="1">
                <a:solidFill>
                  <a:schemeClr val="accent2"/>
                </a:solidFill>
                <a:latin typeface="Helvetica" pitchFamily="2" charset="0"/>
                <a:ea typeface="宋体" panose="02010600030101010101" pitchFamily="2" charset="-122"/>
              </a:endParaRPr>
            </a:p>
          </p:txBody>
        </p:sp>
        <p:sp>
          <p:nvSpPr>
            <p:cNvPr id="30754" name="矩形 30754"/>
            <p:cNvSpPr/>
            <p:nvPr/>
          </p:nvSpPr>
          <p:spPr>
            <a:xfrm>
              <a:off x="0" y="423"/>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0755" name="矩形 30755"/>
            <p:cNvSpPr/>
            <p:nvPr/>
          </p:nvSpPr>
          <p:spPr>
            <a:xfrm>
              <a:off x="0" y="639"/>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grpSp>
      <p:sp>
        <p:nvSpPr>
          <p:cNvPr id="30756" name="矩形 30756"/>
          <p:cNvSpPr/>
          <p:nvPr/>
        </p:nvSpPr>
        <p:spPr>
          <a:xfrm>
            <a:off x="7494588" y="3522663"/>
            <a:ext cx="585787"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57" name="矩形 30757"/>
          <p:cNvSpPr/>
          <p:nvPr/>
        </p:nvSpPr>
        <p:spPr>
          <a:xfrm>
            <a:off x="7494588" y="3865563"/>
            <a:ext cx="585787"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58" name="矩形 30758"/>
          <p:cNvSpPr/>
          <p:nvPr/>
        </p:nvSpPr>
        <p:spPr>
          <a:xfrm>
            <a:off x="7494588" y="4208463"/>
            <a:ext cx="585787"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30759" name="矩形 30759"/>
          <p:cNvSpPr/>
          <p:nvPr/>
        </p:nvSpPr>
        <p:spPr>
          <a:xfrm>
            <a:off x="7494588" y="4551363"/>
            <a:ext cx="585787"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2</a:t>
            </a:r>
            <a:endParaRPr lang="en-US" altLang="zh-CN" sz="1600" b="1">
              <a:solidFill>
                <a:schemeClr val="tx2"/>
              </a:solidFill>
              <a:latin typeface="Helvetica" pitchFamily="2" charset="0"/>
              <a:ea typeface="宋体" panose="02010600030101010101" pitchFamily="2" charset="-122"/>
            </a:endParaRPr>
          </a:p>
        </p:txBody>
      </p:sp>
      <p:grpSp>
        <p:nvGrpSpPr>
          <p:cNvPr id="30760" name="组合 30760"/>
          <p:cNvGrpSpPr/>
          <p:nvPr/>
        </p:nvGrpSpPr>
        <p:grpSpPr>
          <a:xfrm>
            <a:off x="5664200" y="3513138"/>
            <a:ext cx="955675" cy="1398587"/>
            <a:chOff x="0" y="0"/>
            <a:chExt cx="602" cy="881"/>
          </a:xfrm>
        </p:grpSpPr>
        <p:sp>
          <p:nvSpPr>
            <p:cNvPr id="30761" name="矩形 30761"/>
            <p:cNvSpPr/>
            <p:nvPr/>
          </p:nvSpPr>
          <p:spPr>
            <a:xfrm>
              <a:off x="5" y="0"/>
              <a:ext cx="59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30762" name="矩形 30762"/>
            <p:cNvSpPr/>
            <p:nvPr/>
          </p:nvSpPr>
          <p:spPr>
            <a:xfrm>
              <a:off x="0" y="654"/>
              <a:ext cx="58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10.1.0.0</a:t>
              </a:r>
              <a:endParaRPr lang="en-US" altLang="zh-CN" sz="1600" b="1">
                <a:solidFill>
                  <a:schemeClr val="tx2"/>
                </a:solidFill>
                <a:latin typeface="Helvetica" pitchFamily="2" charset="0"/>
                <a:ea typeface="宋体" panose="02010600030101010101" pitchFamily="2" charset="-122"/>
              </a:endParaRPr>
            </a:p>
          </p:txBody>
        </p:sp>
        <p:sp>
          <p:nvSpPr>
            <p:cNvPr id="30763" name="矩形 30763"/>
            <p:cNvSpPr/>
            <p:nvPr/>
          </p:nvSpPr>
          <p:spPr>
            <a:xfrm>
              <a:off x="0" y="438"/>
              <a:ext cx="58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30764" name="矩形 30764"/>
            <p:cNvSpPr/>
            <p:nvPr/>
          </p:nvSpPr>
          <p:spPr>
            <a:xfrm>
              <a:off x="5" y="216"/>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10.4.0.0</a:t>
              </a:r>
              <a:endParaRPr lang="en-US" altLang="zh-CN" sz="1600" b="1">
                <a:solidFill>
                  <a:schemeClr val="accent2"/>
                </a:solidFill>
                <a:latin typeface="Helvetica" pitchFamily="2" charset="0"/>
                <a:ea typeface="宋体" panose="02010600030101010101" pitchFamily="2" charset="-122"/>
              </a:endParaRPr>
            </a:p>
          </p:txBody>
        </p:sp>
      </p:grpSp>
      <p:sp>
        <p:nvSpPr>
          <p:cNvPr id="30765" name="矩形 30765"/>
          <p:cNvSpPr/>
          <p:nvPr/>
        </p:nvSpPr>
        <p:spPr>
          <a:xfrm>
            <a:off x="7620000" y="3530600"/>
            <a:ext cx="317500" cy="360363"/>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0766" name="矩形 30766"/>
          <p:cNvSpPr/>
          <p:nvPr/>
        </p:nvSpPr>
        <p:spPr>
          <a:xfrm>
            <a:off x="7608888" y="3862388"/>
            <a:ext cx="317500" cy="361950"/>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2</a:t>
            </a:r>
            <a:endParaRPr lang="en-US" altLang="zh-CN" sz="1600" b="1">
              <a:solidFill>
                <a:schemeClr val="accent2"/>
              </a:solidFill>
              <a:latin typeface="Helvetica" pitchFamily="2" charset="0"/>
              <a:ea typeface="宋体" panose="02010600030101010101" pitchFamily="2" charset="-122"/>
            </a:endParaRPr>
          </a:p>
        </p:txBody>
      </p:sp>
      <p:sp>
        <p:nvSpPr>
          <p:cNvPr id="30767" name="矩形 30767"/>
          <p:cNvSpPr/>
          <p:nvPr/>
        </p:nvSpPr>
        <p:spPr>
          <a:xfrm>
            <a:off x="806450" y="3171825"/>
            <a:ext cx="1973263"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30768" name="矩形 30768"/>
          <p:cNvSpPr/>
          <p:nvPr/>
        </p:nvSpPr>
        <p:spPr>
          <a:xfrm>
            <a:off x="806450" y="3508375"/>
            <a:ext cx="787400"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69" name="矩形 30769"/>
          <p:cNvSpPr/>
          <p:nvPr/>
        </p:nvSpPr>
        <p:spPr>
          <a:xfrm>
            <a:off x="1593850" y="3508375"/>
            <a:ext cx="5857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70" name="矩形 30770"/>
          <p:cNvSpPr/>
          <p:nvPr/>
        </p:nvSpPr>
        <p:spPr>
          <a:xfrm>
            <a:off x="806450" y="3851275"/>
            <a:ext cx="773113"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71" name="矩形 30771"/>
          <p:cNvSpPr/>
          <p:nvPr/>
        </p:nvSpPr>
        <p:spPr>
          <a:xfrm>
            <a:off x="812800" y="4194175"/>
            <a:ext cx="766763"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72" name="矩形 30772"/>
          <p:cNvSpPr/>
          <p:nvPr/>
        </p:nvSpPr>
        <p:spPr>
          <a:xfrm>
            <a:off x="812800" y="4537075"/>
            <a:ext cx="766763"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73" name="矩形 30773"/>
          <p:cNvSpPr/>
          <p:nvPr/>
        </p:nvSpPr>
        <p:spPr>
          <a:xfrm>
            <a:off x="1581150" y="3851275"/>
            <a:ext cx="5984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74" name="矩形 30774"/>
          <p:cNvSpPr/>
          <p:nvPr/>
        </p:nvSpPr>
        <p:spPr>
          <a:xfrm>
            <a:off x="1581150" y="4194175"/>
            <a:ext cx="5984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75" name="矩形 30775"/>
          <p:cNvSpPr/>
          <p:nvPr/>
        </p:nvSpPr>
        <p:spPr>
          <a:xfrm>
            <a:off x="1581150" y="4537075"/>
            <a:ext cx="5984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grpSp>
        <p:nvGrpSpPr>
          <p:cNvPr id="30776" name="组合 30776"/>
          <p:cNvGrpSpPr/>
          <p:nvPr/>
        </p:nvGrpSpPr>
        <p:grpSpPr>
          <a:xfrm>
            <a:off x="1539875" y="3525838"/>
            <a:ext cx="452438" cy="1357312"/>
            <a:chOff x="0" y="0"/>
            <a:chExt cx="285" cy="855"/>
          </a:xfrm>
        </p:grpSpPr>
        <p:sp>
          <p:nvSpPr>
            <p:cNvPr id="30777" name="矩形 30777"/>
            <p:cNvSpPr/>
            <p:nvPr/>
          </p:nvSpPr>
          <p:spPr>
            <a:xfrm>
              <a:off x="0" y="0"/>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30778" name="矩形 30778"/>
            <p:cNvSpPr/>
            <p:nvPr/>
          </p:nvSpPr>
          <p:spPr>
            <a:xfrm>
              <a:off x="0" y="207"/>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0779" name="矩形 30779"/>
            <p:cNvSpPr/>
            <p:nvPr/>
          </p:nvSpPr>
          <p:spPr>
            <a:xfrm>
              <a:off x="0" y="423"/>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0780" name="矩形 30780"/>
            <p:cNvSpPr/>
            <p:nvPr/>
          </p:nvSpPr>
          <p:spPr>
            <a:xfrm>
              <a:off x="0" y="639"/>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accent2"/>
                  </a:solidFill>
                  <a:latin typeface="Helvetica" pitchFamily="2" charset="0"/>
                  <a:ea typeface="宋体" panose="02010600030101010101" pitchFamily="2" charset="-122"/>
                </a:rPr>
                <a:t>S0</a:t>
              </a:r>
              <a:endParaRPr lang="en-US" altLang="zh-CN" sz="1600" b="1">
                <a:solidFill>
                  <a:schemeClr val="accent2"/>
                </a:solidFill>
                <a:latin typeface="Helvetica" pitchFamily="2" charset="0"/>
                <a:ea typeface="宋体" panose="02010600030101010101" pitchFamily="2" charset="-122"/>
              </a:endParaRPr>
            </a:p>
          </p:txBody>
        </p:sp>
      </p:grpSp>
      <p:sp>
        <p:nvSpPr>
          <p:cNvPr id="30781" name="矩形 30781"/>
          <p:cNvSpPr/>
          <p:nvPr/>
        </p:nvSpPr>
        <p:spPr>
          <a:xfrm>
            <a:off x="2193925" y="3508375"/>
            <a:ext cx="5857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82" name="矩形 30782"/>
          <p:cNvSpPr/>
          <p:nvPr/>
        </p:nvSpPr>
        <p:spPr>
          <a:xfrm>
            <a:off x="2193925" y="3851275"/>
            <a:ext cx="5857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83" name="矩形 30783"/>
          <p:cNvSpPr/>
          <p:nvPr/>
        </p:nvSpPr>
        <p:spPr>
          <a:xfrm>
            <a:off x="2193925" y="4194175"/>
            <a:ext cx="5857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30784" name="矩形 30784"/>
          <p:cNvSpPr/>
          <p:nvPr/>
        </p:nvSpPr>
        <p:spPr>
          <a:xfrm>
            <a:off x="2193925" y="4537075"/>
            <a:ext cx="5857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accent2"/>
                </a:solidFill>
                <a:latin typeface="Helvetica" pitchFamily="2" charset="0"/>
                <a:ea typeface="宋体" panose="02010600030101010101" pitchFamily="2" charset="-122"/>
              </a:rPr>
              <a:t>4</a:t>
            </a:r>
            <a:endParaRPr lang="en-US" altLang="zh-CN" sz="1600" b="1">
              <a:solidFill>
                <a:schemeClr val="accent2"/>
              </a:solidFill>
              <a:latin typeface="Helvetica" pitchFamily="2" charset="0"/>
              <a:ea typeface="宋体" panose="02010600030101010101" pitchFamily="2" charset="-122"/>
            </a:endParaRPr>
          </a:p>
        </p:txBody>
      </p:sp>
      <p:grpSp>
        <p:nvGrpSpPr>
          <p:cNvPr id="30785" name="组合 30785"/>
          <p:cNvGrpSpPr/>
          <p:nvPr/>
        </p:nvGrpSpPr>
        <p:grpSpPr>
          <a:xfrm>
            <a:off x="363538" y="3498850"/>
            <a:ext cx="955675" cy="1398588"/>
            <a:chOff x="0" y="0"/>
            <a:chExt cx="602" cy="881"/>
          </a:xfrm>
        </p:grpSpPr>
        <p:sp>
          <p:nvSpPr>
            <p:cNvPr id="30786" name="矩形 30786"/>
            <p:cNvSpPr/>
            <p:nvPr/>
          </p:nvSpPr>
          <p:spPr>
            <a:xfrm>
              <a:off x="5" y="0"/>
              <a:ext cx="59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10.1.0.0</a:t>
              </a:r>
              <a:endParaRPr lang="en-US" altLang="zh-CN" sz="1600" b="1">
                <a:latin typeface="Helvetica" pitchFamily="2" charset="0"/>
                <a:ea typeface="宋体" panose="02010600030101010101" pitchFamily="2" charset="-122"/>
              </a:endParaRPr>
            </a:p>
          </p:txBody>
        </p:sp>
        <p:sp>
          <p:nvSpPr>
            <p:cNvPr id="30787" name="矩形 30787"/>
            <p:cNvSpPr/>
            <p:nvPr/>
          </p:nvSpPr>
          <p:spPr>
            <a:xfrm>
              <a:off x="0" y="654"/>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10.4.0.0</a:t>
              </a:r>
              <a:endParaRPr lang="en-US" altLang="zh-CN" sz="1600" b="1">
                <a:solidFill>
                  <a:schemeClr val="accent2"/>
                </a:solidFill>
                <a:latin typeface="Helvetica" pitchFamily="2" charset="0"/>
                <a:ea typeface="宋体" panose="02010600030101010101" pitchFamily="2" charset="-122"/>
              </a:endParaRPr>
            </a:p>
          </p:txBody>
        </p:sp>
        <p:sp>
          <p:nvSpPr>
            <p:cNvPr id="30788" name="矩形 30788"/>
            <p:cNvSpPr/>
            <p:nvPr/>
          </p:nvSpPr>
          <p:spPr>
            <a:xfrm>
              <a:off x="0" y="438"/>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30789" name="矩形 30789"/>
            <p:cNvSpPr/>
            <p:nvPr/>
          </p:nvSpPr>
          <p:spPr>
            <a:xfrm>
              <a:off x="5" y="216"/>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grpSp>
      <p:sp>
        <p:nvSpPr>
          <p:cNvPr id="30790" name="矩形 30790"/>
          <p:cNvSpPr/>
          <p:nvPr/>
        </p:nvSpPr>
        <p:spPr>
          <a:xfrm>
            <a:off x="2319338" y="3516313"/>
            <a:ext cx="317500" cy="360362"/>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0791" name="矩形 30791"/>
          <p:cNvSpPr/>
          <p:nvPr/>
        </p:nvSpPr>
        <p:spPr>
          <a:xfrm>
            <a:off x="2324100" y="3859213"/>
            <a:ext cx="317500" cy="361950"/>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0792" name="矩形 30792"/>
          <p:cNvSpPr/>
          <p:nvPr/>
        </p:nvSpPr>
        <p:spPr>
          <a:xfrm>
            <a:off x="3463925" y="3179763"/>
            <a:ext cx="1973263" cy="328612"/>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30793" name="矩形 30793"/>
          <p:cNvSpPr/>
          <p:nvPr/>
        </p:nvSpPr>
        <p:spPr>
          <a:xfrm>
            <a:off x="3463925" y="3514725"/>
            <a:ext cx="787400"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94" name="矩形 30794"/>
          <p:cNvSpPr/>
          <p:nvPr/>
        </p:nvSpPr>
        <p:spPr>
          <a:xfrm>
            <a:off x="4251325" y="3514725"/>
            <a:ext cx="5857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95" name="矩形 30795"/>
          <p:cNvSpPr/>
          <p:nvPr/>
        </p:nvSpPr>
        <p:spPr>
          <a:xfrm>
            <a:off x="3463925" y="3857625"/>
            <a:ext cx="773113"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96" name="矩形 30796"/>
          <p:cNvSpPr/>
          <p:nvPr/>
        </p:nvSpPr>
        <p:spPr>
          <a:xfrm>
            <a:off x="3470275" y="4200525"/>
            <a:ext cx="766763"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97" name="矩形 30797"/>
          <p:cNvSpPr/>
          <p:nvPr/>
        </p:nvSpPr>
        <p:spPr>
          <a:xfrm>
            <a:off x="3470275" y="4543425"/>
            <a:ext cx="766763"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98" name="矩形 30798"/>
          <p:cNvSpPr/>
          <p:nvPr/>
        </p:nvSpPr>
        <p:spPr>
          <a:xfrm>
            <a:off x="4257675" y="3859213"/>
            <a:ext cx="585788" cy="327025"/>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799" name="矩形 30799"/>
          <p:cNvSpPr/>
          <p:nvPr/>
        </p:nvSpPr>
        <p:spPr>
          <a:xfrm>
            <a:off x="4257675" y="4200525"/>
            <a:ext cx="5857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800" name="矩形 30800"/>
          <p:cNvSpPr/>
          <p:nvPr/>
        </p:nvSpPr>
        <p:spPr>
          <a:xfrm>
            <a:off x="4257675" y="4543425"/>
            <a:ext cx="5857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grpSp>
        <p:nvGrpSpPr>
          <p:cNvPr id="30801" name="组合 30801"/>
          <p:cNvGrpSpPr/>
          <p:nvPr/>
        </p:nvGrpSpPr>
        <p:grpSpPr>
          <a:xfrm>
            <a:off x="4178300" y="3533775"/>
            <a:ext cx="452438" cy="1355725"/>
            <a:chOff x="0" y="0"/>
            <a:chExt cx="285" cy="854"/>
          </a:xfrm>
        </p:grpSpPr>
        <p:sp>
          <p:nvSpPr>
            <p:cNvPr id="30802" name="矩形 30802"/>
            <p:cNvSpPr/>
            <p:nvPr/>
          </p:nvSpPr>
          <p:spPr>
            <a:xfrm>
              <a:off x="0" y="0"/>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0803" name="矩形 30803"/>
            <p:cNvSpPr/>
            <p:nvPr/>
          </p:nvSpPr>
          <p:spPr>
            <a:xfrm>
              <a:off x="0" y="207"/>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30804" name="矩形 30804"/>
            <p:cNvSpPr/>
            <p:nvPr/>
          </p:nvSpPr>
          <p:spPr>
            <a:xfrm>
              <a:off x="0" y="423"/>
              <a:ext cx="285" cy="215"/>
            </a:xfrm>
            <a:prstGeom prst="rect">
              <a:avLst/>
            </a:prstGeom>
            <a:noFill/>
            <a:ln w="9525">
              <a:noFill/>
            </a:ln>
          </p:spPr>
          <p:txBody>
            <a:bodyPr wrap="none" lIns="9101015" tIns="4550613" rIns="9101015" bIns="4550613" anchor="ctr"/>
            <a:p>
              <a:pPr defTabSz="1028700" eaLnBrk="0" hangingPunct="0"/>
              <a:r>
                <a:rPr lang="en-US" altLang="zh-CN" sz="1600" b="1">
                  <a:solidFill>
                    <a:schemeClr val="accent2"/>
                  </a:solidFill>
                  <a:latin typeface="Helvetica" pitchFamily="2" charset="0"/>
                  <a:ea typeface="宋体" panose="02010600030101010101" pitchFamily="2" charset="-122"/>
                </a:rPr>
                <a:t>S1</a:t>
              </a:r>
              <a:endParaRPr lang="en-US" altLang="zh-CN" sz="1600" b="1">
                <a:solidFill>
                  <a:schemeClr val="accent2"/>
                </a:solidFill>
                <a:latin typeface="Helvetica" pitchFamily="2" charset="0"/>
                <a:ea typeface="宋体" panose="02010600030101010101" pitchFamily="2" charset="-122"/>
              </a:endParaRPr>
            </a:p>
          </p:txBody>
        </p:sp>
        <p:sp>
          <p:nvSpPr>
            <p:cNvPr id="30805" name="矩形 30805"/>
            <p:cNvSpPr/>
            <p:nvPr/>
          </p:nvSpPr>
          <p:spPr>
            <a:xfrm>
              <a:off x="0" y="638"/>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grpSp>
      <p:sp>
        <p:nvSpPr>
          <p:cNvPr id="30806" name="矩形 30806"/>
          <p:cNvSpPr/>
          <p:nvPr/>
        </p:nvSpPr>
        <p:spPr>
          <a:xfrm>
            <a:off x="4851400" y="3514725"/>
            <a:ext cx="5857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807" name="矩形 30807"/>
          <p:cNvSpPr/>
          <p:nvPr/>
        </p:nvSpPr>
        <p:spPr>
          <a:xfrm>
            <a:off x="4851400" y="3857625"/>
            <a:ext cx="5857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0808" name="矩形 30808"/>
          <p:cNvSpPr/>
          <p:nvPr/>
        </p:nvSpPr>
        <p:spPr>
          <a:xfrm>
            <a:off x="4851400" y="4200525"/>
            <a:ext cx="5857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accent2"/>
                </a:solidFill>
                <a:latin typeface="Helvetica" pitchFamily="2" charset="0"/>
                <a:ea typeface="宋体" panose="02010600030101010101" pitchFamily="2" charset="-122"/>
              </a:rPr>
              <a:t>3</a:t>
            </a:r>
            <a:endParaRPr lang="en-US" altLang="zh-CN" sz="1600" b="1">
              <a:solidFill>
                <a:schemeClr val="accent2"/>
              </a:solidFill>
              <a:latin typeface="Helvetica" pitchFamily="2" charset="0"/>
              <a:ea typeface="宋体" panose="02010600030101010101" pitchFamily="2" charset="-122"/>
            </a:endParaRPr>
          </a:p>
        </p:txBody>
      </p:sp>
      <p:sp>
        <p:nvSpPr>
          <p:cNvPr id="30809" name="矩形 30809"/>
          <p:cNvSpPr/>
          <p:nvPr/>
        </p:nvSpPr>
        <p:spPr>
          <a:xfrm>
            <a:off x="4851400" y="4543425"/>
            <a:ext cx="585788" cy="328613"/>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grpSp>
        <p:nvGrpSpPr>
          <p:cNvPr id="30810" name="组合 30810"/>
          <p:cNvGrpSpPr/>
          <p:nvPr/>
        </p:nvGrpSpPr>
        <p:grpSpPr>
          <a:xfrm>
            <a:off x="3021013" y="3506788"/>
            <a:ext cx="955675" cy="1397000"/>
            <a:chOff x="0" y="0"/>
            <a:chExt cx="602" cy="880"/>
          </a:xfrm>
        </p:grpSpPr>
        <p:sp>
          <p:nvSpPr>
            <p:cNvPr id="30811" name="矩形 30811"/>
            <p:cNvSpPr/>
            <p:nvPr/>
          </p:nvSpPr>
          <p:spPr>
            <a:xfrm>
              <a:off x="5" y="0"/>
              <a:ext cx="59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30812" name="矩形 30812"/>
            <p:cNvSpPr/>
            <p:nvPr/>
          </p:nvSpPr>
          <p:spPr>
            <a:xfrm>
              <a:off x="0" y="653"/>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10.1.0.0</a:t>
              </a:r>
              <a:endParaRPr lang="en-US" altLang="zh-CN" sz="1600" b="1">
                <a:solidFill>
                  <a:schemeClr val="tx2"/>
                </a:solidFill>
                <a:latin typeface="Helvetica" pitchFamily="2" charset="0"/>
                <a:ea typeface="宋体" panose="02010600030101010101" pitchFamily="2" charset="-122"/>
              </a:endParaRPr>
            </a:p>
          </p:txBody>
        </p:sp>
        <p:sp>
          <p:nvSpPr>
            <p:cNvPr id="30813" name="矩形 30813"/>
            <p:cNvSpPr/>
            <p:nvPr/>
          </p:nvSpPr>
          <p:spPr>
            <a:xfrm>
              <a:off x="0" y="437"/>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10.4.0.0</a:t>
              </a:r>
              <a:endParaRPr lang="en-US" altLang="zh-CN" sz="1600" b="1">
                <a:solidFill>
                  <a:schemeClr val="accent2"/>
                </a:solidFill>
                <a:latin typeface="Helvetica" pitchFamily="2" charset="0"/>
                <a:ea typeface="宋体" panose="02010600030101010101" pitchFamily="2" charset="-122"/>
              </a:endParaRPr>
            </a:p>
          </p:txBody>
        </p:sp>
        <p:sp>
          <p:nvSpPr>
            <p:cNvPr id="30814" name="矩形 30814"/>
            <p:cNvSpPr/>
            <p:nvPr/>
          </p:nvSpPr>
          <p:spPr>
            <a:xfrm>
              <a:off x="5" y="216"/>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grpSp>
      <p:sp>
        <p:nvSpPr>
          <p:cNvPr id="30815" name="矩形 30815"/>
          <p:cNvSpPr/>
          <p:nvPr/>
        </p:nvSpPr>
        <p:spPr>
          <a:xfrm>
            <a:off x="4976813" y="3524250"/>
            <a:ext cx="317500" cy="360363"/>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0816" name="矩形 30816"/>
          <p:cNvSpPr/>
          <p:nvPr/>
        </p:nvSpPr>
        <p:spPr>
          <a:xfrm>
            <a:off x="4981575" y="3867150"/>
            <a:ext cx="317500" cy="360363"/>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0817" name="标题 30817"/>
          <p:cNvSpPr>
            <a:spLocks noGrp="1"/>
          </p:cNvSpPr>
          <p:nvPr>
            <p:ph type="title"/>
          </p:nvPr>
        </p:nvSpPr>
        <p:spPr/>
        <p:txBody>
          <a:bodyPr anchor="b"/>
          <a:p>
            <a:r>
              <a:rPr lang="zh-CN" altLang="en-US"/>
              <a:t>路由回路</a:t>
            </a:r>
            <a:endParaRPr lang="zh-CN" altLang="en-US"/>
          </a:p>
        </p:txBody>
      </p:sp>
      <p:sp>
        <p:nvSpPr>
          <p:cNvPr id="30818" name="文本占位符 30818"/>
          <p:cNvSpPr>
            <a:spLocks noGrp="1"/>
          </p:cNvSpPr>
          <p:nvPr>
            <p:ph idx="1"/>
          </p:nvPr>
        </p:nvSpPr>
        <p:spPr>
          <a:xfrm>
            <a:off x="468313" y="5253038"/>
            <a:ext cx="7848600" cy="701675"/>
          </a:xfrm>
        </p:spPr>
        <p:txBody>
          <a:bodyPr anchor="t"/>
          <a:p>
            <a:r>
              <a:rPr lang="en-US" altLang="zh-CN"/>
              <a:t>Router A </a:t>
            </a:r>
            <a:r>
              <a:rPr lang="zh-CN" altLang="en-US"/>
              <a:t>也更新自己的路由表，但是反映的是错误的信息。</a:t>
            </a:r>
            <a:endParaRPr lang="zh-CN" altLang="en-US"/>
          </a:p>
          <a:p>
            <a:endParaRPr lang="zh-CN" altLang="en-US"/>
          </a:p>
        </p:txBody>
      </p:sp>
      <p:pic>
        <p:nvPicPr>
          <p:cNvPr id="30819" name="图片 30819" descr="GER---"/>
          <p:cNvPicPr>
            <a:picLocks noChangeAspect="1"/>
          </p:cNvPicPr>
          <p:nvPr/>
        </p:nvPicPr>
        <p:blipFill>
          <a:blip r:embed="rId1"/>
          <a:stretch>
            <a:fillRect/>
          </a:stretch>
        </p:blipFill>
        <p:spPr>
          <a:xfrm>
            <a:off x="1303338" y="1628775"/>
            <a:ext cx="1108075" cy="738188"/>
          </a:xfrm>
          <a:prstGeom prst="rect">
            <a:avLst/>
          </a:prstGeom>
          <a:noFill/>
          <a:ln w="9525">
            <a:noFill/>
          </a:ln>
        </p:spPr>
      </p:pic>
      <p:pic>
        <p:nvPicPr>
          <p:cNvPr id="30820" name="图片 30820" descr="GER---"/>
          <p:cNvPicPr>
            <a:picLocks noChangeAspect="1"/>
          </p:cNvPicPr>
          <p:nvPr/>
        </p:nvPicPr>
        <p:blipFill>
          <a:blip r:embed="rId1"/>
          <a:stretch>
            <a:fillRect/>
          </a:stretch>
        </p:blipFill>
        <p:spPr>
          <a:xfrm>
            <a:off x="3924300" y="1628775"/>
            <a:ext cx="1108075" cy="738188"/>
          </a:xfrm>
          <a:prstGeom prst="rect">
            <a:avLst/>
          </a:prstGeom>
          <a:noFill/>
          <a:ln w="9525">
            <a:noFill/>
          </a:ln>
        </p:spPr>
      </p:pic>
      <p:pic>
        <p:nvPicPr>
          <p:cNvPr id="30821" name="图片 30821" descr="GER---"/>
          <p:cNvPicPr>
            <a:picLocks noChangeAspect="1"/>
          </p:cNvPicPr>
          <p:nvPr/>
        </p:nvPicPr>
        <p:blipFill>
          <a:blip r:embed="rId1"/>
          <a:stretch>
            <a:fillRect/>
          </a:stretch>
        </p:blipFill>
        <p:spPr>
          <a:xfrm>
            <a:off x="6632575" y="1611313"/>
            <a:ext cx="1108075" cy="738187"/>
          </a:xfrm>
          <a:prstGeom prst="rect">
            <a:avLst/>
          </a:prstGeom>
          <a:noFill/>
          <a:ln w="9525">
            <a:noFill/>
          </a:ln>
        </p:spPr>
      </p:pic>
      <p:sp>
        <p:nvSpPr>
          <p:cNvPr id="30823" name="矩形 30822"/>
          <p:cNvSpPr/>
          <p:nvPr/>
        </p:nvSpPr>
        <p:spPr>
          <a:xfrm>
            <a:off x="1685925"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A</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30824" name="矩形 30823"/>
          <p:cNvSpPr/>
          <p:nvPr/>
        </p:nvSpPr>
        <p:spPr>
          <a:xfrm>
            <a:off x="4341813"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B</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30825" name="矩形 30824"/>
          <p:cNvSpPr/>
          <p:nvPr/>
        </p:nvSpPr>
        <p:spPr>
          <a:xfrm>
            <a:off x="7013575"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C</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2769" name="对象 32769"/>
          <p:cNvGraphicFramePr>
            <a:graphicFrameLocks noChangeAspect="1"/>
          </p:cNvGraphicFramePr>
          <p:nvPr/>
        </p:nvGraphicFramePr>
        <p:xfrm>
          <a:off x="685800" y="1295400"/>
          <a:ext cx="7802563" cy="2074863"/>
        </p:xfrm>
        <a:graphic>
          <a:graphicData uri="http://schemas.openxmlformats.org/presentationml/2006/ole">
            <mc:AlternateContent xmlns:mc="http://schemas.openxmlformats.org/markup-compatibility/2006">
              <mc:Choice xmlns:v="urn:schemas-microsoft-com:vml" Requires="v">
                <p:oleObj spid="_x0000_s3076" name="" r:id="rId1" imgW="7267575" imgH="1933575" progId="Paint.Picture">
                  <p:embed/>
                </p:oleObj>
              </mc:Choice>
              <mc:Fallback>
                <p:oleObj name="" r:id="rId1" imgW="7267575" imgH="1933575" progId="Paint.Picture">
                  <p:embed/>
                  <p:pic>
                    <p:nvPicPr>
                      <p:cNvPr id="0" name="图片 3075"/>
                      <p:cNvPicPr/>
                      <p:nvPr/>
                    </p:nvPicPr>
                    <p:blipFill>
                      <a:blip r:embed="rId2"/>
                      <a:stretch>
                        <a:fillRect/>
                      </a:stretch>
                    </p:blipFill>
                    <p:spPr>
                      <a:xfrm>
                        <a:off x="685800" y="1295400"/>
                        <a:ext cx="7802563" cy="2074863"/>
                      </a:xfrm>
                      <a:prstGeom prst="rect">
                        <a:avLst/>
                      </a:prstGeom>
                      <a:noFill/>
                      <a:ln w="38100">
                        <a:noFill/>
                        <a:miter/>
                      </a:ln>
                    </p:spPr>
                  </p:pic>
                </p:oleObj>
              </mc:Fallback>
            </mc:AlternateContent>
          </a:graphicData>
        </a:graphic>
      </p:graphicFrame>
      <p:sp>
        <p:nvSpPr>
          <p:cNvPr id="32770" name="标题 32770"/>
          <p:cNvSpPr>
            <a:spLocks noGrp="1"/>
          </p:cNvSpPr>
          <p:nvPr>
            <p:ph type="title"/>
          </p:nvPr>
        </p:nvSpPr>
        <p:spPr/>
        <p:txBody>
          <a:bodyPr anchor="b"/>
          <a:p>
            <a:r>
              <a:rPr lang="zh-CN" altLang="en-US"/>
              <a:t>路由回路</a:t>
            </a:r>
            <a:endParaRPr lang="zh-CN" altLang="en-US"/>
          </a:p>
        </p:txBody>
      </p:sp>
      <p:grpSp>
        <p:nvGrpSpPr>
          <p:cNvPr id="32771" name="组合 32771"/>
          <p:cNvGrpSpPr/>
          <p:nvPr/>
        </p:nvGrpSpPr>
        <p:grpSpPr>
          <a:xfrm>
            <a:off x="533400" y="2895600"/>
            <a:ext cx="2416175" cy="1725613"/>
            <a:chOff x="0" y="0"/>
            <a:chExt cx="1522" cy="1087"/>
          </a:xfrm>
        </p:grpSpPr>
        <p:sp>
          <p:nvSpPr>
            <p:cNvPr id="32772" name="矩形 32772"/>
            <p:cNvSpPr/>
            <p:nvPr/>
          </p:nvSpPr>
          <p:spPr>
            <a:xfrm>
              <a:off x="279" y="0"/>
              <a:ext cx="124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32773" name="矩形 32773"/>
            <p:cNvSpPr/>
            <p:nvPr/>
          </p:nvSpPr>
          <p:spPr>
            <a:xfrm>
              <a:off x="279" y="212"/>
              <a:ext cx="49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774" name="矩形 32774"/>
            <p:cNvSpPr/>
            <p:nvPr/>
          </p:nvSpPr>
          <p:spPr>
            <a:xfrm>
              <a:off x="775" y="21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775" name="矩形 32775"/>
            <p:cNvSpPr/>
            <p:nvPr/>
          </p:nvSpPr>
          <p:spPr>
            <a:xfrm>
              <a:off x="279" y="428"/>
              <a:ext cx="487"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776" name="矩形 32776"/>
            <p:cNvSpPr/>
            <p:nvPr/>
          </p:nvSpPr>
          <p:spPr>
            <a:xfrm>
              <a:off x="283" y="644"/>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777" name="矩形 32777"/>
            <p:cNvSpPr/>
            <p:nvPr/>
          </p:nvSpPr>
          <p:spPr>
            <a:xfrm>
              <a:off x="283" y="860"/>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778" name="矩形 32778"/>
            <p:cNvSpPr/>
            <p:nvPr/>
          </p:nvSpPr>
          <p:spPr>
            <a:xfrm>
              <a:off x="775" y="42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779" name="矩形 32779"/>
            <p:cNvSpPr/>
            <p:nvPr/>
          </p:nvSpPr>
          <p:spPr>
            <a:xfrm>
              <a:off x="775" y="64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780" name="矩形 32780"/>
            <p:cNvSpPr/>
            <p:nvPr/>
          </p:nvSpPr>
          <p:spPr>
            <a:xfrm>
              <a:off x="775" y="860"/>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grpSp>
          <p:nvGrpSpPr>
            <p:cNvPr id="32781" name="组合 32781"/>
            <p:cNvGrpSpPr/>
            <p:nvPr/>
          </p:nvGrpSpPr>
          <p:grpSpPr>
            <a:xfrm>
              <a:off x="741" y="223"/>
              <a:ext cx="285" cy="855"/>
              <a:chOff x="0" y="0"/>
              <a:chExt cx="285" cy="855"/>
            </a:xfrm>
          </p:grpSpPr>
          <p:sp>
            <p:nvSpPr>
              <p:cNvPr id="32782" name="矩形 32782"/>
              <p:cNvSpPr/>
              <p:nvPr/>
            </p:nvSpPr>
            <p:spPr>
              <a:xfrm>
                <a:off x="0" y="0"/>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32783" name="矩形 32783"/>
              <p:cNvSpPr/>
              <p:nvPr/>
            </p:nvSpPr>
            <p:spPr>
              <a:xfrm>
                <a:off x="0" y="207"/>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2784" name="矩形 32784"/>
              <p:cNvSpPr/>
              <p:nvPr/>
            </p:nvSpPr>
            <p:spPr>
              <a:xfrm>
                <a:off x="0" y="423"/>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2785" name="矩形 32785"/>
              <p:cNvSpPr/>
              <p:nvPr/>
            </p:nvSpPr>
            <p:spPr>
              <a:xfrm>
                <a:off x="0" y="639"/>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accent2"/>
                    </a:solidFill>
                    <a:latin typeface="Helvetica" pitchFamily="2" charset="0"/>
                    <a:ea typeface="宋体" panose="02010600030101010101" pitchFamily="2" charset="-122"/>
                  </a:rPr>
                  <a:t>S0</a:t>
                </a:r>
                <a:endParaRPr lang="en-US" altLang="zh-CN" sz="1600" b="1">
                  <a:solidFill>
                    <a:schemeClr val="accent2"/>
                  </a:solidFill>
                  <a:latin typeface="Helvetica" pitchFamily="2" charset="0"/>
                  <a:ea typeface="宋体" panose="02010600030101010101" pitchFamily="2" charset="-122"/>
                </a:endParaRPr>
              </a:p>
            </p:txBody>
          </p:sp>
        </p:grpSp>
        <p:sp>
          <p:nvSpPr>
            <p:cNvPr id="32786" name="矩形 32786"/>
            <p:cNvSpPr/>
            <p:nvPr/>
          </p:nvSpPr>
          <p:spPr>
            <a:xfrm>
              <a:off x="1153" y="21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787" name="矩形 32787"/>
            <p:cNvSpPr/>
            <p:nvPr/>
          </p:nvSpPr>
          <p:spPr>
            <a:xfrm>
              <a:off x="1153" y="42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788" name="矩形 32788"/>
            <p:cNvSpPr/>
            <p:nvPr/>
          </p:nvSpPr>
          <p:spPr>
            <a:xfrm>
              <a:off x="1153" y="64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32789" name="矩形 32789"/>
            <p:cNvSpPr/>
            <p:nvPr/>
          </p:nvSpPr>
          <p:spPr>
            <a:xfrm>
              <a:off x="1153" y="860"/>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accent2"/>
                  </a:solidFill>
                  <a:latin typeface="Helvetica" pitchFamily="2" charset="0"/>
                  <a:ea typeface="宋体" panose="02010600030101010101" pitchFamily="2" charset="-122"/>
                </a:rPr>
                <a:t>6</a:t>
              </a:r>
              <a:endParaRPr lang="en-US" altLang="zh-CN" sz="1600" b="1">
                <a:solidFill>
                  <a:schemeClr val="accent2"/>
                </a:solidFill>
                <a:latin typeface="Helvetica" pitchFamily="2" charset="0"/>
                <a:ea typeface="宋体" panose="02010600030101010101" pitchFamily="2" charset="-122"/>
              </a:endParaRPr>
            </a:p>
          </p:txBody>
        </p:sp>
        <p:grpSp>
          <p:nvGrpSpPr>
            <p:cNvPr id="32790" name="组合 32790"/>
            <p:cNvGrpSpPr/>
            <p:nvPr/>
          </p:nvGrpSpPr>
          <p:grpSpPr>
            <a:xfrm>
              <a:off x="0" y="206"/>
              <a:ext cx="602" cy="881"/>
              <a:chOff x="0" y="0"/>
              <a:chExt cx="602" cy="881"/>
            </a:xfrm>
          </p:grpSpPr>
          <p:sp>
            <p:nvSpPr>
              <p:cNvPr id="32791" name="矩形 32791"/>
              <p:cNvSpPr/>
              <p:nvPr/>
            </p:nvSpPr>
            <p:spPr>
              <a:xfrm>
                <a:off x="5" y="0"/>
                <a:ext cx="59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10.1.0.0</a:t>
                </a:r>
                <a:endParaRPr lang="en-US" altLang="zh-CN" sz="1600" b="1">
                  <a:latin typeface="Helvetica" pitchFamily="2" charset="0"/>
                  <a:ea typeface="宋体" panose="02010600030101010101" pitchFamily="2" charset="-122"/>
                </a:endParaRPr>
              </a:p>
            </p:txBody>
          </p:sp>
          <p:sp>
            <p:nvSpPr>
              <p:cNvPr id="32792" name="矩形 32792"/>
              <p:cNvSpPr/>
              <p:nvPr/>
            </p:nvSpPr>
            <p:spPr>
              <a:xfrm>
                <a:off x="0" y="654"/>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10.4.0.0</a:t>
                </a:r>
                <a:endParaRPr lang="en-US" altLang="zh-CN" sz="1600" b="1">
                  <a:solidFill>
                    <a:schemeClr val="accent2"/>
                  </a:solidFill>
                  <a:latin typeface="Helvetica" pitchFamily="2" charset="0"/>
                  <a:ea typeface="宋体" panose="02010600030101010101" pitchFamily="2" charset="-122"/>
                </a:endParaRPr>
              </a:p>
            </p:txBody>
          </p:sp>
          <p:sp>
            <p:nvSpPr>
              <p:cNvPr id="32793" name="矩形 32793"/>
              <p:cNvSpPr/>
              <p:nvPr/>
            </p:nvSpPr>
            <p:spPr>
              <a:xfrm>
                <a:off x="0" y="438"/>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32794" name="矩形 32794"/>
              <p:cNvSpPr/>
              <p:nvPr/>
            </p:nvSpPr>
            <p:spPr>
              <a:xfrm>
                <a:off x="5" y="216"/>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grpSp>
        <p:sp>
          <p:nvSpPr>
            <p:cNvPr id="32795" name="矩形 32795"/>
            <p:cNvSpPr/>
            <p:nvPr/>
          </p:nvSpPr>
          <p:spPr>
            <a:xfrm>
              <a:off x="1232" y="217"/>
              <a:ext cx="200"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2796" name="矩形 32796"/>
            <p:cNvSpPr/>
            <p:nvPr/>
          </p:nvSpPr>
          <p:spPr>
            <a:xfrm>
              <a:off x="1235" y="433"/>
              <a:ext cx="200" cy="228"/>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grpSp>
      <p:grpSp>
        <p:nvGrpSpPr>
          <p:cNvPr id="32797" name="组合 32797"/>
          <p:cNvGrpSpPr/>
          <p:nvPr/>
        </p:nvGrpSpPr>
        <p:grpSpPr>
          <a:xfrm>
            <a:off x="5715000" y="2895600"/>
            <a:ext cx="2416175" cy="1725613"/>
            <a:chOff x="0" y="0"/>
            <a:chExt cx="1522" cy="1087"/>
          </a:xfrm>
        </p:grpSpPr>
        <p:sp>
          <p:nvSpPr>
            <p:cNvPr id="32798" name="矩形 32798"/>
            <p:cNvSpPr/>
            <p:nvPr/>
          </p:nvSpPr>
          <p:spPr>
            <a:xfrm>
              <a:off x="280" y="0"/>
              <a:ext cx="1242"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32799" name="矩形 32799"/>
            <p:cNvSpPr/>
            <p:nvPr/>
          </p:nvSpPr>
          <p:spPr>
            <a:xfrm>
              <a:off x="280" y="212"/>
              <a:ext cx="495"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00" name="矩形 32800"/>
            <p:cNvSpPr/>
            <p:nvPr/>
          </p:nvSpPr>
          <p:spPr>
            <a:xfrm>
              <a:off x="775" y="21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01" name="矩形 32801"/>
            <p:cNvSpPr/>
            <p:nvPr/>
          </p:nvSpPr>
          <p:spPr>
            <a:xfrm>
              <a:off x="5" y="206"/>
              <a:ext cx="59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32802" name="矩形 32802"/>
            <p:cNvSpPr/>
            <p:nvPr/>
          </p:nvSpPr>
          <p:spPr>
            <a:xfrm>
              <a:off x="280" y="428"/>
              <a:ext cx="48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03" name="矩形 32803"/>
            <p:cNvSpPr/>
            <p:nvPr/>
          </p:nvSpPr>
          <p:spPr>
            <a:xfrm>
              <a:off x="283" y="644"/>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04" name="矩形 32804"/>
            <p:cNvSpPr/>
            <p:nvPr/>
          </p:nvSpPr>
          <p:spPr>
            <a:xfrm>
              <a:off x="283" y="860"/>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05" name="矩形 32805"/>
            <p:cNvSpPr/>
            <p:nvPr/>
          </p:nvSpPr>
          <p:spPr>
            <a:xfrm>
              <a:off x="775" y="42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06" name="矩形 32806"/>
            <p:cNvSpPr/>
            <p:nvPr/>
          </p:nvSpPr>
          <p:spPr>
            <a:xfrm>
              <a:off x="775" y="64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07" name="矩形 32807"/>
            <p:cNvSpPr/>
            <p:nvPr/>
          </p:nvSpPr>
          <p:spPr>
            <a:xfrm>
              <a:off x="775" y="860"/>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grpSp>
          <p:nvGrpSpPr>
            <p:cNvPr id="32808" name="组合 32808"/>
            <p:cNvGrpSpPr/>
            <p:nvPr/>
          </p:nvGrpSpPr>
          <p:grpSpPr>
            <a:xfrm>
              <a:off x="741" y="223"/>
              <a:ext cx="285" cy="855"/>
              <a:chOff x="0" y="0"/>
              <a:chExt cx="285" cy="855"/>
            </a:xfrm>
          </p:grpSpPr>
          <p:sp>
            <p:nvSpPr>
              <p:cNvPr id="32809" name="矩形 32809"/>
              <p:cNvSpPr/>
              <p:nvPr/>
            </p:nvSpPr>
            <p:spPr>
              <a:xfrm>
                <a:off x="0" y="0"/>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2810" name="矩形 32810"/>
              <p:cNvSpPr/>
              <p:nvPr/>
            </p:nvSpPr>
            <p:spPr>
              <a:xfrm>
                <a:off x="0" y="207"/>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accent2"/>
                    </a:solidFill>
                    <a:latin typeface="Helvetica" pitchFamily="2" charset="0"/>
                    <a:ea typeface="宋体" panose="02010600030101010101" pitchFamily="2" charset="-122"/>
                  </a:rPr>
                  <a:t>S0</a:t>
                </a:r>
                <a:endParaRPr lang="en-US" altLang="zh-CN" sz="1600" b="1">
                  <a:solidFill>
                    <a:schemeClr val="accent2"/>
                  </a:solidFill>
                  <a:latin typeface="Helvetica" pitchFamily="2" charset="0"/>
                  <a:ea typeface="宋体" panose="02010600030101010101" pitchFamily="2" charset="-122"/>
                </a:endParaRPr>
              </a:p>
            </p:txBody>
          </p:sp>
          <p:sp>
            <p:nvSpPr>
              <p:cNvPr id="32811" name="矩形 32811"/>
              <p:cNvSpPr/>
              <p:nvPr/>
            </p:nvSpPr>
            <p:spPr>
              <a:xfrm>
                <a:off x="0" y="423"/>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2812" name="矩形 32812"/>
              <p:cNvSpPr/>
              <p:nvPr/>
            </p:nvSpPr>
            <p:spPr>
              <a:xfrm>
                <a:off x="0" y="639"/>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grpSp>
        <p:sp>
          <p:nvSpPr>
            <p:cNvPr id="32813" name="矩形 32813"/>
            <p:cNvSpPr/>
            <p:nvPr/>
          </p:nvSpPr>
          <p:spPr>
            <a:xfrm>
              <a:off x="1153" y="21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14" name="矩形 32814"/>
            <p:cNvSpPr/>
            <p:nvPr/>
          </p:nvSpPr>
          <p:spPr>
            <a:xfrm>
              <a:off x="1153" y="42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15" name="矩形 32815"/>
            <p:cNvSpPr/>
            <p:nvPr/>
          </p:nvSpPr>
          <p:spPr>
            <a:xfrm>
              <a:off x="1153" y="64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32816" name="矩形 32816"/>
            <p:cNvSpPr/>
            <p:nvPr/>
          </p:nvSpPr>
          <p:spPr>
            <a:xfrm>
              <a:off x="1153" y="860"/>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2</a:t>
              </a:r>
              <a:endParaRPr lang="en-US" altLang="zh-CN" sz="1600" b="1">
                <a:solidFill>
                  <a:schemeClr val="tx2"/>
                </a:solidFill>
                <a:latin typeface="Helvetica" pitchFamily="2" charset="0"/>
                <a:ea typeface="宋体" panose="02010600030101010101" pitchFamily="2" charset="-122"/>
              </a:endParaRPr>
            </a:p>
          </p:txBody>
        </p:sp>
        <p:sp>
          <p:nvSpPr>
            <p:cNvPr id="32817" name="矩形 32817"/>
            <p:cNvSpPr/>
            <p:nvPr/>
          </p:nvSpPr>
          <p:spPr>
            <a:xfrm>
              <a:off x="0" y="860"/>
              <a:ext cx="58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10.1.0.0</a:t>
              </a:r>
              <a:endParaRPr lang="en-US" altLang="zh-CN" sz="1600" b="1">
                <a:solidFill>
                  <a:schemeClr val="tx2"/>
                </a:solidFill>
                <a:latin typeface="Helvetica" pitchFamily="2" charset="0"/>
                <a:ea typeface="宋体" panose="02010600030101010101" pitchFamily="2" charset="-122"/>
              </a:endParaRPr>
            </a:p>
          </p:txBody>
        </p:sp>
        <p:sp>
          <p:nvSpPr>
            <p:cNvPr id="32818" name="矩形 32818"/>
            <p:cNvSpPr/>
            <p:nvPr/>
          </p:nvSpPr>
          <p:spPr>
            <a:xfrm>
              <a:off x="0" y="644"/>
              <a:ext cx="58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32819" name="矩形 32819"/>
            <p:cNvSpPr/>
            <p:nvPr/>
          </p:nvSpPr>
          <p:spPr>
            <a:xfrm>
              <a:off x="5" y="422"/>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10.4.0.0</a:t>
              </a:r>
              <a:endParaRPr lang="en-US" altLang="zh-CN" sz="1600" b="1">
                <a:solidFill>
                  <a:schemeClr val="accent2"/>
                </a:solidFill>
                <a:latin typeface="Helvetica" pitchFamily="2" charset="0"/>
                <a:ea typeface="宋体" panose="02010600030101010101" pitchFamily="2" charset="-122"/>
              </a:endParaRPr>
            </a:p>
          </p:txBody>
        </p:sp>
        <p:sp>
          <p:nvSpPr>
            <p:cNvPr id="32820" name="矩形 32820"/>
            <p:cNvSpPr/>
            <p:nvPr/>
          </p:nvSpPr>
          <p:spPr>
            <a:xfrm>
              <a:off x="1232" y="217"/>
              <a:ext cx="200"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2821" name="矩形 32821"/>
            <p:cNvSpPr/>
            <p:nvPr/>
          </p:nvSpPr>
          <p:spPr>
            <a:xfrm>
              <a:off x="1225" y="426"/>
              <a:ext cx="200" cy="228"/>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4</a:t>
              </a:r>
              <a:endParaRPr lang="en-US" altLang="zh-CN" sz="1600" b="1">
                <a:solidFill>
                  <a:schemeClr val="accent2"/>
                </a:solidFill>
                <a:latin typeface="Helvetica" pitchFamily="2" charset="0"/>
                <a:ea typeface="宋体" panose="02010600030101010101" pitchFamily="2" charset="-122"/>
              </a:endParaRPr>
            </a:p>
          </p:txBody>
        </p:sp>
      </p:grpSp>
      <p:grpSp>
        <p:nvGrpSpPr>
          <p:cNvPr id="32822" name="组合 32822"/>
          <p:cNvGrpSpPr/>
          <p:nvPr/>
        </p:nvGrpSpPr>
        <p:grpSpPr>
          <a:xfrm>
            <a:off x="2895600" y="2895600"/>
            <a:ext cx="2416175" cy="1724025"/>
            <a:chOff x="0" y="0"/>
            <a:chExt cx="1522" cy="1086"/>
          </a:xfrm>
        </p:grpSpPr>
        <p:sp>
          <p:nvSpPr>
            <p:cNvPr id="32823" name="矩形 32823"/>
            <p:cNvSpPr/>
            <p:nvPr/>
          </p:nvSpPr>
          <p:spPr>
            <a:xfrm>
              <a:off x="279" y="0"/>
              <a:ext cx="124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32824" name="矩形 32824"/>
            <p:cNvSpPr/>
            <p:nvPr/>
          </p:nvSpPr>
          <p:spPr>
            <a:xfrm>
              <a:off x="279" y="211"/>
              <a:ext cx="49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25" name="矩形 32825"/>
            <p:cNvSpPr/>
            <p:nvPr/>
          </p:nvSpPr>
          <p:spPr>
            <a:xfrm>
              <a:off x="775" y="211"/>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26" name="矩形 32826"/>
            <p:cNvSpPr/>
            <p:nvPr/>
          </p:nvSpPr>
          <p:spPr>
            <a:xfrm>
              <a:off x="279" y="427"/>
              <a:ext cx="487"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27" name="矩形 32827"/>
            <p:cNvSpPr/>
            <p:nvPr/>
          </p:nvSpPr>
          <p:spPr>
            <a:xfrm>
              <a:off x="283" y="643"/>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28" name="矩形 32828"/>
            <p:cNvSpPr/>
            <p:nvPr/>
          </p:nvSpPr>
          <p:spPr>
            <a:xfrm>
              <a:off x="283" y="859"/>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29" name="矩形 32829"/>
            <p:cNvSpPr/>
            <p:nvPr/>
          </p:nvSpPr>
          <p:spPr>
            <a:xfrm>
              <a:off x="775" y="428"/>
              <a:ext cx="369" cy="206"/>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30" name="矩形 32830"/>
            <p:cNvSpPr/>
            <p:nvPr/>
          </p:nvSpPr>
          <p:spPr>
            <a:xfrm>
              <a:off x="775" y="643"/>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31" name="矩形 32831"/>
            <p:cNvSpPr/>
            <p:nvPr/>
          </p:nvSpPr>
          <p:spPr>
            <a:xfrm>
              <a:off x="775" y="859"/>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grpSp>
          <p:nvGrpSpPr>
            <p:cNvPr id="32832" name="组合 32832"/>
            <p:cNvGrpSpPr/>
            <p:nvPr/>
          </p:nvGrpSpPr>
          <p:grpSpPr>
            <a:xfrm>
              <a:off x="741" y="223"/>
              <a:ext cx="285" cy="854"/>
              <a:chOff x="0" y="0"/>
              <a:chExt cx="285" cy="854"/>
            </a:xfrm>
          </p:grpSpPr>
          <p:sp>
            <p:nvSpPr>
              <p:cNvPr id="32833" name="矩形 32833"/>
              <p:cNvSpPr/>
              <p:nvPr/>
            </p:nvSpPr>
            <p:spPr>
              <a:xfrm>
                <a:off x="0" y="0"/>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2834" name="矩形 32834"/>
              <p:cNvSpPr/>
              <p:nvPr/>
            </p:nvSpPr>
            <p:spPr>
              <a:xfrm>
                <a:off x="0" y="207"/>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32835" name="矩形 32835"/>
              <p:cNvSpPr/>
              <p:nvPr/>
            </p:nvSpPr>
            <p:spPr>
              <a:xfrm>
                <a:off x="0" y="423"/>
                <a:ext cx="285" cy="215"/>
              </a:xfrm>
              <a:prstGeom prst="rect">
                <a:avLst/>
              </a:prstGeom>
              <a:noFill/>
              <a:ln w="9525">
                <a:noFill/>
              </a:ln>
            </p:spPr>
            <p:txBody>
              <a:bodyPr wrap="none" lIns="9101015" tIns="4550613" rIns="9101015" bIns="4550613" anchor="ctr"/>
              <a:p>
                <a:pPr defTabSz="1028700" eaLnBrk="0" hangingPunct="0"/>
                <a:r>
                  <a:rPr lang="en-US" altLang="zh-CN" sz="1600" b="1">
                    <a:solidFill>
                      <a:schemeClr val="accent2"/>
                    </a:solidFill>
                    <a:latin typeface="Helvetica" pitchFamily="2" charset="0"/>
                    <a:ea typeface="宋体" panose="02010600030101010101" pitchFamily="2" charset="-122"/>
                  </a:rPr>
                  <a:t>S1</a:t>
                </a:r>
                <a:endParaRPr lang="en-US" altLang="zh-CN" sz="1600" b="1">
                  <a:solidFill>
                    <a:schemeClr val="accent2"/>
                  </a:solidFill>
                  <a:latin typeface="Helvetica" pitchFamily="2" charset="0"/>
                  <a:ea typeface="宋体" panose="02010600030101010101" pitchFamily="2" charset="-122"/>
                </a:endParaRPr>
              </a:p>
            </p:txBody>
          </p:sp>
          <p:sp>
            <p:nvSpPr>
              <p:cNvPr id="32836" name="矩形 32836"/>
              <p:cNvSpPr/>
              <p:nvPr/>
            </p:nvSpPr>
            <p:spPr>
              <a:xfrm>
                <a:off x="0" y="638"/>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grpSp>
        <p:sp>
          <p:nvSpPr>
            <p:cNvPr id="32837" name="矩形 32837"/>
            <p:cNvSpPr/>
            <p:nvPr/>
          </p:nvSpPr>
          <p:spPr>
            <a:xfrm>
              <a:off x="1153" y="211"/>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38" name="矩形 32838"/>
            <p:cNvSpPr/>
            <p:nvPr/>
          </p:nvSpPr>
          <p:spPr>
            <a:xfrm>
              <a:off x="1153" y="427"/>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2839" name="矩形 32839"/>
            <p:cNvSpPr/>
            <p:nvPr/>
          </p:nvSpPr>
          <p:spPr>
            <a:xfrm>
              <a:off x="1149" y="643"/>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accent2"/>
                  </a:solidFill>
                  <a:latin typeface="Helvetica" pitchFamily="2" charset="0"/>
                  <a:ea typeface="宋体" panose="02010600030101010101" pitchFamily="2" charset="-122"/>
                </a:rPr>
                <a:t>5</a:t>
              </a:r>
              <a:endParaRPr lang="en-US" altLang="zh-CN" sz="1600" b="1">
                <a:solidFill>
                  <a:schemeClr val="accent2"/>
                </a:solidFill>
                <a:latin typeface="Helvetica" pitchFamily="2" charset="0"/>
                <a:ea typeface="宋体" panose="02010600030101010101" pitchFamily="2" charset="-122"/>
              </a:endParaRPr>
            </a:p>
          </p:txBody>
        </p:sp>
        <p:sp>
          <p:nvSpPr>
            <p:cNvPr id="32840" name="矩形 32840"/>
            <p:cNvSpPr/>
            <p:nvPr/>
          </p:nvSpPr>
          <p:spPr>
            <a:xfrm>
              <a:off x="1153" y="859"/>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grpSp>
          <p:nvGrpSpPr>
            <p:cNvPr id="32841" name="组合 32841"/>
            <p:cNvGrpSpPr/>
            <p:nvPr/>
          </p:nvGrpSpPr>
          <p:grpSpPr>
            <a:xfrm>
              <a:off x="0" y="206"/>
              <a:ext cx="602" cy="880"/>
              <a:chOff x="0" y="0"/>
              <a:chExt cx="602" cy="880"/>
            </a:xfrm>
          </p:grpSpPr>
          <p:sp>
            <p:nvSpPr>
              <p:cNvPr id="32842" name="矩形 32842"/>
              <p:cNvSpPr/>
              <p:nvPr/>
            </p:nvSpPr>
            <p:spPr>
              <a:xfrm>
                <a:off x="5" y="0"/>
                <a:ext cx="59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32843" name="矩形 32843"/>
              <p:cNvSpPr/>
              <p:nvPr/>
            </p:nvSpPr>
            <p:spPr>
              <a:xfrm>
                <a:off x="0" y="653"/>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10.1.0.0</a:t>
                </a:r>
                <a:endParaRPr lang="en-US" altLang="zh-CN" sz="1600" b="1">
                  <a:solidFill>
                    <a:schemeClr val="tx2"/>
                  </a:solidFill>
                  <a:latin typeface="Helvetica" pitchFamily="2" charset="0"/>
                  <a:ea typeface="宋体" panose="02010600030101010101" pitchFamily="2" charset="-122"/>
                </a:endParaRPr>
              </a:p>
            </p:txBody>
          </p:sp>
          <p:sp>
            <p:nvSpPr>
              <p:cNvPr id="32844" name="矩形 32844"/>
              <p:cNvSpPr/>
              <p:nvPr/>
            </p:nvSpPr>
            <p:spPr>
              <a:xfrm>
                <a:off x="0" y="437"/>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10.4.0.0</a:t>
                </a:r>
                <a:endParaRPr lang="en-US" altLang="zh-CN" sz="1600" b="1">
                  <a:solidFill>
                    <a:schemeClr val="accent2"/>
                  </a:solidFill>
                  <a:latin typeface="Helvetica" pitchFamily="2" charset="0"/>
                  <a:ea typeface="宋体" panose="02010600030101010101" pitchFamily="2" charset="-122"/>
                </a:endParaRPr>
              </a:p>
            </p:txBody>
          </p:sp>
          <p:sp>
            <p:nvSpPr>
              <p:cNvPr id="32845" name="矩形 32845"/>
              <p:cNvSpPr/>
              <p:nvPr/>
            </p:nvSpPr>
            <p:spPr>
              <a:xfrm>
                <a:off x="5" y="216"/>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grpSp>
        <p:sp>
          <p:nvSpPr>
            <p:cNvPr id="32846" name="矩形 32846"/>
            <p:cNvSpPr/>
            <p:nvPr/>
          </p:nvSpPr>
          <p:spPr>
            <a:xfrm>
              <a:off x="1232" y="217"/>
              <a:ext cx="200"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2847" name="矩形 32847"/>
            <p:cNvSpPr/>
            <p:nvPr/>
          </p:nvSpPr>
          <p:spPr>
            <a:xfrm>
              <a:off x="1235" y="433"/>
              <a:ext cx="200"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grpSp>
      <p:sp>
        <p:nvSpPr>
          <p:cNvPr id="32848" name="矩形 32848"/>
          <p:cNvSpPr/>
          <p:nvPr/>
        </p:nvSpPr>
        <p:spPr>
          <a:xfrm>
            <a:off x="762000" y="5181600"/>
            <a:ext cx="7642225" cy="554038"/>
          </a:xfrm>
          <a:prstGeom prst="rect">
            <a:avLst/>
          </a:prstGeom>
          <a:noFill/>
          <a:ln w="9525">
            <a:noFill/>
          </a:ln>
        </p:spPr>
        <p:txBody>
          <a:bodyPr lIns="82153" tIns="41076" rIns="82153" bIns="41076" anchor="ctr" anchorCtr="1"/>
          <a:p>
            <a:pPr marL="228600" indent="-228600" defTabSz="916305">
              <a:spcBef>
                <a:spcPct val="35000"/>
              </a:spcBef>
              <a:buClr>
                <a:schemeClr val="accent1"/>
              </a:buClr>
              <a:buFont typeface="Wingdings" panose="05000000000000000000" pitchFamily="2" charset="2"/>
              <a:buChar char="Ø"/>
            </a:pPr>
            <a:endParaRPr lang="zh-CN" altLang="zh-CN" sz="2000" b="1">
              <a:latin typeface="Times New Roman" panose="02020603050405020304" pitchFamily="2" charset="0"/>
              <a:ea typeface="宋体" panose="02010600030101010101" pitchFamily="2" charset="-122"/>
            </a:endParaRPr>
          </a:p>
        </p:txBody>
      </p:sp>
      <p:sp>
        <p:nvSpPr>
          <p:cNvPr id="32849" name="直接连接符 32849"/>
          <p:cNvSpPr/>
          <p:nvPr/>
        </p:nvSpPr>
        <p:spPr>
          <a:xfrm>
            <a:off x="2819400" y="2667000"/>
            <a:ext cx="857250" cy="0"/>
          </a:xfrm>
          <a:prstGeom prst="line">
            <a:avLst/>
          </a:prstGeom>
          <a:ln w="50800" cap="flat" cmpd="sng">
            <a:solidFill>
              <a:srgbClr val="08A8A0"/>
            </a:solidFill>
            <a:prstDash val="solid"/>
            <a:round/>
            <a:headEnd type="triangle" w="med" len="med"/>
            <a:tailEnd type="triangle" w="med" len="med"/>
          </a:ln>
        </p:spPr>
      </p:sp>
      <p:pic>
        <p:nvPicPr>
          <p:cNvPr id="32850" name="图片 32850" descr="GER---"/>
          <p:cNvPicPr>
            <a:picLocks noChangeAspect="1"/>
          </p:cNvPicPr>
          <p:nvPr/>
        </p:nvPicPr>
        <p:blipFill>
          <a:blip r:embed="rId3"/>
          <a:stretch>
            <a:fillRect/>
          </a:stretch>
        </p:blipFill>
        <p:spPr>
          <a:xfrm>
            <a:off x="1476375" y="1751013"/>
            <a:ext cx="1223963" cy="738187"/>
          </a:xfrm>
          <a:prstGeom prst="rect">
            <a:avLst/>
          </a:prstGeom>
          <a:noFill/>
          <a:ln w="9525">
            <a:noFill/>
          </a:ln>
        </p:spPr>
      </p:pic>
      <p:pic>
        <p:nvPicPr>
          <p:cNvPr id="32851" name="图片 32851" descr="GER---"/>
          <p:cNvPicPr>
            <a:picLocks noChangeAspect="1"/>
          </p:cNvPicPr>
          <p:nvPr/>
        </p:nvPicPr>
        <p:blipFill>
          <a:blip r:embed="rId3"/>
          <a:stretch>
            <a:fillRect/>
          </a:stretch>
        </p:blipFill>
        <p:spPr>
          <a:xfrm>
            <a:off x="3852863" y="1751013"/>
            <a:ext cx="1223962" cy="738187"/>
          </a:xfrm>
          <a:prstGeom prst="rect">
            <a:avLst/>
          </a:prstGeom>
          <a:noFill/>
          <a:ln w="9525">
            <a:noFill/>
          </a:ln>
        </p:spPr>
      </p:pic>
      <p:pic>
        <p:nvPicPr>
          <p:cNvPr id="32852" name="图片 32852" descr="GER---"/>
          <p:cNvPicPr>
            <a:picLocks noChangeAspect="1"/>
          </p:cNvPicPr>
          <p:nvPr/>
        </p:nvPicPr>
        <p:blipFill>
          <a:blip r:embed="rId3"/>
          <a:stretch>
            <a:fillRect/>
          </a:stretch>
        </p:blipFill>
        <p:spPr>
          <a:xfrm>
            <a:off x="6300788" y="1773238"/>
            <a:ext cx="1223962" cy="738187"/>
          </a:xfrm>
          <a:prstGeom prst="rect">
            <a:avLst/>
          </a:prstGeom>
          <a:noFill/>
          <a:ln w="9525">
            <a:noFill/>
          </a:ln>
        </p:spPr>
      </p:pic>
      <p:sp>
        <p:nvSpPr>
          <p:cNvPr id="32854" name="矩形 32853"/>
          <p:cNvSpPr/>
          <p:nvPr/>
        </p:nvSpPr>
        <p:spPr>
          <a:xfrm>
            <a:off x="1901825" y="2208213"/>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A</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32855" name="矩形 32854"/>
          <p:cNvSpPr/>
          <p:nvPr/>
        </p:nvSpPr>
        <p:spPr>
          <a:xfrm>
            <a:off x="4341813" y="2208213"/>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B</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32856" name="矩形 32855"/>
          <p:cNvSpPr/>
          <p:nvPr/>
        </p:nvSpPr>
        <p:spPr>
          <a:xfrm>
            <a:off x="6797675" y="2208213"/>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C</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2" name="文本占位符 32856"/>
          <p:cNvSpPr>
            <a:spLocks noGrp="1"/>
          </p:cNvSpPr>
          <p:nvPr>
            <p:ph idx="1"/>
          </p:nvPr>
        </p:nvSpPr>
        <p:spPr>
          <a:xfrm>
            <a:off x="179388" y="4724400"/>
            <a:ext cx="8964612" cy="1916113"/>
          </a:xfrm>
        </p:spPr>
        <p:txBody>
          <a:bodyPr anchor="t"/>
          <a:p>
            <a:r>
              <a:rPr lang="zh-CN" altLang="en-US"/>
              <a:t>去 </a:t>
            </a:r>
            <a:r>
              <a:rPr lang="en-US" altLang="zh-CN"/>
              <a:t>network 10.4.0.0 </a:t>
            </a:r>
            <a:r>
              <a:rPr lang="zh-CN" altLang="en-US"/>
              <a:t>的包将在 </a:t>
            </a:r>
            <a:r>
              <a:rPr lang="en-US" altLang="zh-CN"/>
              <a:t>routers A, B, and C </a:t>
            </a:r>
            <a:r>
              <a:rPr lang="zh-CN" altLang="en-US"/>
              <a:t>之间来回传送。</a:t>
            </a:r>
            <a:endParaRPr lang="zh-CN" altLang="en-US"/>
          </a:p>
          <a:p>
            <a:r>
              <a:rPr lang="zh-CN" altLang="en-US"/>
              <a:t>去 </a:t>
            </a:r>
            <a:r>
              <a:rPr lang="en-US" altLang="zh-CN"/>
              <a:t>network 10.4.0.0 </a:t>
            </a:r>
            <a:r>
              <a:rPr lang="zh-CN" altLang="en-US"/>
              <a:t>的跳数不断增大，直至无穷大。</a:t>
            </a:r>
            <a:endParaRPr lang="zh-CN" altLang="en-US"/>
          </a:p>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34817"/>
          <p:cNvSpPr>
            <a:spLocks noGrp="1"/>
          </p:cNvSpPr>
          <p:nvPr>
            <p:ph type="title"/>
          </p:nvPr>
        </p:nvSpPr>
        <p:spPr/>
        <p:txBody>
          <a:bodyPr anchor="b"/>
          <a:p>
            <a:r>
              <a:rPr lang="zh-CN" altLang="en-US"/>
              <a:t>路由回路的解决办法</a:t>
            </a:r>
            <a:endParaRPr lang="zh-CN" altLang="en-US"/>
          </a:p>
        </p:txBody>
      </p:sp>
      <p:sp>
        <p:nvSpPr>
          <p:cNvPr id="34818" name="文本占位符 34818"/>
          <p:cNvSpPr>
            <a:spLocks noGrp="1"/>
          </p:cNvSpPr>
          <p:nvPr>
            <p:ph idx="1"/>
          </p:nvPr>
        </p:nvSpPr>
        <p:spPr/>
        <p:txBody>
          <a:bodyPr anchor="t"/>
          <a:p>
            <a:r>
              <a:rPr lang="zh-CN" altLang="en-US" sz="3400"/>
              <a:t>定义最大跳数</a:t>
            </a:r>
            <a:endParaRPr lang="zh-CN" altLang="en-US" sz="3400"/>
          </a:p>
          <a:p>
            <a:r>
              <a:rPr lang="zh-CN" altLang="en-US" sz="3400"/>
              <a:t>水平分割（</a:t>
            </a:r>
            <a:r>
              <a:rPr lang="en-US" altLang="zh-CN" sz="3400"/>
              <a:t>Split Horizon</a:t>
            </a:r>
            <a:r>
              <a:rPr lang="zh-CN" altLang="en-US" sz="3400"/>
              <a:t>）</a:t>
            </a:r>
            <a:endParaRPr lang="zh-CN" altLang="en-US" sz="3400"/>
          </a:p>
          <a:p>
            <a:r>
              <a:rPr lang="zh-CN" altLang="en-US" sz="3400"/>
              <a:t>毒性逆转（</a:t>
            </a:r>
            <a:r>
              <a:rPr lang="en-US" altLang="zh-CN" sz="3400"/>
              <a:t>Poisoned Reverse</a:t>
            </a:r>
            <a:r>
              <a:rPr lang="zh-CN" altLang="en-US" sz="3400"/>
              <a:t>）</a:t>
            </a:r>
            <a:endParaRPr lang="zh-CN" altLang="en-US" sz="3400"/>
          </a:p>
          <a:p>
            <a:r>
              <a:rPr lang="zh-CN" altLang="en-US" sz="3400"/>
              <a:t>触发更新</a:t>
            </a:r>
            <a:r>
              <a:rPr lang="en-US" altLang="zh-CN" sz="3400"/>
              <a:t>(Triggered Update)</a:t>
            </a:r>
            <a:endParaRPr lang="en-US" altLang="zh-CN" sz="3400"/>
          </a:p>
          <a:p>
            <a:r>
              <a:rPr lang="en-US" altLang="zh-CN" sz="3400"/>
              <a:t>Hold</a:t>
            </a:r>
            <a:r>
              <a:rPr lang="zh-CN" altLang="en-US" sz="3400"/>
              <a:t>－</a:t>
            </a:r>
            <a:r>
              <a:rPr lang="en-US" altLang="zh-CN" sz="3400"/>
              <a:t>Down </a:t>
            </a:r>
            <a:r>
              <a:rPr lang="zh-CN" altLang="en-US" sz="3400"/>
              <a:t>定时器</a:t>
            </a:r>
            <a:endParaRPr lang="zh-CN" altLang="en-US" sz="3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未知"/>
          <p:cNvSpPr/>
          <p:nvPr/>
        </p:nvSpPr>
        <p:spPr>
          <a:xfrm>
            <a:off x="61087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35842" name="未知"/>
          <p:cNvSpPr/>
          <p:nvPr/>
        </p:nvSpPr>
        <p:spPr>
          <a:xfrm>
            <a:off x="34544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35843" name="未知"/>
          <p:cNvSpPr/>
          <p:nvPr/>
        </p:nvSpPr>
        <p:spPr>
          <a:xfrm>
            <a:off x="8001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35844" name="矩形 35844"/>
          <p:cNvSpPr/>
          <p:nvPr/>
        </p:nvSpPr>
        <p:spPr>
          <a:xfrm>
            <a:off x="962025" y="5441950"/>
            <a:ext cx="7165975" cy="719138"/>
          </a:xfrm>
          <a:prstGeom prst="rect">
            <a:avLst/>
          </a:prstGeom>
          <a:noFill/>
          <a:ln w="9525">
            <a:noFill/>
          </a:ln>
        </p:spPr>
        <p:txBody>
          <a:bodyPr lIns="82153" tIns="41076" rIns="82153" bIns="41076" anchor="ctr" anchorCtr="1"/>
          <a:p>
            <a:pPr defTabSz="916305">
              <a:spcBef>
                <a:spcPct val="20000"/>
              </a:spcBef>
              <a:buClr>
                <a:srgbClr val="3333CC"/>
              </a:buClr>
              <a:buFont typeface="Wingdings" panose="05000000000000000000" pitchFamily="2" charset="2"/>
              <a:buChar char="Ø"/>
            </a:pPr>
            <a:endParaRPr lang="zh-CN" altLang="zh-CN" sz="2000" b="1">
              <a:latin typeface="Times New Roman" panose="02020603050405020304" pitchFamily="2" charset="0"/>
              <a:ea typeface="宋体" panose="02010600030101010101" pitchFamily="2" charset="-122"/>
            </a:endParaRPr>
          </a:p>
        </p:txBody>
      </p:sp>
      <p:sp>
        <p:nvSpPr>
          <p:cNvPr id="35845" name="直接连接符 35845"/>
          <p:cNvSpPr/>
          <p:nvPr/>
        </p:nvSpPr>
        <p:spPr>
          <a:xfrm>
            <a:off x="700088" y="2100263"/>
            <a:ext cx="614362" cy="0"/>
          </a:xfrm>
          <a:prstGeom prst="line">
            <a:avLst/>
          </a:prstGeom>
          <a:ln w="50800" cap="flat" cmpd="sng">
            <a:solidFill>
              <a:schemeClr val="accent2"/>
            </a:solidFill>
            <a:prstDash val="solid"/>
            <a:round/>
            <a:headEnd type="none" w="med" len="med"/>
            <a:tailEnd type="none" w="med" len="med"/>
          </a:ln>
        </p:spPr>
      </p:sp>
      <p:sp>
        <p:nvSpPr>
          <p:cNvPr id="35846" name="直接连接符 35846"/>
          <p:cNvSpPr/>
          <p:nvPr/>
        </p:nvSpPr>
        <p:spPr>
          <a:xfrm>
            <a:off x="7658100" y="2100263"/>
            <a:ext cx="614363" cy="0"/>
          </a:xfrm>
          <a:prstGeom prst="line">
            <a:avLst/>
          </a:prstGeom>
          <a:ln w="50800" cap="flat" cmpd="sng">
            <a:solidFill>
              <a:schemeClr val="accent2"/>
            </a:solidFill>
            <a:prstDash val="solid"/>
            <a:round/>
            <a:headEnd type="none" w="med" len="med"/>
            <a:tailEnd type="none" w="med" len="med"/>
          </a:ln>
        </p:spPr>
      </p:sp>
      <p:sp>
        <p:nvSpPr>
          <p:cNvPr id="35847" name="未知"/>
          <p:cNvSpPr/>
          <p:nvPr/>
        </p:nvSpPr>
        <p:spPr>
          <a:xfrm>
            <a:off x="2085975" y="1971675"/>
            <a:ext cx="2144713" cy="173038"/>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35848" name="未知"/>
          <p:cNvSpPr/>
          <p:nvPr/>
        </p:nvSpPr>
        <p:spPr>
          <a:xfrm>
            <a:off x="4829175" y="1971675"/>
            <a:ext cx="2144713" cy="173038"/>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35849" name="矩形 35849"/>
          <p:cNvSpPr/>
          <p:nvPr/>
        </p:nvSpPr>
        <p:spPr>
          <a:xfrm>
            <a:off x="185738"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10.1.0.0</a:t>
            </a:r>
            <a:endParaRPr lang="en-US" altLang="zh-CN" sz="2000" b="1">
              <a:solidFill>
                <a:srgbClr val="000000"/>
              </a:solidFill>
              <a:latin typeface="Helvetica" pitchFamily="2" charset="0"/>
              <a:ea typeface="宋体" panose="02010600030101010101" pitchFamily="2" charset="-122"/>
            </a:endParaRPr>
          </a:p>
        </p:txBody>
      </p:sp>
      <p:sp>
        <p:nvSpPr>
          <p:cNvPr id="35850" name="矩形 35850"/>
          <p:cNvSpPr/>
          <p:nvPr/>
        </p:nvSpPr>
        <p:spPr>
          <a:xfrm>
            <a:off x="2800350" y="1579563"/>
            <a:ext cx="1243013"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10.2.0.0</a:t>
            </a:r>
            <a:endParaRPr lang="en-US" altLang="zh-CN" sz="2000" b="1">
              <a:solidFill>
                <a:srgbClr val="000000"/>
              </a:solidFill>
              <a:latin typeface="Helvetica" pitchFamily="2" charset="0"/>
              <a:ea typeface="宋体" panose="02010600030101010101" pitchFamily="2" charset="-122"/>
            </a:endParaRPr>
          </a:p>
        </p:txBody>
      </p:sp>
      <p:sp>
        <p:nvSpPr>
          <p:cNvPr id="35851" name="矩形 35851"/>
          <p:cNvSpPr/>
          <p:nvPr/>
        </p:nvSpPr>
        <p:spPr>
          <a:xfrm>
            <a:off x="5272088"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10.3.0.0</a:t>
            </a:r>
            <a:endParaRPr lang="en-US" altLang="zh-CN" sz="2000" b="1">
              <a:solidFill>
                <a:srgbClr val="000000"/>
              </a:solidFill>
              <a:latin typeface="Helvetica" pitchFamily="2" charset="0"/>
              <a:ea typeface="宋体" panose="02010600030101010101" pitchFamily="2" charset="-122"/>
            </a:endParaRPr>
          </a:p>
        </p:txBody>
      </p:sp>
      <p:sp>
        <p:nvSpPr>
          <p:cNvPr id="35852" name="矩形 35852"/>
          <p:cNvSpPr/>
          <p:nvPr/>
        </p:nvSpPr>
        <p:spPr>
          <a:xfrm>
            <a:off x="7815263"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10.4.0.0</a:t>
            </a:r>
            <a:endParaRPr lang="en-US" altLang="zh-CN" sz="2000" b="1">
              <a:solidFill>
                <a:srgbClr val="000000"/>
              </a:solidFill>
              <a:latin typeface="Helvetica" pitchFamily="2" charset="0"/>
              <a:ea typeface="宋体" panose="02010600030101010101" pitchFamily="2" charset="-122"/>
            </a:endParaRPr>
          </a:p>
        </p:txBody>
      </p:sp>
      <p:sp>
        <p:nvSpPr>
          <p:cNvPr id="35853" name="矩形 35853"/>
          <p:cNvSpPr/>
          <p:nvPr/>
        </p:nvSpPr>
        <p:spPr>
          <a:xfrm>
            <a:off x="811213" y="20970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35854" name="矩形 35854"/>
          <p:cNvSpPr/>
          <p:nvPr/>
        </p:nvSpPr>
        <p:spPr>
          <a:xfrm>
            <a:off x="2439988" y="20970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5855" name="矩形 35855"/>
          <p:cNvSpPr/>
          <p:nvPr/>
        </p:nvSpPr>
        <p:spPr>
          <a:xfrm>
            <a:off x="3497263"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5856" name="矩形 35856"/>
          <p:cNvSpPr/>
          <p:nvPr/>
        </p:nvSpPr>
        <p:spPr>
          <a:xfrm>
            <a:off x="5083175"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35857" name="矩形 35857"/>
          <p:cNvSpPr/>
          <p:nvPr/>
        </p:nvSpPr>
        <p:spPr>
          <a:xfrm>
            <a:off x="6134100"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5858" name="矩形 35858"/>
          <p:cNvSpPr/>
          <p:nvPr/>
        </p:nvSpPr>
        <p:spPr>
          <a:xfrm>
            <a:off x="7720013"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35860" name="矩形 35859"/>
          <p:cNvSpPr/>
          <p:nvPr/>
        </p:nvSpPr>
        <p:spPr>
          <a:xfrm>
            <a:off x="8129588" y="1793875"/>
            <a:ext cx="514350" cy="500063"/>
          </a:xfrm>
          <a:prstGeom prst="rect">
            <a:avLst/>
          </a:prstGeom>
          <a:noFill/>
          <a:ln w="9525">
            <a:noFill/>
          </a:ln>
        </p:spPr>
        <p:txBody>
          <a:bodyPr wrap="none" lIns="21431" tIns="30362" rIns="21431" bIns="30362"/>
          <a:p>
            <a:pPr defTabSz="1028700" eaLnBrk="0" fontAlgn="base" hangingPunct="0">
              <a:lnSpc>
                <a:spcPts val="4840"/>
              </a:lnSpc>
              <a:tabLst>
                <a:tab pos="514350" algn="l"/>
                <a:tab pos="1028700" algn="l"/>
                <a:tab pos="1543050" algn="l"/>
              </a:tabLst>
            </a:pPr>
            <a:r>
              <a:rPr lang="en-US" altLang="zh-CN" sz="4100" b="1" strike="noStrike" noProof="1">
                <a:solidFill>
                  <a:schemeClr val="accent2"/>
                </a:solidFill>
                <a:effectLst>
                  <a:outerShdw blurRad="38100" dist="38100" dir="2700000">
                    <a:srgbClr val="C0C0C0"/>
                  </a:outerShdw>
                </a:effectLst>
                <a:latin typeface="Helvetica" pitchFamily="2" charset="0"/>
                <a:ea typeface="宋体" panose="02010600030101010101" pitchFamily="2" charset="-122"/>
                <a:cs typeface="+mn-cs"/>
              </a:rPr>
              <a:t>X</a:t>
            </a:r>
            <a:endParaRPr lang="en-US" altLang="zh-CN" sz="4100" b="1" strike="noStrike" noProof="1">
              <a:solidFill>
                <a:schemeClr val="accent2"/>
              </a:solidFill>
              <a:effectLst>
                <a:outerShdw blurRad="38100" dist="38100" dir="2700000">
                  <a:srgbClr val="C0C0C0"/>
                </a:outerShdw>
              </a:effectLst>
              <a:latin typeface="Helvetica" pitchFamily="2" charset="0"/>
            </a:endParaRPr>
          </a:p>
        </p:txBody>
      </p:sp>
      <p:sp>
        <p:nvSpPr>
          <p:cNvPr id="2" name="直接连接符 35860"/>
          <p:cNvSpPr/>
          <p:nvPr/>
        </p:nvSpPr>
        <p:spPr>
          <a:xfrm>
            <a:off x="2600325" y="2514600"/>
            <a:ext cx="857250" cy="0"/>
          </a:xfrm>
          <a:prstGeom prst="line">
            <a:avLst/>
          </a:prstGeom>
          <a:ln w="50800" cap="flat" cmpd="sng">
            <a:solidFill>
              <a:srgbClr val="7D00E4"/>
            </a:solidFill>
            <a:prstDash val="solid"/>
            <a:round/>
            <a:headEnd type="triangle" w="med" len="med"/>
            <a:tailEnd type="triangle" w="med" len="med"/>
          </a:ln>
        </p:spPr>
      </p:sp>
      <p:sp>
        <p:nvSpPr>
          <p:cNvPr id="35861" name="直接连接符 35861"/>
          <p:cNvSpPr/>
          <p:nvPr/>
        </p:nvSpPr>
        <p:spPr>
          <a:xfrm>
            <a:off x="5414963" y="2514600"/>
            <a:ext cx="857250" cy="0"/>
          </a:xfrm>
          <a:prstGeom prst="line">
            <a:avLst/>
          </a:prstGeom>
          <a:ln w="50800" cap="flat" cmpd="sng">
            <a:solidFill>
              <a:srgbClr val="7D00E4"/>
            </a:solidFill>
            <a:prstDash val="solid"/>
            <a:round/>
            <a:headEnd type="triangle" w="med" len="med"/>
            <a:tailEnd type="triangle" w="med" len="med"/>
          </a:ln>
        </p:spPr>
      </p:sp>
      <p:grpSp>
        <p:nvGrpSpPr>
          <p:cNvPr id="35862" name="组合 35862"/>
          <p:cNvGrpSpPr/>
          <p:nvPr/>
        </p:nvGrpSpPr>
        <p:grpSpPr>
          <a:xfrm>
            <a:off x="401638" y="3171825"/>
            <a:ext cx="7678737" cy="1773238"/>
            <a:chOff x="0" y="0"/>
            <a:chExt cx="4837" cy="1117"/>
          </a:xfrm>
        </p:grpSpPr>
        <p:sp>
          <p:nvSpPr>
            <p:cNvPr id="35863" name="矩形 35863"/>
            <p:cNvSpPr/>
            <p:nvPr/>
          </p:nvSpPr>
          <p:spPr>
            <a:xfrm>
              <a:off x="3595" y="9"/>
              <a:ext cx="1242"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35864" name="矩形 35864"/>
            <p:cNvSpPr/>
            <p:nvPr/>
          </p:nvSpPr>
          <p:spPr>
            <a:xfrm>
              <a:off x="3595" y="221"/>
              <a:ext cx="495"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65" name="矩形 35865"/>
            <p:cNvSpPr/>
            <p:nvPr/>
          </p:nvSpPr>
          <p:spPr>
            <a:xfrm>
              <a:off x="4090" y="221"/>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66" name="矩形 35866"/>
            <p:cNvSpPr/>
            <p:nvPr/>
          </p:nvSpPr>
          <p:spPr>
            <a:xfrm>
              <a:off x="3560" y="215"/>
              <a:ext cx="597" cy="228"/>
            </a:xfrm>
            <a:prstGeom prst="rect">
              <a:avLst/>
            </a:prstGeom>
            <a:noFill/>
            <a:ln w="9525">
              <a:noFill/>
            </a:ln>
          </p:spPr>
          <p:txBody>
            <a:bodyPr lIns="103584" tIns="51793" rIns="103584" bIns="51793" anchor="t">
              <a:spAutoFit/>
            </a:bodyP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35867" name="矩形 35867"/>
            <p:cNvSpPr/>
            <p:nvPr/>
          </p:nvSpPr>
          <p:spPr>
            <a:xfrm>
              <a:off x="3595" y="437"/>
              <a:ext cx="48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68" name="矩形 35868"/>
            <p:cNvSpPr/>
            <p:nvPr/>
          </p:nvSpPr>
          <p:spPr>
            <a:xfrm>
              <a:off x="3598" y="653"/>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69" name="矩形 35869"/>
            <p:cNvSpPr/>
            <p:nvPr/>
          </p:nvSpPr>
          <p:spPr>
            <a:xfrm>
              <a:off x="3598" y="869"/>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grpSp>
          <p:nvGrpSpPr>
            <p:cNvPr id="35870" name="组合 35870"/>
            <p:cNvGrpSpPr/>
            <p:nvPr/>
          </p:nvGrpSpPr>
          <p:grpSpPr>
            <a:xfrm>
              <a:off x="4090" y="232"/>
              <a:ext cx="380" cy="885"/>
              <a:chOff x="0" y="0"/>
              <a:chExt cx="338" cy="787"/>
            </a:xfrm>
          </p:grpSpPr>
          <p:sp>
            <p:nvSpPr>
              <p:cNvPr id="35871" name="矩形 35871"/>
              <p:cNvSpPr/>
              <p:nvPr/>
            </p:nvSpPr>
            <p:spPr>
              <a:xfrm>
                <a:off x="0" y="182"/>
                <a:ext cx="328" cy="184"/>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72" name="矩形 35872"/>
              <p:cNvSpPr/>
              <p:nvPr/>
            </p:nvSpPr>
            <p:spPr>
              <a:xfrm>
                <a:off x="0" y="374"/>
                <a:ext cx="328" cy="184"/>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73" name="矩形 35873"/>
              <p:cNvSpPr/>
              <p:nvPr/>
            </p:nvSpPr>
            <p:spPr>
              <a:xfrm>
                <a:off x="0" y="566"/>
                <a:ext cx="328" cy="184"/>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grpSp>
            <p:nvGrpSpPr>
              <p:cNvPr id="35874" name="组合 35874"/>
              <p:cNvGrpSpPr/>
              <p:nvPr/>
            </p:nvGrpSpPr>
            <p:grpSpPr>
              <a:xfrm>
                <a:off x="34" y="0"/>
                <a:ext cx="304" cy="787"/>
                <a:chOff x="0" y="0"/>
                <a:chExt cx="304" cy="787"/>
              </a:xfrm>
            </p:grpSpPr>
            <p:sp>
              <p:nvSpPr>
                <p:cNvPr id="35875" name="矩形 35875"/>
                <p:cNvSpPr/>
                <p:nvPr/>
              </p:nvSpPr>
              <p:spPr>
                <a:xfrm>
                  <a:off x="0" y="0"/>
                  <a:ext cx="304" cy="219"/>
                </a:xfrm>
                <a:prstGeom prst="rect">
                  <a:avLst/>
                </a:prstGeom>
                <a:noFill/>
                <a:ln w="9525">
                  <a:noFill/>
                </a:ln>
              </p:spPr>
              <p:txBody>
                <a:bodyPr wrap="none" lIns="147486" tIns="73744" rIns="147486" bIns="73744"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5876" name="矩形 35876"/>
                <p:cNvSpPr/>
                <p:nvPr/>
              </p:nvSpPr>
              <p:spPr>
                <a:xfrm>
                  <a:off x="0" y="184"/>
                  <a:ext cx="304" cy="219"/>
                </a:xfrm>
                <a:prstGeom prst="rect">
                  <a:avLst/>
                </a:prstGeom>
                <a:noFill/>
                <a:ln w="9525">
                  <a:noFill/>
                </a:ln>
              </p:spPr>
              <p:txBody>
                <a:bodyPr wrap="none" lIns="147486" tIns="73744" rIns="147486" bIns="73744" anchor="t">
                  <a:spAutoFit/>
                </a:bodyPr>
                <a:p>
                  <a:pPr defTabSz="1028700" eaLnBrk="0" hangingPunct="0"/>
                  <a:r>
                    <a:rPr lang="en-US" altLang="zh-CN" sz="1600" b="1">
                      <a:solidFill>
                        <a:schemeClr val="accent2"/>
                      </a:solidFill>
                      <a:latin typeface="Helvetica" pitchFamily="2" charset="0"/>
                      <a:ea typeface="宋体" panose="02010600030101010101" pitchFamily="2" charset="-122"/>
                    </a:rPr>
                    <a:t>S0</a:t>
                  </a:r>
                  <a:endParaRPr lang="en-US" altLang="zh-CN" sz="1600" b="1">
                    <a:solidFill>
                      <a:schemeClr val="accent2"/>
                    </a:solidFill>
                    <a:latin typeface="Helvetica" pitchFamily="2" charset="0"/>
                    <a:ea typeface="宋体" panose="02010600030101010101" pitchFamily="2" charset="-122"/>
                  </a:endParaRPr>
                </a:p>
              </p:txBody>
            </p:sp>
            <p:sp>
              <p:nvSpPr>
                <p:cNvPr id="35877" name="矩形 35877"/>
                <p:cNvSpPr/>
                <p:nvPr/>
              </p:nvSpPr>
              <p:spPr>
                <a:xfrm>
                  <a:off x="0" y="376"/>
                  <a:ext cx="304" cy="219"/>
                </a:xfrm>
                <a:prstGeom prst="rect">
                  <a:avLst/>
                </a:prstGeom>
                <a:noFill/>
                <a:ln w="9525">
                  <a:noFill/>
                </a:ln>
              </p:spPr>
              <p:txBody>
                <a:bodyPr wrap="none" lIns="147486" tIns="73744" rIns="147486" bIns="73744"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5878" name="矩形 35878"/>
                <p:cNvSpPr/>
                <p:nvPr/>
              </p:nvSpPr>
              <p:spPr>
                <a:xfrm>
                  <a:off x="0" y="568"/>
                  <a:ext cx="304" cy="219"/>
                </a:xfrm>
                <a:prstGeom prst="rect">
                  <a:avLst/>
                </a:prstGeom>
                <a:noFill/>
                <a:ln w="9525">
                  <a:noFill/>
                </a:ln>
              </p:spPr>
              <p:txBody>
                <a:bodyPr wrap="none" lIns="147486" tIns="73744" rIns="147486" bIns="73744" anchor="t">
                  <a:spAutoFit/>
                </a:bodyP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grpSp>
        </p:grpSp>
        <p:sp>
          <p:nvSpPr>
            <p:cNvPr id="35879" name="矩形 35879"/>
            <p:cNvSpPr/>
            <p:nvPr/>
          </p:nvSpPr>
          <p:spPr>
            <a:xfrm>
              <a:off x="4468" y="221"/>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80" name="矩形 35880"/>
            <p:cNvSpPr/>
            <p:nvPr/>
          </p:nvSpPr>
          <p:spPr>
            <a:xfrm>
              <a:off x="4468" y="437"/>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81" name="矩形 35881"/>
            <p:cNvSpPr/>
            <p:nvPr/>
          </p:nvSpPr>
          <p:spPr>
            <a:xfrm>
              <a:off x="4468" y="653"/>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35882" name="矩形 35882"/>
            <p:cNvSpPr/>
            <p:nvPr/>
          </p:nvSpPr>
          <p:spPr>
            <a:xfrm>
              <a:off x="4468" y="869"/>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2</a:t>
              </a:r>
              <a:endParaRPr lang="en-US" altLang="zh-CN" sz="1600" b="1">
                <a:solidFill>
                  <a:schemeClr val="tx2"/>
                </a:solidFill>
                <a:latin typeface="Helvetica" pitchFamily="2" charset="0"/>
                <a:ea typeface="宋体" panose="02010600030101010101" pitchFamily="2" charset="-122"/>
              </a:endParaRPr>
            </a:p>
          </p:txBody>
        </p:sp>
        <p:sp>
          <p:nvSpPr>
            <p:cNvPr id="35883" name="矩形 35883"/>
            <p:cNvSpPr/>
            <p:nvPr/>
          </p:nvSpPr>
          <p:spPr>
            <a:xfrm>
              <a:off x="3555" y="869"/>
              <a:ext cx="593" cy="228"/>
            </a:xfrm>
            <a:prstGeom prst="rect">
              <a:avLst/>
            </a:prstGeom>
            <a:noFill/>
            <a:ln w="9525">
              <a:noFill/>
            </a:ln>
          </p:spPr>
          <p:txBody>
            <a:bodyPr wrap="none" lIns="103584" tIns="51793" rIns="103584" bIns="51793" anchor="t">
              <a:spAutoFit/>
            </a:bodyP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10.1.0.0</a:t>
              </a:r>
              <a:endParaRPr lang="en-US" altLang="zh-CN" sz="1600" b="1">
                <a:solidFill>
                  <a:schemeClr val="tx2"/>
                </a:solidFill>
                <a:latin typeface="Helvetica" pitchFamily="2" charset="0"/>
                <a:ea typeface="宋体" panose="02010600030101010101" pitchFamily="2" charset="-122"/>
              </a:endParaRPr>
            </a:p>
          </p:txBody>
        </p:sp>
        <p:sp>
          <p:nvSpPr>
            <p:cNvPr id="35884" name="矩形 35884"/>
            <p:cNvSpPr/>
            <p:nvPr/>
          </p:nvSpPr>
          <p:spPr>
            <a:xfrm>
              <a:off x="3555" y="653"/>
              <a:ext cx="593" cy="228"/>
            </a:xfrm>
            <a:prstGeom prst="rect">
              <a:avLst/>
            </a:prstGeom>
            <a:noFill/>
            <a:ln w="9525">
              <a:noFill/>
            </a:ln>
          </p:spPr>
          <p:txBody>
            <a:bodyPr wrap="none" lIns="103584" tIns="51793" rIns="103584" bIns="51793" anchor="t">
              <a:spAutoFit/>
            </a:bodyP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35885" name="矩形 35885"/>
            <p:cNvSpPr/>
            <p:nvPr/>
          </p:nvSpPr>
          <p:spPr>
            <a:xfrm>
              <a:off x="3560" y="431"/>
              <a:ext cx="593" cy="228"/>
            </a:xfrm>
            <a:prstGeom prst="rect">
              <a:avLst/>
            </a:prstGeom>
            <a:noFill/>
            <a:ln w="9525">
              <a:noFill/>
            </a:ln>
          </p:spPr>
          <p:txBody>
            <a:bodyPr wrap="none" lIns="103584" tIns="51793" rIns="103584" bIns="51793" anchor="t">
              <a:spAutoFit/>
            </a:bodyP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10.4.0.0</a:t>
              </a:r>
              <a:endParaRPr lang="en-US" altLang="zh-CN" sz="1600" b="1">
                <a:solidFill>
                  <a:schemeClr val="accent2"/>
                </a:solidFill>
                <a:latin typeface="Helvetica" pitchFamily="2" charset="0"/>
                <a:ea typeface="宋体" panose="02010600030101010101" pitchFamily="2" charset="-122"/>
              </a:endParaRPr>
            </a:p>
          </p:txBody>
        </p:sp>
        <p:sp>
          <p:nvSpPr>
            <p:cNvPr id="35886" name="矩形 35886"/>
            <p:cNvSpPr/>
            <p:nvPr/>
          </p:nvSpPr>
          <p:spPr>
            <a:xfrm>
              <a:off x="4546" y="226"/>
              <a:ext cx="201" cy="228"/>
            </a:xfrm>
            <a:prstGeom prst="rect">
              <a:avLst/>
            </a:prstGeom>
            <a:noFill/>
            <a:ln w="9525">
              <a:noFill/>
            </a:ln>
          </p:spPr>
          <p:txBody>
            <a:bodyPr wrap="none" lIns="103584" tIns="51793" rIns="103584" bIns="51793" anchor="t">
              <a:spAutoFit/>
            </a:bodyP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5887" name="矩形 35887"/>
            <p:cNvSpPr/>
            <p:nvPr/>
          </p:nvSpPr>
          <p:spPr>
            <a:xfrm>
              <a:off x="4509" y="435"/>
              <a:ext cx="272" cy="228"/>
            </a:xfrm>
            <a:prstGeom prst="rect">
              <a:avLst/>
            </a:prstGeom>
            <a:noFill/>
            <a:ln w="9525">
              <a:noFill/>
            </a:ln>
          </p:spPr>
          <p:txBody>
            <a:bodyPr wrap="none" lIns="103584" tIns="51793" rIns="103584" bIns="51793" anchor="t">
              <a:spAutoFit/>
            </a:bodyP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16</a:t>
              </a:r>
              <a:endParaRPr lang="en-US" altLang="zh-CN" sz="1600" b="1">
                <a:solidFill>
                  <a:schemeClr val="accent2"/>
                </a:solidFill>
                <a:latin typeface="Helvetica" pitchFamily="2" charset="0"/>
                <a:ea typeface="宋体" panose="02010600030101010101" pitchFamily="2" charset="-122"/>
              </a:endParaRPr>
            </a:p>
          </p:txBody>
        </p:sp>
        <p:grpSp>
          <p:nvGrpSpPr>
            <p:cNvPr id="35888" name="组合 35888"/>
            <p:cNvGrpSpPr/>
            <p:nvPr/>
          </p:nvGrpSpPr>
          <p:grpSpPr>
            <a:xfrm>
              <a:off x="0" y="0"/>
              <a:ext cx="1498" cy="1087"/>
              <a:chOff x="0" y="0"/>
              <a:chExt cx="1498" cy="1087"/>
            </a:xfrm>
          </p:grpSpPr>
          <p:sp>
            <p:nvSpPr>
              <p:cNvPr id="35889" name="矩形 35889"/>
              <p:cNvSpPr/>
              <p:nvPr/>
            </p:nvSpPr>
            <p:spPr>
              <a:xfrm>
                <a:off x="255" y="0"/>
                <a:ext cx="124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425721" tIns="212865" rIns="425721" bIns="212865"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35890" name="矩形 35890"/>
              <p:cNvSpPr/>
              <p:nvPr/>
            </p:nvSpPr>
            <p:spPr>
              <a:xfrm>
                <a:off x="255" y="212"/>
                <a:ext cx="49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91" name="矩形 35891"/>
              <p:cNvSpPr/>
              <p:nvPr/>
            </p:nvSpPr>
            <p:spPr>
              <a:xfrm>
                <a:off x="751" y="21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92" name="矩形 35892"/>
              <p:cNvSpPr/>
              <p:nvPr/>
            </p:nvSpPr>
            <p:spPr>
              <a:xfrm>
                <a:off x="255" y="428"/>
                <a:ext cx="487"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93" name="矩形 35893"/>
              <p:cNvSpPr/>
              <p:nvPr/>
            </p:nvSpPr>
            <p:spPr>
              <a:xfrm>
                <a:off x="259" y="644"/>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94" name="矩形 35894"/>
              <p:cNvSpPr/>
              <p:nvPr/>
            </p:nvSpPr>
            <p:spPr>
              <a:xfrm>
                <a:off x="259" y="860"/>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95" name="矩形 35895"/>
              <p:cNvSpPr/>
              <p:nvPr/>
            </p:nvSpPr>
            <p:spPr>
              <a:xfrm>
                <a:off x="751" y="42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96" name="矩形 35896"/>
              <p:cNvSpPr/>
              <p:nvPr/>
            </p:nvSpPr>
            <p:spPr>
              <a:xfrm>
                <a:off x="751" y="64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97" name="矩形 35897"/>
              <p:cNvSpPr/>
              <p:nvPr/>
            </p:nvSpPr>
            <p:spPr>
              <a:xfrm>
                <a:off x="751" y="860"/>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898" name="矩形 35898"/>
              <p:cNvSpPr/>
              <p:nvPr/>
            </p:nvSpPr>
            <p:spPr>
              <a:xfrm>
                <a:off x="717" y="223"/>
                <a:ext cx="285" cy="216"/>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35899" name="矩形 35899"/>
              <p:cNvSpPr/>
              <p:nvPr/>
            </p:nvSpPr>
            <p:spPr>
              <a:xfrm>
                <a:off x="717" y="430"/>
                <a:ext cx="285" cy="216"/>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5900" name="矩形 35900"/>
              <p:cNvSpPr/>
              <p:nvPr/>
            </p:nvSpPr>
            <p:spPr>
              <a:xfrm>
                <a:off x="717" y="646"/>
                <a:ext cx="285" cy="216"/>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5901" name="矩形 35901"/>
              <p:cNvSpPr/>
              <p:nvPr/>
            </p:nvSpPr>
            <p:spPr>
              <a:xfrm>
                <a:off x="717" y="862"/>
                <a:ext cx="285" cy="216"/>
              </a:xfrm>
              <a:prstGeom prst="rect">
                <a:avLst/>
              </a:prstGeom>
              <a:noFill/>
              <a:ln w="9525">
                <a:noFill/>
              </a:ln>
            </p:spPr>
            <p:txBody>
              <a:bodyPr wrap="none" lIns="425721" tIns="212865" rIns="425721" bIns="212865" anchor="ctr"/>
              <a:p>
                <a:pPr defTabSz="1028700" eaLnBrk="0" hangingPunct="0"/>
                <a:r>
                  <a:rPr lang="en-US" altLang="zh-CN" sz="1600" b="1">
                    <a:solidFill>
                      <a:schemeClr val="accent2"/>
                    </a:solidFill>
                    <a:latin typeface="Helvetica" pitchFamily="2" charset="0"/>
                    <a:ea typeface="宋体" panose="02010600030101010101" pitchFamily="2" charset="-122"/>
                  </a:rPr>
                  <a:t>S0</a:t>
                </a:r>
                <a:endParaRPr lang="en-US" altLang="zh-CN" sz="1600" b="1">
                  <a:solidFill>
                    <a:schemeClr val="accent2"/>
                  </a:solidFill>
                  <a:latin typeface="Helvetica" pitchFamily="2" charset="0"/>
                  <a:ea typeface="宋体" panose="02010600030101010101" pitchFamily="2" charset="-122"/>
                </a:endParaRPr>
              </a:p>
            </p:txBody>
          </p:sp>
          <p:sp>
            <p:nvSpPr>
              <p:cNvPr id="35902" name="矩形 35902"/>
              <p:cNvSpPr/>
              <p:nvPr/>
            </p:nvSpPr>
            <p:spPr>
              <a:xfrm>
                <a:off x="1129" y="21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903" name="矩形 35903"/>
              <p:cNvSpPr/>
              <p:nvPr/>
            </p:nvSpPr>
            <p:spPr>
              <a:xfrm>
                <a:off x="1129" y="42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904" name="矩形 35904"/>
              <p:cNvSpPr/>
              <p:nvPr/>
            </p:nvSpPr>
            <p:spPr>
              <a:xfrm>
                <a:off x="1129" y="64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425721" tIns="212865" rIns="425721" bIns="212865"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35905" name="矩形 35905"/>
              <p:cNvSpPr/>
              <p:nvPr/>
            </p:nvSpPr>
            <p:spPr>
              <a:xfrm>
                <a:off x="1129" y="860"/>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425721" tIns="212865" rIns="425721" bIns="212865" anchor="ctr"/>
              <a:p>
                <a:pPr algn="ctr" defTabSz="1028700" eaLnBrk="0" hangingPunct="0">
                  <a:lnSpc>
                    <a:spcPts val="2025"/>
                  </a:lnSpc>
                  <a:tabLst>
                    <a:tab pos="190500" algn="ctr"/>
                    <a:tab pos="1419225" algn="ctr"/>
                  </a:tabLst>
                </a:pPr>
                <a:r>
                  <a:rPr lang="en-US" altLang="zh-CN" sz="1600" b="1">
                    <a:solidFill>
                      <a:schemeClr val="accent2"/>
                    </a:solidFill>
                    <a:latin typeface="Helvetica" pitchFamily="2" charset="0"/>
                    <a:ea typeface="宋体" panose="02010600030101010101" pitchFamily="2" charset="-122"/>
                  </a:rPr>
                  <a:t>16</a:t>
                </a:r>
                <a:endParaRPr lang="en-US" altLang="zh-CN" sz="1600" b="1">
                  <a:solidFill>
                    <a:schemeClr val="accent2"/>
                  </a:solidFill>
                  <a:latin typeface="Helvetica" pitchFamily="2" charset="0"/>
                  <a:ea typeface="宋体" panose="02010600030101010101" pitchFamily="2" charset="-122"/>
                </a:endParaRPr>
              </a:p>
            </p:txBody>
          </p:sp>
          <p:grpSp>
            <p:nvGrpSpPr>
              <p:cNvPr id="35906" name="组合 35906"/>
              <p:cNvGrpSpPr/>
              <p:nvPr/>
            </p:nvGrpSpPr>
            <p:grpSpPr>
              <a:xfrm>
                <a:off x="0" y="206"/>
                <a:ext cx="602" cy="881"/>
                <a:chOff x="0" y="0"/>
                <a:chExt cx="602" cy="881"/>
              </a:xfrm>
            </p:grpSpPr>
            <p:sp>
              <p:nvSpPr>
                <p:cNvPr id="35907" name="矩形 35907"/>
                <p:cNvSpPr/>
                <p:nvPr/>
              </p:nvSpPr>
              <p:spPr>
                <a:xfrm>
                  <a:off x="5" y="0"/>
                  <a:ext cx="597"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10.1.0.0</a:t>
                  </a:r>
                  <a:endParaRPr lang="en-US" altLang="zh-CN" sz="1600" b="1">
                    <a:latin typeface="Helvetica" pitchFamily="2" charset="0"/>
                    <a:ea typeface="宋体" panose="02010600030101010101" pitchFamily="2" charset="-122"/>
                  </a:endParaRPr>
                </a:p>
              </p:txBody>
            </p:sp>
            <p:sp>
              <p:nvSpPr>
                <p:cNvPr id="35908" name="矩形 35908"/>
                <p:cNvSpPr/>
                <p:nvPr/>
              </p:nvSpPr>
              <p:spPr>
                <a:xfrm>
                  <a:off x="0" y="654"/>
                  <a:ext cx="586"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10.4.0.0</a:t>
                  </a:r>
                  <a:endParaRPr lang="en-US" altLang="zh-CN" sz="1600" b="1">
                    <a:solidFill>
                      <a:schemeClr val="accent2"/>
                    </a:solidFill>
                    <a:latin typeface="Helvetica" pitchFamily="2" charset="0"/>
                    <a:ea typeface="宋体" panose="02010600030101010101" pitchFamily="2" charset="-122"/>
                  </a:endParaRPr>
                </a:p>
              </p:txBody>
            </p:sp>
            <p:sp>
              <p:nvSpPr>
                <p:cNvPr id="35909" name="矩形 35909"/>
                <p:cNvSpPr/>
                <p:nvPr/>
              </p:nvSpPr>
              <p:spPr>
                <a:xfrm>
                  <a:off x="0" y="438"/>
                  <a:ext cx="586"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35910" name="矩形 35910"/>
                <p:cNvSpPr/>
                <p:nvPr/>
              </p:nvSpPr>
              <p:spPr>
                <a:xfrm>
                  <a:off x="5" y="216"/>
                  <a:ext cx="586"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grpSp>
          <p:sp>
            <p:nvSpPr>
              <p:cNvPr id="35911" name="矩形 35911"/>
              <p:cNvSpPr/>
              <p:nvPr/>
            </p:nvSpPr>
            <p:spPr>
              <a:xfrm>
                <a:off x="1208" y="217"/>
                <a:ext cx="200"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5912" name="矩形 35912"/>
              <p:cNvSpPr/>
              <p:nvPr/>
            </p:nvSpPr>
            <p:spPr>
              <a:xfrm>
                <a:off x="1211" y="433"/>
                <a:ext cx="200" cy="228"/>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grpSp>
        <p:grpSp>
          <p:nvGrpSpPr>
            <p:cNvPr id="35913" name="组合 35913"/>
            <p:cNvGrpSpPr/>
            <p:nvPr/>
          </p:nvGrpSpPr>
          <p:grpSpPr>
            <a:xfrm>
              <a:off x="1686" y="5"/>
              <a:ext cx="1486" cy="1086"/>
              <a:chOff x="0" y="0"/>
              <a:chExt cx="1486" cy="1086"/>
            </a:xfrm>
          </p:grpSpPr>
          <p:sp>
            <p:nvSpPr>
              <p:cNvPr id="35914" name="矩形 35914"/>
              <p:cNvSpPr/>
              <p:nvPr/>
            </p:nvSpPr>
            <p:spPr>
              <a:xfrm>
                <a:off x="243" y="0"/>
                <a:ext cx="124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425721" tIns="212865" rIns="425721" bIns="212865"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35915" name="矩形 35915"/>
              <p:cNvSpPr/>
              <p:nvPr/>
            </p:nvSpPr>
            <p:spPr>
              <a:xfrm>
                <a:off x="243" y="211"/>
                <a:ext cx="49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916" name="矩形 35916"/>
              <p:cNvSpPr/>
              <p:nvPr/>
            </p:nvSpPr>
            <p:spPr>
              <a:xfrm>
                <a:off x="739" y="211"/>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917" name="矩形 35917"/>
              <p:cNvSpPr/>
              <p:nvPr/>
            </p:nvSpPr>
            <p:spPr>
              <a:xfrm>
                <a:off x="243" y="427"/>
                <a:ext cx="487"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918" name="矩形 35918"/>
              <p:cNvSpPr/>
              <p:nvPr/>
            </p:nvSpPr>
            <p:spPr>
              <a:xfrm>
                <a:off x="247" y="643"/>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919" name="矩形 35919"/>
              <p:cNvSpPr/>
              <p:nvPr/>
            </p:nvSpPr>
            <p:spPr>
              <a:xfrm>
                <a:off x="247" y="859"/>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920" name="矩形 35920"/>
              <p:cNvSpPr/>
              <p:nvPr/>
            </p:nvSpPr>
            <p:spPr>
              <a:xfrm>
                <a:off x="739" y="428"/>
                <a:ext cx="369" cy="206"/>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921" name="矩形 35921"/>
              <p:cNvSpPr/>
              <p:nvPr/>
            </p:nvSpPr>
            <p:spPr>
              <a:xfrm>
                <a:off x="739" y="643"/>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922" name="矩形 35922"/>
              <p:cNvSpPr/>
              <p:nvPr/>
            </p:nvSpPr>
            <p:spPr>
              <a:xfrm>
                <a:off x="739" y="859"/>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grpSp>
            <p:nvGrpSpPr>
              <p:cNvPr id="35923" name="组合 35923"/>
              <p:cNvGrpSpPr/>
              <p:nvPr/>
            </p:nvGrpSpPr>
            <p:grpSpPr>
              <a:xfrm>
                <a:off x="717" y="223"/>
                <a:ext cx="285" cy="854"/>
                <a:chOff x="0" y="0"/>
                <a:chExt cx="285" cy="854"/>
              </a:xfrm>
            </p:grpSpPr>
            <p:sp>
              <p:nvSpPr>
                <p:cNvPr id="35924" name="矩形 35924"/>
                <p:cNvSpPr/>
                <p:nvPr/>
              </p:nvSpPr>
              <p:spPr>
                <a:xfrm>
                  <a:off x="0" y="0"/>
                  <a:ext cx="285" cy="216"/>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5925" name="矩形 35925"/>
                <p:cNvSpPr/>
                <p:nvPr/>
              </p:nvSpPr>
              <p:spPr>
                <a:xfrm>
                  <a:off x="0" y="207"/>
                  <a:ext cx="285" cy="216"/>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35926" name="矩形 35926"/>
                <p:cNvSpPr/>
                <p:nvPr/>
              </p:nvSpPr>
              <p:spPr>
                <a:xfrm>
                  <a:off x="0" y="423"/>
                  <a:ext cx="285" cy="215"/>
                </a:xfrm>
                <a:prstGeom prst="rect">
                  <a:avLst/>
                </a:prstGeom>
                <a:noFill/>
                <a:ln w="9525">
                  <a:noFill/>
                </a:ln>
              </p:spPr>
              <p:txBody>
                <a:bodyPr wrap="none" lIns="425721" tIns="212865" rIns="425721" bIns="212865" anchor="ctr"/>
                <a:p>
                  <a:pPr defTabSz="1028700" eaLnBrk="0" hangingPunct="0"/>
                  <a:r>
                    <a:rPr lang="en-US" altLang="zh-CN" sz="1600" b="1">
                      <a:solidFill>
                        <a:schemeClr val="accent2"/>
                      </a:solidFill>
                      <a:latin typeface="Helvetica" pitchFamily="2" charset="0"/>
                      <a:ea typeface="宋体" panose="02010600030101010101" pitchFamily="2" charset="-122"/>
                    </a:rPr>
                    <a:t>S1</a:t>
                  </a:r>
                  <a:endParaRPr lang="en-US" altLang="zh-CN" sz="1600" b="1">
                    <a:solidFill>
                      <a:schemeClr val="accent2"/>
                    </a:solidFill>
                    <a:latin typeface="Helvetica" pitchFamily="2" charset="0"/>
                    <a:ea typeface="宋体" panose="02010600030101010101" pitchFamily="2" charset="-122"/>
                  </a:endParaRPr>
                </a:p>
              </p:txBody>
            </p:sp>
            <p:sp>
              <p:nvSpPr>
                <p:cNvPr id="35927" name="矩形 35927"/>
                <p:cNvSpPr/>
                <p:nvPr/>
              </p:nvSpPr>
              <p:spPr>
                <a:xfrm>
                  <a:off x="0" y="638"/>
                  <a:ext cx="285" cy="216"/>
                </a:xfrm>
                <a:prstGeom prst="rect">
                  <a:avLst/>
                </a:prstGeom>
                <a:noFill/>
                <a:ln w="9525">
                  <a:noFill/>
                </a:ln>
              </p:spPr>
              <p:txBody>
                <a:bodyPr wrap="none" lIns="425721" tIns="212865" rIns="425721" bIns="212865" anchor="ct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grpSp>
          <p:sp>
            <p:nvSpPr>
              <p:cNvPr id="35928" name="矩形 35928"/>
              <p:cNvSpPr/>
              <p:nvPr/>
            </p:nvSpPr>
            <p:spPr>
              <a:xfrm>
                <a:off x="1117" y="211"/>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929" name="矩形 35929"/>
              <p:cNvSpPr/>
              <p:nvPr/>
            </p:nvSpPr>
            <p:spPr>
              <a:xfrm>
                <a:off x="1117" y="427"/>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5930" name="矩形 35930"/>
              <p:cNvSpPr/>
              <p:nvPr/>
            </p:nvSpPr>
            <p:spPr>
              <a:xfrm>
                <a:off x="1117" y="643"/>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425721" tIns="212865" rIns="425721" bIns="212865" anchor="ctr"/>
              <a:p>
                <a:pPr algn="ctr" defTabSz="1028700" eaLnBrk="0" hangingPunct="0">
                  <a:lnSpc>
                    <a:spcPts val="2025"/>
                  </a:lnSpc>
                  <a:tabLst>
                    <a:tab pos="190500" algn="ctr"/>
                    <a:tab pos="1419225" algn="ctr"/>
                  </a:tabLst>
                </a:pPr>
                <a:r>
                  <a:rPr lang="en-US" altLang="zh-CN" sz="1600" b="1">
                    <a:solidFill>
                      <a:schemeClr val="accent2"/>
                    </a:solidFill>
                    <a:latin typeface="Helvetica" pitchFamily="2" charset="0"/>
                    <a:ea typeface="宋体" panose="02010600030101010101" pitchFamily="2" charset="-122"/>
                  </a:rPr>
                  <a:t>16</a:t>
                </a:r>
                <a:endParaRPr lang="en-US" altLang="zh-CN" sz="1600" b="1">
                  <a:solidFill>
                    <a:schemeClr val="accent2"/>
                  </a:solidFill>
                  <a:latin typeface="Helvetica" pitchFamily="2" charset="0"/>
                  <a:ea typeface="宋体" panose="02010600030101010101" pitchFamily="2" charset="-122"/>
                </a:endParaRPr>
              </a:p>
            </p:txBody>
          </p:sp>
          <p:sp>
            <p:nvSpPr>
              <p:cNvPr id="35931" name="矩形 35931"/>
              <p:cNvSpPr/>
              <p:nvPr/>
            </p:nvSpPr>
            <p:spPr>
              <a:xfrm>
                <a:off x="1117" y="859"/>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425721" tIns="212865" rIns="425721" bIns="212865"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grpSp>
            <p:nvGrpSpPr>
              <p:cNvPr id="35932" name="组合 35932"/>
              <p:cNvGrpSpPr/>
              <p:nvPr/>
            </p:nvGrpSpPr>
            <p:grpSpPr>
              <a:xfrm>
                <a:off x="0" y="206"/>
                <a:ext cx="602" cy="880"/>
                <a:chOff x="0" y="0"/>
                <a:chExt cx="602" cy="880"/>
              </a:xfrm>
            </p:grpSpPr>
            <p:sp>
              <p:nvSpPr>
                <p:cNvPr id="35933" name="矩形 35933"/>
                <p:cNvSpPr/>
                <p:nvPr/>
              </p:nvSpPr>
              <p:spPr>
                <a:xfrm>
                  <a:off x="5" y="0"/>
                  <a:ext cx="597"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35934" name="矩形 35934"/>
                <p:cNvSpPr/>
                <p:nvPr/>
              </p:nvSpPr>
              <p:spPr>
                <a:xfrm>
                  <a:off x="0" y="653"/>
                  <a:ext cx="586"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10.1.0.0</a:t>
                  </a:r>
                  <a:endParaRPr lang="en-US" altLang="zh-CN" sz="1600" b="1">
                    <a:solidFill>
                      <a:schemeClr val="tx2"/>
                    </a:solidFill>
                    <a:latin typeface="Helvetica" pitchFamily="2" charset="0"/>
                    <a:ea typeface="宋体" panose="02010600030101010101" pitchFamily="2" charset="-122"/>
                  </a:endParaRPr>
                </a:p>
              </p:txBody>
            </p:sp>
            <p:sp>
              <p:nvSpPr>
                <p:cNvPr id="35935" name="矩形 35935"/>
                <p:cNvSpPr/>
                <p:nvPr/>
              </p:nvSpPr>
              <p:spPr>
                <a:xfrm>
                  <a:off x="0" y="437"/>
                  <a:ext cx="586"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solidFill>
                        <a:schemeClr val="accent2"/>
                      </a:solidFill>
                      <a:latin typeface="Helvetica" pitchFamily="2" charset="0"/>
                      <a:ea typeface="宋体" panose="02010600030101010101" pitchFamily="2" charset="-122"/>
                    </a:rPr>
                    <a:t>10.4.0.0</a:t>
                  </a:r>
                  <a:endParaRPr lang="en-US" altLang="zh-CN" sz="1600" b="1">
                    <a:solidFill>
                      <a:schemeClr val="accent2"/>
                    </a:solidFill>
                    <a:latin typeface="Helvetica" pitchFamily="2" charset="0"/>
                    <a:ea typeface="宋体" panose="02010600030101010101" pitchFamily="2" charset="-122"/>
                  </a:endParaRPr>
                </a:p>
              </p:txBody>
            </p:sp>
            <p:sp>
              <p:nvSpPr>
                <p:cNvPr id="35936" name="矩形 35936"/>
                <p:cNvSpPr/>
                <p:nvPr/>
              </p:nvSpPr>
              <p:spPr>
                <a:xfrm>
                  <a:off x="5" y="216"/>
                  <a:ext cx="586"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grpSp>
          <p:sp>
            <p:nvSpPr>
              <p:cNvPr id="35937" name="矩形 35937"/>
              <p:cNvSpPr/>
              <p:nvPr/>
            </p:nvSpPr>
            <p:spPr>
              <a:xfrm>
                <a:off x="1196" y="217"/>
                <a:ext cx="200"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5938" name="矩形 35938"/>
              <p:cNvSpPr/>
              <p:nvPr/>
            </p:nvSpPr>
            <p:spPr>
              <a:xfrm>
                <a:off x="1199" y="433"/>
                <a:ext cx="200"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grpSp>
      </p:grpSp>
      <p:sp>
        <p:nvSpPr>
          <p:cNvPr id="35939" name="标题 35939"/>
          <p:cNvSpPr>
            <a:spLocks noGrp="1"/>
          </p:cNvSpPr>
          <p:nvPr>
            <p:ph type="title"/>
          </p:nvPr>
        </p:nvSpPr>
        <p:spPr/>
        <p:txBody>
          <a:bodyPr anchor="b"/>
          <a:p>
            <a:r>
              <a:rPr lang="zh-CN" altLang="en-US"/>
              <a:t>解决办法：定义最大跳数</a:t>
            </a:r>
            <a:endParaRPr lang="zh-CN" altLang="en-US"/>
          </a:p>
        </p:txBody>
      </p:sp>
      <p:sp>
        <p:nvSpPr>
          <p:cNvPr id="35940" name="文本占位符 35940"/>
          <p:cNvSpPr>
            <a:spLocks noGrp="1"/>
          </p:cNvSpPr>
          <p:nvPr>
            <p:ph idx="1"/>
          </p:nvPr>
        </p:nvSpPr>
        <p:spPr>
          <a:xfrm>
            <a:off x="457200" y="5459413"/>
            <a:ext cx="8229600" cy="671512"/>
          </a:xfrm>
        </p:spPr>
        <p:txBody>
          <a:bodyPr anchor="t"/>
          <a:p>
            <a:r>
              <a:rPr lang="zh-CN" altLang="en-US"/>
              <a:t>定义一个跳数上限，来防止无穷大的回路</a:t>
            </a:r>
            <a:endParaRPr lang="zh-CN" altLang="en-US"/>
          </a:p>
          <a:p>
            <a:endParaRPr lang="zh-CN" altLang="en-US"/>
          </a:p>
        </p:txBody>
      </p:sp>
      <p:pic>
        <p:nvPicPr>
          <p:cNvPr id="35941" name="图片 35941" descr="GER---"/>
          <p:cNvPicPr>
            <a:picLocks noChangeAspect="1"/>
          </p:cNvPicPr>
          <p:nvPr/>
        </p:nvPicPr>
        <p:blipFill>
          <a:blip r:embed="rId1"/>
          <a:stretch>
            <a:fillRect/>
          </a:stretch>
        </p:blipFill>
        <p:spPr>
          <a:xfrm>
            <a:off x="1303338" y="1628775"/>
            <a:ext cx="1108075" cy="738188"/>
          </a:xfrm>
          <a:prstGeom prst="rect">
            <a:avLst/>
          </a:prstGeom>
          <a:noFill/>
          <a:ln w="9525">
            <a:noFill/>
          </a:ln>
        </p:spPr>
      </p:pic>
      <p:pic>
        <p:nvPicPr>
          <p:cNvPr id="35942" name="图片 35942" descr="GER---"/>
          <p:cNvPicPr>
            <a:picLocks noChangeAspect="1"/>
          </p:cNvPicPr>
          <p:nvPr/>
        </p:nvPicPr>
        <p:blipFill>
          <a:blip r:embed="rId1"/>
          <a:stretch>
            <a:fillRect/>
          </a:stretch>
        </p:blipFill>
        <p:spPr>
          <a:xfrm>
            <a:off x="3924300" y="1628775"/>
            <a:ext cx="1108075" cy="738188"/>
          </a:xfrm>
          <a:prstGeom prst="rect">
            <a:avLst/>
          </a:prstGeom>
          <a:noFill/>
          <a:ln w="9525">
            <a:noFill/>
          </a:ln>
        </p:spPr>
      </p:pic>
      <p:pic>
        <p:nvPicPr>
          <p:cNvPr id="35943" name="图片 35943" descr="GER---"/>
          <p:cNvPicPr>
            <a:picLocks noChangeAspect="1"/>
          </p:cNvPicPr>
          <p:nvPr/>
        </p:nvPicPr>
        <p:blipFill>
          <a:blip r:embed="rId1"/>
          <a:stretch>
            <a:fillRect/>
          </a:stretch>
        </p:blipFill>
        <p:spPr>
          <a:xfrm>
            <a:off x="6632575" y="1611313"/>
            <a:ext cx="1108075" cy="738187"/>
          </a:xfrm>
          <a:prstGeom prst="rect">
            <a:avLst/>
          </a:prstGeom>
          <a:noFill/>
          <a:ln w="9525">
            <a:noFill/>
          </a:ln>
        </p:spPr>
      </p:pic>
      <p:sp>
        <p:nvSpPr>
          <p:cNvPr id="35945" name="矩形 35944"/>
          <p:cNvSpPr/>
          <p:nvPr/>
        </p:nvSpPr>
        <p:spPr>
          <a:xfrm>
            <a:off x="1685925"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A</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35946" name="矩形 35945"/>
          <p:cNvSpPr/>
          <p:nvPr/>
        </p:nvSpPr>
        <p:spPr>
          <a:xfrm>
            <a:off x="4341813"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B</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35947" name="矩形 35946"/>
          <p:cNvSpPr/>
          <p:nvPr/>
        </p:nvSpPr>
        <p:spPr>
          <a:xfrm>
            <a:off x="7013575"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C</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未知"/>
          <p:cNvSpPr/>
          <p:nvPr/>
        </p:nvSpPr>
        <p:spPr>
          <a:xfrm>
            <a:off x="61087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37890" name="未知"/>
          <p:cNvSpPr/>
          <p:nvPr/>
        </p:nvSpPr>
        <p:spPr>
          <a:xfrm>
            <a:off x="34544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37891" name="未知"/>
          <p:cNvSpPr/>
          <p:nvPr/>
        </p:nvSpPr>
        <p:spPr>
          <a:xfrm>
            <a:off x="800100" y="2324100"/>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37892" name="矩形 37892"/>
          <p:cNvSpPr/>
          <p:nvPr/>
        </p:nvSpPr>
        <p:spPr>
          <a:xfrm>
            <a:off x="739775" y="5594350"/>
            <a:ext cx="7670800" cy="554038"/>
          </a:xfrm>
          <a:prstGeom prst="rect">
            <a:avLst/>
          </a:prstGeom>
          <a:noFill/>
          <a:ln w="9525">
            <a:noFill/>
          </a:ln>
        </p:spPr>
        <p:txBody>
          <a:bodyPr lIns="82153" tIns="41076" rIns="82153" bIns="41076" anchor="ctr" anchorCtr="1"/>
          <a:p>
            <a:pPr defTabSz="916305">
              <a:spcBef>
                <a:spcPct val="20000"/>
              </a:spcBef>
              <a:buClr>
                <a:srgbClr val="3333CC"/>
              </a:buClr>
              <a:buFont typeface="Wingdings" panose="05000000000000000000" pitchFamily="2" charset="2"/>
              <a:buChar char="Ø"/>
            </a:pPr>
            <a:endParaRPr lang="zh-CN" altLang="zh-CN" sz="2000">
              <a:latin typeface="Times New Roman" panose="02020603050405020304" pitchFamily="2" charset="0"/>
              <a:ea typeface="宋体" panose="02010600030101010101" pitchFamily="2" charset="-122"/>
            </a:endParaRPr>
          </a:p>
        </p:txBody>
      </p:sp>
      <p:sp>
        <p:nvSpPr>
          <p:cNvPr id="37893" name="直接连接符 37893"/>
          <p:cNvSpPr/>
          <p:nvPr/>
        </p:nvSpPr>
        <p:spPr>
          <a:xfrm>
            <a:off x="700088" y="2100263"/>
            <a:ext cx="614362" cy="0"/>
          </a:xfrm>
          <a:prstGeom prst="line">
            <a:avLst/>
          </a:prstGeom>
          <a:ln w="50800" cap="flat" cmpd="sng">
            <a:solidFill>
              <a:schemeClr val="accent2"/>
            </a:solidFill>
            <a:prstDash val="solid"/>
            <a:round/>
            <a:headEnd type="none" w="med" len="med"/>
            <a:tailEnd type="none" w="med" len="med"/>
          </a:ln>
        </p:spPr>
      </p:sp>
      <p:sp>
        <p:nvSpPr>
          <p:cNvPr id="37894" name="直接连接符 37894"/>
          <p:cNvSpPr/>
          <p:nvPr/>
        </p:nvSpPr>
        <p:spPr>
          <a:xfrm>
            <a:off x="7658100" y="2100263"/>
            <a:ext cx="614363" cy="0"/>
          </a:xfrm>
          <a:prstGeom prst="line">
            <a:avLst/>
          </a:prstGeom>
          <a:ln w="50800" cap="flat" cmpd="sng">
            <a:solidFill>
              <a:schemeClr val="accent2"/>
            </a:solidFill>
            <a:prstDash val="solid"/>
            <a:round/>
            <a:headEnd type="none" w="med" len="med"/>
            <a:tailEnd type="none" w="med" len="med"/>
          </a:ln>
        </p:spPr>
      </p:sp>
      <p:sp>
        <p:nvSpPr>
          <p:cNvPr id="37895" name="未知"/>
          <p:cNvSpPr/>
          <p:nvPr/>
        </p:nvSpPr>
        <p:spPr>
          <a:xfrm>
            <a:off x="2085975" y="1971675"/>
            <a:ext cx="2144713" cy="173038"/>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37896" name="未知"/>
          <p:cNvSpPr/>
          <p:nvPr/>
        </p:nvSpPr>
        <p:spPr>
          <a:xfrm>
            <a:off x="4829175" y="1971675"/>
            <a:ext cx="2144713" cy="173038"/>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37897" name="矩形 37897"/>
          <p:cNvSpPr/>
          <p:nvPr/>
        </p:nvSpPr>
        <p:spPr>
          <a:xfrm>
            <a:off x="185738"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10.1.0.0</a:t>
            </a:r>
            <a:endParaRPr lang="en-US" altLang="zh-CN" sz="2000" b="1">
              <a:solidFill>
                <a:srgbClr val="000000"/>
              </a:solidFill>
              <a:latin typeface="Helvetica" pitchFamily="2" charset="0"/>
              <a:ea typeface="宋体" panose="02010600030101010101" pitchFamily="2" charset="-122"/>
            </a:endParaRPr>
          </a:p>
        </p:txBody>
      </p:sp>
      <p:sp>
        <p:nvSpPr>
          <p:cNvPr id="37898" name="矩形 37898"/>
          <p:cNvSpPr/>
          <p:nvPr/>
        </p:nvSpPr>
        <p:spPr>
          <a:xfrm>
            <a:off x="2800350" y="1579563"/>
            <a:ext cx="1243013"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10.2.0.0</a:t>
            </a:r>
            <a:endParaRPr lang="en-US" altLang="zh-CN" sz="2000" b="1">
              <a:solidFill>
                <a:srgbClr val="000000"/>
              </a:solidFill>
              <a:latin typeface="Helvetica" pitchFamily="2" charset="0"/>
              <a:ea typeface="宋体" panose="02010600030101010101" pitchFamily="2" charset="-122"/>
            </a:endParaRPr>
          </a:p>
        </p:txBody>
      </p:sp>
      <p:sp>
        <p:nvSpPr>
          <p:cNvPr id="37899" name="矩形 37899"/>
          <p:cNvSpPr/>
          <p:nvPr/>
        </p:nvSpPr>
        <p:spPr>
          <a:xfrm>
            <a:off x="5272088"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10.3.0.0</a:t>
            </a:r>
            <a:endParaRPr lang="en-US" altLang="zh-CN" sz="2000" b="1">
              <a:solidFill>
                <a:srgbClr val="000000"/>
              </a:solidFill>
              <a:latin typeface="Helvetica" pitchFamily="2" charset="0"/>
              <a:ea typeface="宋体" panose="02010600030101010101" pitchFamily="2" charset="-122"/>
            </a:endParaRPr>
          </a:p>
        </p:txBody>
      </p:sp>
      <p:sp>
        <p:nvSpPr>
          <p:cNvPr id="37900" name="矩形 37900"/>
          <p:cNvSpPr/>
          <p:nvPr/>
        </p:nvSpPr>
        <p:spPr>
          <a:xfrm>
            <a:off x="7815263" y="157956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10.4.0.0</a:t>
            </a:r>
            <a:endParaRPr lang="en-US" altLang="zh-CN" sz="2000" b="1">
              <a:solidFill>
                <a:srgbClr val="000000"/>
              </a:solidFill>
              <a:latin typeface="Helvetica" pitchFamily="2" charset="0"/>
              <a:ea typeface="宋体" panose="02010600030101010101" pitchFamily="2" charset="-122"/>
            </a:endParaRPr>
          </a:p>
        </p:txBody>
      </p:sp>
      <p:sp>
        <p:nvSpPr>
          <p:cNvPr id="37901" name="矩形 37901"/>
          <p:cNvSpPr/>
          <p:nvPr/>
        </p:nvSpPr>
        <p:spPr>
          <a:xfrm>
            <a:off x="811213" y="20970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37902" name="矩形 37902"/>
          <p:cNvSpPr/>
          <p:nvPr/>
        </p:nvSpPr>
        <p:spPr>
          <a:xfrm>
            <a:off x="2439988" y="20970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7903" name="矩形 37903"/>
          <p:cNvSpPr/>
          <p:nvPr/>
        </p:nvSpPr>
        <p:spPr>
          <a:xfrm>
            <a:off x="3497263"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7904" name="矩形 37904"/>
          <p:cNvSpPr/>
          <p:nvPr/>
        </p:nvSpPr>
        <p:spPr>
          <a:xfrm>
            <a:off x="5083175"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37905" name="矩形 37905"/>
          <p:cNvSpPr/>
          <p:nvPr/>
        </p:nvSpPr>
        <p:spPr>
          <a:xfrm>
            <a:off x="6134100"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7906" name="矩形 37906"/>
          <p:cNvSpPr/>
          <p:nvPr/>
        </p:nvSpPr>
        <p:spPr>
          <a:xfrm>
            <a:off x="7720013" y="216535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37908" name="矩形 37907"/>
          <p:cNvSpPr/>
          <p:nvPr/>
        </p:nvSpPr>
        <p:spPr>
          <a:xfrm>
            <a:off x="8129588" y="1793875"/>
            <a:ext cx="514350" cy="500063"/>
          </a:xfrm>
          <a:prstGeom prst="rect">
            <a:avLst/>
          </a:prstGeom>
          <a:noFill/>
          <a:ln w="9525">
            <a:noFill/>
          </a:ln>
        </p:spPr>
        <p:txBody>
          <a:bodyPr wrap="none" lIns="21431" tIns="30362" rIns="21431" bIns="30362"/>
          <a:p>
            <a:pPr defTabSz="1028700" eaLnBrk="0" fontAlgn="base" hangingPunct="0">
              <a:lnSpc>
                <a:spcPts val="4840"/>
              </a:lnSpc>
              <a:tabLst>
                <a:tab pos="514350" algn="l"/>
                <a:tab pos="1028700" algn="l"/>
                <a:tab pos="1543050" algn="l"/>
              </a:tabLst>
            </a:pPr>
            <a:r>
              <a:rPr lang="en-US" altLang="zh-CN" sz="4100" b="1" strike="noStrike" noProof="1">
                <a:solidFill>
                  <a:schemeClr val="accent2"/>
                </a:solidFill>
                <a:effectLst>
                  <a:outerShdw blurRad="38100" dist="38100" dir="2700000">
                    <a:srgbClr val="C0C0C0"/>
                  </a:outerShdw>
                </a:effectLst>
                <a:latin typeface="Helvetica" pitchFamily="2" charset="0"/>
                <a:ea typeface="宋体" panose="02010600030101010101" pitchFamily="2" charset="-122"/>
                <a:cs typeface="+mn-cs"/>
              </a:rPr>
              <a:t>X</a:t>
            </a:r>
            <a:endParaRPr lang="en-US" altLang="zh-CN" sz="4100" b="1" strike="noStrike" noProof="1">
              <a:solidFill>
                <a:schemeClr val="accent2"/>
              </a:solidFill>
              <a:effectLst>
                <a:outerShdw blurRad="38100" dist="38100" dir="2700000">
                  <a:srgbClr val="C0C0C0"/>
                </a:outerShdw>
              </a:effectLst>
              <a:latin typeface="Helvetica" pitchFamily="2" charset="0"/>
            </a:endParaRPr>
          </a:p>
        </p:txBody>
      </p:sp>
      <p:sp>
        <p:nvSpPr>
          <p:cNvPr id="2" name="直接连接符 37908"/>
          <p:cNvSpPr/>
          <p:nvPr/>
        </p:nvSpPr>
        <p:spPr>
          <a:xfrm>
            <a:off x="2600325" y="2514600"/>
            <a:ext cx="857250" cy="0"/>
          </a:xfrm>
          <a:prstGeom prst="line">
            <a:avLst/>
          </a:prstGeom>
          <a:ln w="50800" cap="flat" cmpd="sng">
            <a:solidFill>
              <a:srgbClr val="7D00E4"/>
            </a:solidFill>
            <a:prstDash val="solid"/>
            <a:round/>
            <a:headEnd type="none" w="med" len="med"/>
            <a:tailEnd type="triangle" w="med" len="med"/>
          </a:ln>
        </p:spPr>
      </p:sp>
      <p:sp>
        <p:nvSpPr>
          <p:cNvPr id="37909" name="直接连接符 37909"/>
          <p:cNvSpPr/>
          <p:nvPr/>
        </p:nvSpPr>
        <p:spPr>
          <a:xfrm>
            <a:off x="5429250" y="2514600"/>
            <a:ext cx="857250" cy="0"/>
          </a:xfrm>
          <a:prstGeom prst="line">
            <a:avLst/>
          </a:prstGeom>
          <a:ln w="50800" cap="flat" cmpd="sng">
            <a:solidFill>
              <a:srgbClr val="7D00E4"/>
            </a:solidFill>
            <a:prstDash val="solid"/>
            <a:round/>
            <a:headEnd type="none" w="med" len="med"/>
            <a:tailEnd type="triangle" w="med" len="med"/>
          </a:ln>
        </p:spPr>
      </p:sp>
      <p:sp>
        <p:nvSpPr>
          <p:cNvPr id="37911" name="矩形 37910"/>
          <p:cNvSpPr/>
          <p:nvPr/>
        </p:nvSpPr>
        <p:spPr>
          <a:xfrm>
            <a:off x="5600700" y="2236788"/>
            <a:ext cx="514350" cy="500063"/>
          </a:xfrm>
          <a:prstGeom prst="rect">
            <a:avLst/>
          </a:prstGeom>
          <a:noFill/>
          <a:ln w="9525">
            <a:noFill/>
          </a:ln>
        </p:spPr>
        <p:txBody>
          <a:bodyPr wrap="none" lIns="21431" tIns="30362" rIns="21431" bIns="30362"/>
          <a:p>
            <a:pPr defTabSz="1028700" eaLnBrk="0" fontAlgn="base" hangingPunct="0">
              <a:lnSpc>
                <a:spcPts val="4840"/>
              </a:lnSpc>
              <a:tabLst>
                <a:tab pos="514350" algn="l"/>
                <a:tab pos="1028700" algn="l"/>
                <a:tab pos="1543050" algn="l"/>
              </a:tabLst>
            </a:pPr>
            <a:r>
              <a:rPr lang="en-US" altLang="zh-CN" sz="4100" b="1" strike="noStrike" noProof="1">
                <a:solidFill>
                  <a:schemeClr val="accent2"/>
                </a:solidFill>
                <a:effectLst>
                  <a:outerShdw blurRad="38100" dist="38100" dir="2700000">
                    <a:srgbClr val="C0C0C0"/>
                  </a:outerShdw>
                </a:effectLst>
                <a:latin typeface="Helvetica" pitchFamily="2" charset="0"/>
                <a:ea typeface="宋体" panose="02010600030101010101" pitchFamily="2" charset="-122"/>
                <a:cs typeface="+mn-cs"/>
              </a:rPr>
              <a:t>X</a:t>
            </a:r>
            <a:endParaRPr lang="en-US" altLang="zh-CN" sz="4100" b="1" strike="noStrike" noProof="1">
              <a:solidFill>
                <a:schemeClr val="accent2"/>
              </a:solidFill>
              <a:effectLst>
                <a:outerShdw blurRad="38100" dist="38100" dir="2700000">
                  <a:srgbClr val="C0C0C0"/>
                </a:outerShdw>
              </a:effectLst>
              <a:latin typeface="Helvetica" pitchFamily="2" charset="0"/>
            </a:endParaRPr>
          </a:p>
        </p:txBody>
      </p:sp>
      <p:sp>
        <p:nvSpPr>
          <p:cNvPr id="37912" name="矩形 37911"/>
          <p:cNvSpPr/>
          <p:nvPr/>
        </p:nvSpPr>
        <p:spPr>
          <a:xfrm>
            <a:off x="2786063" y="2236788"/>
            <a:ext cx="514350" cy="500063"/>
          </a:xfrm>
          <a:prstGeom prst="rect">
            <a:avLst/>
          </a:prstGeom>
          <a:noFill/>
          <a:ln w="9525">
            <a:noFill/>
          </a:ln>
        </p:spPr>
        <p:txBody>
          <a:bodyPr wrap="none" lIns="21431" tIns="30362" rIns="21431" bIns="30362"/>
          <a:p>
            <a:pPr defTabSz="1028700" eaLnBrk="0" fontAlgn="base" hangingPunct="0">
              <a:lnSpc>
                <a:spcPts val="4840"/>
              </a:lnSpc>
              <a:tabLst>
                <a:tab pos="514350" algn="l"/>
                <a:tab pos="1028700" algn="l"/>
                <a:tab pos="1543050" algn="l"/>
              </a:tabLst>
            </a:pPr>
            <a:r>
              <a:rPr lang="en-US" altLang="zh-CN" sz="4100" b="1" strike="noStrike" noProof="1">
                <a:solidFill>
                  <a:schemeClr val="accent2"/>
                </a:solidFill>
                <a:effectLst>
                  <a:outerShdw blurRad="38100" dist="38100" dir="2700000">
                    <a:srgbClr val="C0C0C0"/>
                  </a:outerShdw>
                </a:effectLst>
                <a:latin typeface="Helvetica" pitchFamily="2" charset="0"/>
                <a:ea typeface="宋体" panose="02010600030101010101" pitchFamily="2" charset="-122"/>
                <a:cs typeface="+mn-cs"/>
              </a:rPr>
              <a:t>X</a:t>
            </a:r>
            <a:endParaRPr lang="en-US" altLang="zh-CN" sz="4100" b="1" strike="noStrike" noProof="1">
              <a:solidFill>
                <a:schemeClr val="accent2"/>
              </a:solidFill>
              <a:effectLst>
                <a:outerShdw blurRad="38100" dist="38100" dir="2700000">
                  <a:srgbClr val="C0C0C0"/>
                </a:outerShdw>
              </a:effectLst>
              <a:latin typeface="Helvetica" pitchFamily="2" charset="0"/>
            </a:endParaRPr>
          </a:p>
        </p:txBody>
      </p:sp>
      <p:grpSp>
        <p:nvGrpSpPr>
          <p:cNvPr id="3" name="组合 37912"/>
          <p:cNvGrpSpPr/>
          <p:nvPr/>
        </p:nvGrpSpPr>
        <p:grpSpPr>
          <a:xfrm>
            <a:off x="363538" y="3171825"/>
            <a:ext cx="7716837" cy="1739900"/>
            <a:chOff x="0" y="0"/>
            <a:chExt cx="4861" cy="1096"/>
          </a:xfrm>
        </p:grpSpPr>
        <p:sp>
          <p:nvSpPr>
            <p:cNvPr id="37913" name="矩形 37913"/>
            <p:cNvSpPr/>
            <p:nvPr/>
          </p:nvSpPr>
          <p:spPr>
            <a:xfrm>
              <a:off x="3619" y="9"/>
              <a:ext cx="1242"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37914" name="矩形 37914"/>
            <p:cNvSpPr/>
            <p:nvPr/>
          </p:nvSpPr>
          <p:spPr>
            <a:xfrm>
              <a:off x="3619" y="221"/>
              <a:ext cx="495"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15" name="矩形 37915"/>
            <p:cNvSpPr/>
            <p:nvPr/>
          </p:nvSpPr>
          <p:spPr>
            <a:xfrm>
              <a:off x="4114" y="221"/>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16" name="矩形 37916"/>
            <p:cNvSpPr/>
            <p:nvPr/>
          </p:nvSpPr>
          <p:spPr>
            <a:xfrm>
              <a:off x="3344" y="215"/>
              <a:ext cx="59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37917" name="矩形 37917"/>
            <p:cNvSpPr/>
            <p:nvPr/>
          </p:nvSpPr>
          <p:spPr>
            <a:xfrm>
              <a:off x="3619" y="437"/>
              <a:ext cx="48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18" name="矩形 37918"/>
            <p:cNvSpPr/>
            <p:nvPr/>
          </p:nvSpPr>
          <p:spPr>
            <a:xfrm>
              <a:off x="3622" y="653"/>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19" name="矩形 37919"/>
            <p:cNvSpPr/>
            <p:nvPr/>
          </p:nvSpPr>
          <p:spPr>
            <a:xfrm>
              <a:off x="3622" y="869"/>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20" name="矩形 37920"/>
            <p:cNvSpPr/>
            <p:nvPr/>
          </p:nvSpPr>
          <p:spPr>
            <a:xfrm>
              <a:off x="4114" y="437"/>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21" name="矩形 37921"/>
            <p:cNvSpPr/>
            <p:nvPr/>
          </p:nvSpPr>
          <p:spPr>
            <a:xfrm>
              <a:off x="4114" y="653"/>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22" name="矩形 37922"/>
            <p:cNvSpPr/>
            <p:nvPr/>
          </p:nvSpPr>
          <p:spPr>
            <a:xfrm>
              <a:off x="4114" y="869"/>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23" name="矩形 37923"/>
            <p:cNvSpPr/>
            <p:nvPr/>
          </p:nvSpPr>
          <p:spPr>
            <a:xfrm>
              <a:off x="4092" y="232"/>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7924" name="矩形 37924"/>
            <p:cNvSpPr/>
            <p:nvPr/>
          </p:nvSpPr>
          <p:spPr>
            <a:xfrm>
              <a:off x="4092" y="439"/>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sp>
          <p:nvSpPr>
            <p:cNvPr id="37925" name="矩形 37925"/>
            <p:cNvSpPr/>
            <p:nvPr/>
          </p:nvSpPr>
          <p:spPr>
            <a:xfrm>
              <a:off x="4092" y="655"/>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7926" name="矩形 37926"/>
            <p:cNvSpPr/>
            <p:nvPr/>
          </p:nvSpPr>
          <p:spPr>
            <a:xfrm>
              <a:off x="4092" y="871"/>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sp>
          <p:nvSpPr>
            <p:cNvPr id="37927" name="矩形 37927"/>
            <p:cNvSpPr/>
            <p:nvPr/>
          </p:nvSpPr>
          <p:spPr>
            <a:xfrm>
              <a:off x="4492" y="221"/>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28" name="矩形 37928"/>
            <p:cNvSpPr/>
            <p:nvPr/>
          </p:nvSpPr>
          <p:spPr>
            <a:xfrm>
              <a:off x="4492" y="437"/>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29" name="矩形 37929"/>
            <p:cNvSpPr/>
            <p:nvPr/>
          </p:nvSpPr>
          <p:spPr>
            <a:xfrm>
              <a:off x="4492" y="653"/>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37930" name="矩形 37930"/>
            <p:cNvSpPr/>
            <p:nvPr/>
          </p:nvSpPr>
          <p:spPr>
            <a:xfrm>
              <a:off x="4492" y="869"/>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2</a:t>
              </a:r>
              <a:endParaRPr lang="en-US" altLang="zh-CN" sz="1600" b="1">
                <a:solidFill>
                  <a:schemeClr val="tx2"/>
                </a:solidFill>
                <a:latin typeface="Helvetica" pitchFamily="2" charset="0"/>
                <a:ea typeface="宋体" panose="02010600030101010101" pitchFamily="2" charset="-122"/>
              </a:endParaRPr>
            </a:p>
          </p:txBody>
        </p:sp>
        <p:sp>
          <p:nvSpPr>
            <p:cNvPr id="37931" name="矩形 37931"/>
            <p:cNvSpPr/>
            <p:nvPr/>
          </p:nvSpPr>
          <p:spPr>
            <a:xfrm>
              <a:off x="3339" y="869"/>
              <a:ext cx="58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10.1.0.0</a:t>
              </a:r>
              <a:endParaRPr lang="en-US" altLang="zh-CN" sz="1600" b="1">
                <a:solidFill>
                  <a:schemeClr val="tx2"/>
                </a:solidFill>
                <a:latin typeface="Helvetica" pitchFamily="2" charset="0"/>
                <a:ea typeface="宋体" panose="02010600030101010101" pitchFamily="2" charset="-122"/>
              </a:endParaRPr>
            </a:p>
          </p:txBody>
        </p:sp>
        <p:sp>
          <p:nvSpPr>
            <p:cNvPr id="37932" name="矩形 37932"/>
            <p:cNvSpPr/>
            <p:nvPr/>
          </p:nvSpPr>
          <p:spPr>
            <a:xfrm>
              <a:off x="3339" y="653"/>
              <a:ext cx="58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37933" name="矩形 37933"/>
            <p:cNvSpPr/>
            <p:nvPr/>
          </p:nvSpPr>
          <p:spPr>
            <a:xfrm>
              <a:off x="3344" y="431"/>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10.4.0.0</a:t>
              </a:r>
              <a:endParaRPr lang="en-US" altLang="zh-CN" sz="1600" b="1">
                <a:solidFill>
                  <a:schemeClr val="tx2"/>
                </a:solidFill>
                <a:latin typeface="Helvetica" pitchFamily="2" charset="0"/>
                <a:ea typeface="宋体" panose="02010600030101010101" pitchFamily="2" charset="-122"/>
              </a:endParaRPr>
            </a:p>
          </p:txBody>
        </p:sp>
        <p:sp>
          <p:nvSpPr>
            <p:cNvPr id="37934" name="矩形 37934"/>
            <p:cNvSpPr/>
            <p:nvPr/>
          </p:nvSpPr>
          <p:spPr>
            <a:xfrm>
              <a:off x="4571" y="226"/>
              <a:ext cx="200"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7935" name="矩形 37935"/>
            <p:cNvSpPr/>
            <p:nvPr/>
          </p:nvSpPr>
          <p:spPr>
            <a:xfrm>
              <a:off x="4552" y="435"/>
              <a:ext cx="200" cy="228"/>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0</a:t>
              </a:r>
              <a:endParaRPr lang="en-US" altLang="zh-CN" sz="1600" b="1">
                <a:solidFill>
                  <a:schemeClr val="tx2"/>
                </a:solidFill>
                <a:latin typeface="Helvetica" pitchFamily="2" charset="0"/>
                <a:ea typeface="宋体" panose="02010600030101010101" pitchFamily="2" charset="-122"/>
              </a:endParaRPr>
            </a:p>
          </p:txBody>
        </p:sp>
        <p:sp>
          <p:nvSpPr>
            <p:cNvPr id="37936" name="矩形 37936"/>
            <p:cNvSpPr/>
            <p:nvPr/>
          </p:nvSpPr>
          <p:spPr>
            <a:xfrm>
              <a:off x="279" y="0"/>
              <a:ext cx="124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37937" name="矩形 37937"/>
            <p:cNvSpPr/>
            <p:nvPr/>
          </p:nvSpPr>
          <p:spPr>
            <a:xfrm>
              <a:off x="279" y="212"/>
              <a:ext cx="49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38" name="矩形 37938"/>
            <p:cNvSpPr/>
            <p:nvPr/>
          </p:nvSpPr>
          <p:spPr>
            <a:xfrm>
              <a:off x="775" y="21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39" name="矩形 37939"/>
            <p:cNvSpPr/>
            <p:nvPr/>
          </p:nvSpPr>
          <p:spPr>
            <a:xfrm>
              <a:off x="279" y="428"/>
              <a:ext cx="487"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40" name="矩形 37940"/>
            <p:cNvSpPr/>
            <p:nvPr/>
          </p:nvSpPr>
          <p:spPr>
            <a:xfrm>
              <a:off x="283" y="644"/>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41" name="矩形 37941"/>
            <p:cNvSpPr/>
            <p:nvPr/>
          </p:nvSpPr>
          <p:spPr>
            <a:xfrm>
              <a:off x="283" y="860"/>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42" name="矩形 37942"/>
            <p:cNvSpPr/>
            <p:nvPr/>
          </p:nvSpPr>
          <p:spPr>
            <a:xfrm>
              <a:off x="775" y="42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43" name="矩形 37943"/>
            <p:cNvSpPr/>
            <p:nvPr/>
          </p:nvSpPr>
          <p:spPr>
            <a:xfrm>
              <a:off x="775" y="64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44" name="矩形 37944"/>
            <p:cNvSpPr/>
            <p:nvPr/>
          </p:nvSpPr>
          <p:spPr>
            <a:xfrm>
              <a:off x="775" y="860"/>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45" name="矩形 37945"/>
            <p:cNvSpPr/>
            <p:nvPr/>
          </p:nvSpPr>
          <p:spPr>
            <a:xfrm>
              <a:off x="753" y="223"/>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37946" name="矩形 37946"/>
            <p:cNvSpPr/>
            <p:nvPr/>
          </p:nvSpPr>
          <p:spPr>
            <a:xfrm>
              <a:off x="753" y="430"/>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7947" name="矩形 37947"/>
            <p:cNvSpPr/>
            <p:nvPr/>
          </p:nvSpPr>
          <p:spPr>
            <a:xfrm>
              <a:off x="753" y="646"/>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7948" name="矩形 37948"/>
            <p:cNvSpPr/>
            <p:nvPr/>
          </p:nvSpPr>
          <p:spPr>
            <a:xfrm>
              <a:off x="753" y="862"/>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sp>
          <p:nvSpPr>
            <p:cNvPr id="37949" name="矩形 37949"/>
            <p:cNvSpPr/>
            <p:nvPr/>
          </p:nvSpPr>
          <p:spPr>
            <a:xfrm>
              <a:off x="1153" y="21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50" name="矩形 37950"/>
            <p:cNvSpPr/>
            <p:nvPr/>
          </p:nvSpPr>
          <p:spPr>
            <a:xfrm>
              <a:off x="1153" y="42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51" name="矩形 37951"/>
            <p:cNvSpPr/>
            <p:nvPr/>
          </p:nvSpPr>
          <p:spPr>
            <a:xfrm>
              <a:off x="1153" y="64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37952" name="矩形 37952"/>
            <p:cNvSpPr/>
            <p:nvPr/>
          </p:nvSpPr>
          <p:spPr>
            <a:xfrm>
              <a:off x="1153" y="860"/>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2</a:t>
              </a:r>
              <a:endParaRPr lang="en-US" altLang="zh-CN" sz="1600" b="1">
                <a:latin typeface="Helvetica" pitchFamily="2" charset="0"/>
                <a:ea typeface="宋体" panose="02010600030101010101" pitchFamily="2" charset="-122"/>
              </a:endParaRPr>
            </a:p>
          </p:txBody>
        </p:sp>
        <p:grpSp>
          <p:nvGrpSpPr>
            <p:cNvPr id="37953" name="组合 37953"/>
            <p:cNvGrpSpPr/>
            <p:nvPr/>
          </p:nvGrpSpPr>
          <p:grpSpPr>
            <a:xfrm>
              <a:off x="0" y="206"/>
              <a:ext cx="602" cy="881"/>
              <a:chOff x="0" y="0"/>
              <a:chExt cx="602" cy="881"/>
            </a:xfrm>
          </p:grpSpPr>
          <p:sp>
            <p:nvSpPr>
              <p:cNvPr id="37954" name="矩形 37954"/>
              <p:cNvSpPr/>
              <p:nvPr/>
            </p:nvSpPr>
            <p:spPr>
              <a:xfrm>
                <a:off x="5" y="0"/>
                <a:ext cx="59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10.1.0.0</a:t>
                </a:r>
                <a:endParaRPr lang="en-US" altLang="zh-CN" sz="1600" b="1">
                  <a:latin typeface="Helvetica" pitchFamily="2" charset="0"/>
                  <a:ea typeface="宋体" panose="02010600030101010101" pitchFamily="2" charset="-122"/>
                </a:endParaRPr>
              </a:p>
            </p:txBody>
          </p:sp>
          <p:sp>
            <p:nvSpPr>
              <p:cNvPr id="37955" name="矩形 37955"/>
              <p:cNvSpPr/>
              <p:nvPr/>
            </p:nvSpPr>
            <p:spPr>
              <a:xfrm>
                <a:off x="0" y="654"/>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10.4.0.0</a:t>
                </a:r>
                <a:endParaRPr lang="en-US" altLang="zh-CN" sz="1600" b="1">
                  <a:latin typeface="Helvetica" pitchFamily="2" charset="0"/>
                  <a:ea typeface="宋体" panose="02010600030101010101" pitchFamily="2" charset="-122"/>
                </a:endParaRPr>
              </a:p>
            </p:txBody>
          </p:sp>
          <p:sp>
            <p:nvSpPr>
              <p:cNvPr id="37956" name="矩形 37956"/>
              <p:cNvSpPr/>
              <p:nvPr/>
            </p:nvSpPr>
            <p:spPr>
              <a:xfrm>
                <a:off x="0" y="438"/>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37957" name="矩形 37957"/>
              <p:cNvSpPr/>
              <p:nvPr/>
            </p:nvSpPr>
            <p:spPr>
              <a:xfrm>
                <a:off x="5" y="216"/>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grpSp>
        <p:sp>
          <p:nvSpPr>
            <p:cNvPr id="37958" name="矩形 37958"/>
            <p:cNvSpPr/>
            <p:nvPr/>
          </p:nvSpPr>
          <p:spPr>
            <a:xfrm>
              <a:off x="1232" y="217"/>
              <a:ext cx="200"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7959" name="矩形 37959"/>
            <p:cNvSpPr/>
            <p:nvPr/>
          </p:nvSpPr>
          <p:spPr>
            <a:xfrm>
              <a:off x="1235" y="433"/>
              <a:ext cx="200" cy="228"/>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7960" name="矩形 37960"/>
            <p:cNvSpPr/>
            <p:nvPr/>
          </p:nvSpPr>
          <p:spPr>
            <a:xfrm>
              <a:off x="1953" y="5"/>
              <a:ext cx="124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37961" name="矩形 37961"/>
            <p:cNvSpPr/>
            <p:nvPr/>
          </p:nvSpPr>
          <p:spPr>
            <a:xfrm>
              <a:off x="1953" y="216"/>
              <a:ext cx="49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62" name="矩形 37962"/>
            <p:cNvSpPr/>
            <p:nvPr/>
          </p:nvSpPr>
          <p:spPr>
            <a:xfrm>
              <a:off x="2449" y="216"/>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63" name="矩形 37963"/>
            <p:cNvSpPr/>
            <p:nvPr/>
          </p:nvSpPr>
          <p:spPr>
            <a:xfrm>
              <a:off x="1953" y="432"/>
              <a:ext cx="487"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64" name="矩形 37964"/>
            <p:cNvSpPr/>
            <p:nvPr/>
          </p:nvSpPr>
          <p:spPr>
            <a:xfrm>
              <a:off x="1957" y="648"/>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65" name="矩形 37965"/>
            <p:cNvSpPr/>
            <p:nvPr/>
          </p:nvSpPr>
          <p:spPr>
            <a:xfrm>
              <a:off x="1957" y="864"/>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66" name="矩形 37966"/>
            <p:cNvSpPr/>
            <p:nvPr/>
          </p:nvSpPr>
          <p:spPr>
            <a:xfrm>
              <a:off x="2449" y="433"/>
              <a:ext cx="369" cy="206"/>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67" name="矩形 37967"/>
            <p:cNvSpPr/>
            <p:nvPr/>
          </p:nvSpPr>
          <p:spPr>
            <a:xfrm>
              <a:off x="2449" y="64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68" name="矩形 37968"/>
            <p:cNvSpPr/>
            <p:nvPr/>
          </p:nvSpPr>
          <p:spPr>
            <a:xfrm>
              <a:off x="2449" y="86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69" name="矩形 37969"/>
            <p:cNvSpPr/>
            <p:nvPr/>
          </p:nvSpPr>
          <p:spPr>
            <a:xfrm>
              <a:off x="2415" y="228"/>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7970" name="矩形 37970"/>
            <p:cNvSpPr/>
            <p:nvPr/>
          </p:nvSpPr>
          <p:spPr>
            <a:xfrm>
              <a:off x="2415" y="435"/>
              <a:ext cx="285" cy="216"/>
            </a:xfrm>
            <a:prstGeom prst="rect">
              <a:avLst/>
            </a:prstGeom>
            <a:noFill/>
            <a:ln w="9525">
              <a:noFill/>
            </a:ln>
          </p:spPr>
          <p:txBody>
            <a:bodyPr wrap="none" lIns="9101015" tIns="4550613" rIns="9101015" bIns="4550613" anchor="ct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37971" name="矩形 37971"/>
            <p:cNvSpPr/>
            <p:nvPr/>
          </p:nvSpPr>
          <p:spPr>
            <a:xfrm>
              <a:off x="2415" y="651"/>
              <a:ext cx="285" cy="215"/>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S1</a:t>
              </a:r>
              <a:endParaRPr lang="en-US" altLang="zh-CN" sz="1600" b="1">
                <a:solidFill>
                  <a:schemeClr val="tx2"/>
                </a:solidFill>
                <a:latin typeface="Helvetica" pitchFamily="2" charset="0"/>
                <a:ea typeface="宋体" panose="02010600030101010101" pitchFamily="2" charset="-122"/>
              </a:endParaRPr>
            </a:p>
          </p:txBody>
        </p:sp>
        <p:sp>
          <p:nvSpPr>
            <p:cNvPr id="37972" name="矩形 37972"/>
            <p:cNvSpPr/>
            <p:nvPr/>
          </p:nvSpPr>
          <p:spPr>
            <a:xfrm>
              <a:off x="2415" y="866"/>
              <a:ext cx="285" cy="216"/>
            </a:xfrm>
            <a:prstGeom prst="rect">
              <a:avLst/>
            </a:prstGeom>
            <a:noFill/>
            <a:ln w="9525">
              <a:noFill/>
            </a:ln>
          </p:spPr>
          <p:txBody>
            <a:bodyPr wrap="none" lIns="9101015" tIns="4550613" rIns="9101015" bIns="4550613" anchor="ctr"/>
            <a:p>
              <a:pPr defTabSz="1028700" eaLnBrk="0" hangingPunct="0"/>
              <a:r>
                <a:rPr lang="en-US" altLang="zh-CN" sz="1600" b="1">
                  <a:solidFill>
                    <a:schemeClr val="tx2"/>
                  </a:solidFill>
                  <a:latin typeface="Helvetica" pitchFamily="2" charset="0"/>
                  <a:ea typeface="宋体" panose="02010600030101010101" pitchFamily="2" charset="-122"/>
                </a:rPr>
                <a:t>E1</a:t>
              </a:r>
              <a:endParaRPr lang="en-US" altLang="zh-CN" sz="1600" b="1">
                <a:solidFill>
                  <a:schemeClr val="tx2"/>
                </a:solidFill>
                <a:latin typeface="Helvetica" pitchFamily="2" charset="0"/>
                <a:ea typeface="宋体" panose="02010600030101010101" pitchFamily="2" charset="-122"/>
              </a:endParaRPr>
            </a:p>
          </p:txBody>
        </p:sp>
        <p:sp>
          <p:nvSpPr>
            <p:cNvPr id="37973" name="矩形 37973"/>
            <p:cNvSpPr/>
            <p:nvPr/>
          </p:nvSpPr>
          <p:spPr>
            <a:xfrm>
              <a:off x="2827" y="216"/>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74" name="矩形 37974"/>
            <p:cNvSpPr/>
            <p:nvPr/>
          </p:nvSpPr>
          <p:spPr>
            <a:xfrm>
              <a:off x="2827" y="43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7975" name="矩形 37975"/>
            <p:cNvSpPr/>
            <p:nvPr/>
          </p:nvSpPr>
          <p:spPr>
            <a:xfrm>
              <a:off x="2827" y="64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1</a:t>
              </a:r>
              <a:endParaRPr lang="en-US" altLang="zh-CN" sz="1600" b="1">
                <a:latin typeface="Helvetica" pitchFamily="2" charset="0"/>
                <a:ea typeface="宋体" panose="02010600030101010101" pitchFamily="2" charset="-122"/>
              </a:endParaRPr>
            </a:p>
          </p:txBody>
        </p:sp>
        <p:sp>
          <p:nvSpPr>
            <p:cNvPr id="37976" name="矩形 37976"/>
            <p:cNvSpPr/>
            <p:nvPr/>
          </p:nvSpPr>
          <p:spPr>
            <a:xfrm>
              <a:off x="2827" y="86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9101015" tIns="4550613" rIns="9101015" bIns="455061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2</a:t>
              </a:r>
              <a:endParaRPr lang="en-US" altLang="zh-CN" sz="1600" b="1">
                <a:solidFill>
                  <a:schemeClr val="tx2"/>
                </a:solidFill>
                <a:latin typeface="Helvetica" pitchFamily="2" charset="0"/>
                <a:ea typeface="宋体" panose="02010600030101010101" pitchFamily="2" charset="-122"/>
              </a:endParaRPr>
            </a:p>
          </p:txBody>
        </p:sp>
        <p:grpSp>
          <p:nvGrpSpPr>
            <p:cNvPr id="37977" name="组合 37977"/>
            <p:cNvGrpSpPr/>
            <p:nvPr/>
          </p:nvGrpSpPr>
          <p:grpSpPr>
            <a:xfrm>
              <a:off x="1674" y="211"/>
              <a:ext cx="602" cy="880"/>
              <a:chOff x="0" y="0"/>
              <a:chExt cx="602" cy="880"/>
            </a:xfrm>
          </p:grpSpPr>
          <p:sp>
            <p:nvSpPr>
              <p:cNvPr id="37978" name="矩形 37978"/>
              <p:cNvSpPr/>
              <p:nvPr/>
            </p:nvSpPr>
            <p:spPr>
              <a:xfrm>
                <a:off x="5" y="0"/>
                <a:ext cx="597"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37979" name="矩形 37979"/>
              <p:cNvSpPr/>
              <p:nvPr/>
            </p:nvSpPr>
            <p:spPr>
              <a:xfrm>
                <a:off x="0" y="653"/>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10.1.0.0</a:t>
                </a:r>
                <a:endParaRPr lang="en-US" altLang="zh-CN" sz="1600" b="1">
                  <a:solidFill>
                    <a:schemeClr val="tx2"/>
                  </a:solidFill>
                  <a:latin typeface="Helvetica" pitchFamily="2" charset="0"/>
                  <a:ea typeface="宋体" panose="02010600030101010101" pitchFamily="2" charset="-122"/>
                </a:endParaRPr>
              </a:p>
            </p:txBody>
          </p:sp>
          <p:sp>
            <p:nvSpPr>
              <p:cNvPr id="37980" name="矩形 37980"/>
              <p:cNvSpPr/>
              <p:nvPr/>
            </p:nvSpPr>
            <p:spPr>
              <a:xfrm>
                <a:off x="0" y="437"/>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solidFill>
                      <a:schemeClr val="bg2"/>
                    </a:solidFill>
                    <a:latin typeface="Helvetica" pitchFamily="2" charset="0"/>
                    <a:ea typeface="宋体" panose="02010600030101010101" pitchFamily="2" charset="-122"/>
                  </a:rPr>
                  <a:t>10.4.0.0</a:t>
                </a:r>
                <a:endParaRPr lang="en-US" altLang="zh-CN" sz="1600" b="1">
                  <a:solidFill>
                    <a:schemeClr val="bg2"/>
                  </a:solidFill>
                  <a:latin typeface="Helvetica" pitchFamily="2" charset="0"/>
                  <a:ea typeface="宋体" panose="02010600030101010101" pitchFamily="2" charset="-122"/>
                </a:endParaRPr>
              </a:p>
            </p:txBody>
          </p:sp>
          <p:sp>
            <p:nvSpPr>
              <p:cNvPr id="37981" name="矩形 37981"/>
              <p:cNvSpPr/>
              <p:nvPr/>
            </p:nvSpPr>
            <p:spPr>
              <a:xfrm>
                <a:off x="5" y="216"/>
                <a:ext cx="586"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grpSp>
        <p:sp>
          <p:nvSpPr>
            <p:cNvPr id="37982" name="矩形 37982"/>
            <p:cNvSpPr/>
            <p:nvPr/>
          </p:nvSpPr>
          <p:spPr>
            <a:xfrm>
              <a:off x="2906" y="222"/>
              <a:ext cx="200"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7983" name="矩形 37983"/>
            <p:cNvSpPr/>
            <p:nvPr/>
          </p:nvSpPr>
          <p:spPr>
            <a:xfrm>
              <a:off x="2909" y="438"/>
              <a:ext cx="200" cy="227"/>
            </a:xfrm>
            <a:prstGeom prst="rect">
              <a:avLst/>
            </a:prstGeom>
            <a:noFill/>
            <a:ln w="9525">
              <a:noFill/>
            </a:ln>
          </p:spPr>
          <p:txBody>
            <a:bodyPr wrap="none" lIns="9101015" tIns="4550613" rIns="9101015" bIns="4550613"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grpSp>
      <p:sp>
        <p:nvSpPr>
          <p:cNvPr id="37984" name="标题 37984"/>
          <p:cNvSpPr>
            <a:spLocks noGrp="1"/>
          </p:cNvSpPr>
          <p:nvPr>
            <p:ph type="title"/>
          </p:nvPr>
        </p:nvSpPr>
        <p:spPr/>
        <p:txBody>
          <a:bodyPr anchor="b"/>
          <a:p>
            <a:r>
              <a:rPr lang="zh-CN" altLang="en-US"/>
              <a:t>解决办法：</a:t>
            </a:r>
            <a:br>
              <a:rPr lang="zh-CN" altLang="en-US"/>
            </a:br>
            <a:r>
              <a:rPr lang="zh-CN" altLang="en-US"/>
              <a:t>水平分割（</a:t>
            </a:r>
            <a:r>
              <a:rPr lang="en-US" altLang="zh-CN"/>
              <a:t>Split Horizon</a:t>
            </a:r>
            <a:r>
              <a:rPr lang="zh-CN" altLang="en-US"/>
              <a:t>）</a:t>
            </a:r>
            <a:endParaRPr lang="zh-CN" altLang="en-US"/>
          </a:p>
        </p:txBody>
      </p:sp>
      <p:sp>
        <p:nvSpPr>
          <p:cNvPr id="37985" name="文本占位符 37985"/>
          <p:cNvSpPr>
            <a:spLocks noGrp="1"/>
          </p:cNvSpPr>
          <p:nvPr>
            <p:ph idx="1"/>
          </p:nvPr>
        </p:nvSpPr>
        <p:spPr>
          <a:xfrm>
            <a:off x="900113" y="5253038"/>
            <a:ext cx="7704137" cy="701675"/>
          </a:xfrm>
        </p:spPr>
        <p:txBody>
          <a:bodyPr anchor="t"/>
          <a:p>
            <a:r>
              <a:rPr lang="zh-CN" altLang="en-US"/>
              <a:t>路由器将不再通过它得知路由的接口去宣告路由。 </a:t>
            </a:r>
            <a:endParaRPr lang="zh-CN" altLang="en-US"/>
          </a:p>
          <a:p>
            <a:endParaRPr lang="zh-CN" altLang="en-US"/>
          </a:p>
        </p:txBody>
      </p:sp>
      <p:pic>
        <p:nvPicPr>
          <p:cNvPr id="37986" name="图片 37986" descr="GER---"/>
          <p:cNvPicPr>
            <a:picLocks noChangeAspect="1"/>
          </p:cNvPicPr>
          <p:nvPr/>
        </p:nvPicPr>
        <p:blipFill>
          <a:blip r:embed="rId1"/>
          <a:stretch>
            <a:fillRect/>
          </a:stretch>
        </p:blipFill>
        <p:spPr>
          <a:xfrm>
            <a:off x="1303338" y="1628775"/>
            <a:ext cx="1108075" cy="738188"/>
          </a:xfrm>
          <a:prstGeom prst="rect">
            <a:avLst/>
          </a:prstGeom>
          <a:noFill/>
          <a:ln w="9525">
            <a:noFill/>
          </a:ln>
        </p:spPr>
      </p:pic>
      <p:pic>
        <p:nvPicPr>
          <p:cNvPr id="37987" name="图片 37987" descr="GER---"/>
          <p:cNvPicPr>
            <a:picLocks noChangeAspect="1"/>
          </p:cNvPicPr>
          <p:nvPr/>
        </p:nvPicPr>
        <p:blipFill>
          <a:blip r:embed="rId1"/>
          <a:stretch>
            <a:fillRect/>
          </a:stretch>
        </p:blipFill>
        <p:spPr>
          <a:xfrm>
            <a:off x="3924300" y="1628775"/>
            <a:ext cx="1108075" cy="738188"/>
          </a:xfrm>
          <a:prstGeom prst="rect">
            <a:avLst/>
          </a:prstGeom>
          <a:noFill/>
          <a:ln w="9525">
            <a:noFill/>
          </a:ln>
        </p:spPr>
      </p:pic>
      <p:pic>
        <p:nvPicPr>
          <p:cNvPr id="37988" name="图片 37988" descr="GER---"/>
          <p:cNvPicPr>
            <a:picLocks noChangeAspect="1"/>
          </p:cNvPicPr>
          <p:nvPr/>
        </p:nvPicPr>
        <p:blipFill>
          <a:blip r:embed="rId1"/>
          <a:stretch>
            <a:fillRect/>
          </a:stretch>
        </p:blipFill>
        <p:spPr>
          <a:xfrm>
            <a:off x="6632575" y="1611313"/>
            <a:ext cx="1108075" cy="738187"/>
          </a:xfrm>
          <a:prstGeom prst="rect">
            <a:avLst/>
          </a:prstGeom>
          <a:noFill/>
          <a:ln w="9525">
            <a:noFill/>
          </a:ln>
        </p:spPr>
      </p:pic>
      <p:sp>
        <p:nvSpPr>
          <p:cNvPr id="37990" name="矩形 37989"/>
          <p:cNvSpPr/>
          <p:nvPr/>
        </p:nvSpPr>
        <p:spPr>
          <a:xfrm>
            <a:off x="1685925"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A</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37991" name="矩形 37990"/>
          <p:cNvSpPr/>
          <p:nvPr/>
        </p:nvSpPr>
        <p:spPr>
          <a:xfrm>
            <a:off x="4341813"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B</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37992" name="矩形 37991"/>
          <p:cNvSpPr/>
          <p:nvPr/>
        </p:nvSpPr>
        <p:spPr>
          <a:xfrm>
            <a:off x="7013575" y="2085975"/>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C</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矩形 39937"/>
          <p:cNvSpPr/>
          <p:nvPr/>
        </p:nvSpPr>
        <p:spPr>
          <a:xfrm>
            <a:off x="741363" y="5570538"/>
            <a:ext cx="7858125" cy="811212"/>
          </a:xfrm>
          <a:prstGeom prst="rect">
            <a:avLst/>
          </a:prstGeom>
          <a:noFill/>
          <a:ln w="9525">
            <a:noFill/>
          </a:ln>
        </p:spPr>
        <p:txBody>
          <a:bodyPr lIns="82153" tIns="41076" rIns="82153" bIns="41076" anchor="ctr" anchorCtr="1"/>
          <a:p>
            <a:pPr algn="just" defTabSz="916305">
              <a:spcBef>
                <a:spcPct val="20000"/>
              </a:spcBef>
              <a:buClr>
                <a:srgbClr val="3333CC"/>
              </a:buClr>
              <a:buFont typeface="Wingdings" panose="05000000000000000000" pitchFamily="2" charset="2"/>
            </a:pPr>
            <a:endParaRPr lang="zh-CN" altLang="zh-CN" sz="2000">
              <a:latin typeface="Times New Roman" panose="02020603050405020304" pitchFamily="2" charset="0"/>
              <a:ea typeface="宋体" panose="02010600030101010101" pitchFamily="2" charset="-122"/>
            </a:endParaRPr>
          </a:p>
        </p:txBody>
      </p:sp>
      <p:sp>
        <p:nvSpPr>
          <p:cNvPr id="39938" name="未知"/>
          <p:cNvSpPr/>
          <p:nvPr/>
        </p:nvSpPr>
        <p:spPr>
          <a:xfrm>
            <a:off x="6108700" y="2665413"/>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39939" name="未知"/>
          <p:cNvSpPr/>
          <p:nvPr/>
        </p:nvSpPr>
        <p:spPr>
          <a:xfrm>
            <a:off x="3454400" y="2665413"/>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39940" name="未知"/>
          <p:cNvSpPr/>
          <p:nvPr/>
        </p:nvSpPr>
        <p:spPr>
          <a:xfrm>
            <a:off x="787400" y="2665413"/>
            <a:ext cx="2006600" cy="914400"/>
          </a:xfrm>
          <a:custGeom>
            <a:avLst/>
            <a:gdLst/>
            <a:ahLst/>
            <a:cxnLst/>
            <a:pathLst>
              <a:path w="1264" h="576">
                <a:moveTo>
                  <a:pt x="480" y="8"/>
                </a:moveTo>
                <a:lnTo>
                  <a:pt x="0" y="576"/>
                </a:lnTo>
                <a:lnTo>
                  <a:pt x="1264" y="576"/>
                </a:lnTo>
                <a:lnTo>
                  <a:pt x="848" y="0"/>
                </a:lnTo>
                <a:lnTo>
                  <a:pt x="480" y="8"/>
                </a:lnTo>
                <a:close/>
              </a:path>
            </a:pathLst>
          </a:custGeom>
          <a:gradFill rotWithShape="0">
            <a:gsLst>
              <a:gs pos="0">
                <a:srgbClr val="64646D"/>
              </a:gs>
              <a:gs pos="100000">
                <a:schemeClr val="folHlink"/>
              </a:gs>
            </a:gsLst>
            <a:lin ang="5400000" scaled="1"/>
            <a:tileRect/>
          </a:gradFill>
          <a:ln w="9525">
            <a:noFill/>
          </a:ln>
        </p:spPr>
        <p:txBody>
          <a:bodyPr/>
          <a:p>
            <a:endParaRPr lang="zh-CN" altLang="en-US"/>
          </a:p>
        </p:txBody>
      </p:sp>
      <p:sp>
        <p:nvSpPr>
          <p:cNvPr id="39941" name="直接连接符 39941"/>
          <p:cNvSpPr/>
          <p:nvPr/>
        </p:nvSpPr>
        <p:spPr>
          <a:xfrm>
            <a:off x="700088" y="2441575"/>
            <a:ext cx="614362" cy="0"/>
          </a:xfrm>
          <a:prstGeom prst="line">
            <a:avLst/>
          </a:prstGeom>
          <a:ln w="50800" cap="flat" cmpd="sng">
            <a:solidFill>
              <a:schemeClr val="accent2"/>
            </a:solidFill>
            <a:prstDash val="solid"/>
            <a:round/>
            <a:headEnd type="none" w="med" len="med"/>
            <a:tailEnd type="none" w="med" len="med"/>
          </a:ln>
        </p:spPr>
      </p:sp>
      <p:sp>
        <p:nvSpPr>
          <p:cNvPr id="39942" name="直接连接符 39942"/>
          <p:cNvSpPr/>
          <p:nvPr/>
        </p:nvSpPr>
        <p:spPr>
          <a:xfrm>
            <a:off x="7658100" y="2441575"/>
            <a:ext cx="614363" cy="0"/>
          </a:xfrm>
          <a:prstGeom prst="line">
            <a:avLst/>
          </a:prstGeom>
          <a:ln w="50800" cap="flat" cmpd="sng">
            <a:solidFill>
              <a:schemeClr val="accent2"/>
            </a:solidFill>
            <a:prstDash val="solid"/>
            <a:round/>
            <a:headEnd type="none" w="med" len="med"/>
            <a:tailEnd type="none" w="med" len="med"/>
          </a:ln>
        </p:spPr>
      </p:sp>
      <p:sp>
        <p:nvSpPr>
          <p:cNvPr id="39943" name="未知"/>
          <p:cNvSpPr/>
          <p:nvPr/>
        </p:nvSpPr>
        <p:spPr>
          <a:xfrm>
            <a:off x="2085975" y="2312988"/>
            <a:ext cx="2144713" cy="173037"/>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39944" name="未知"/>
          <p:cNvSpPr/>
          <p:nvPr/>
        </p:nvSpPr>
        <p:spPr>
          <a:xfrm>
            <a:off x="4829175" y="2312988"/>
            <a:ext cx="2144713" cy="173037"/>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39945" name="矩形 39945"/>
          <p:cNvSpPr/>
          <p:nvPr/>
        </p:nvSpPr>
        <p:spPr>
          <a:xfrm>
            <a:off x="185738" y="1989138"/>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10.1.0.0</a:t>
            </a:r>
            <a:endParaRPr lang="en-US" altLang="zh-CN" sz="2000" b="1">
              <a:solidFill>
                <a:srgbClr val="000000"/>
              </a:solidFill>
              <a:latin typeface="Helvetica" pitchFamily="2" charset="0"/>
              <a:ea typeface="宋体" panose="02010600030101010101" pitchFamily="2" charset="-122"/>
            </a:endParaRPr>
          </a:p>
        </p:txBody>
      </p:sp>
      <p:sp>
        <p:nvSpPr>
          <p:cNvPr id="39946" name="矩形 39946"/>
          <p:cNvSpPr/>
          <p:nvPr/>
        </p:nvSpPr>
        <p:spPr>
          <a:xfrm>
            <a:off x="2800350" y="1920875"/>
            <a:ext cx="1243013" cy="471488"/>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10.2.0.0</a:t>
            </a:r>
            <a:endParaRPr lang="en-US" altLang="zh-CN" sz="2000" b="1">
              <a:solidFill>
                <a:srgbClr val="000000"/>
              </a:solidFill>
              <a:latin typeface="Helvetica" pitchFamily="2" charset="0"/>
              <a:ea typeface="宋体" panose="02010600030101010101" pitchFamily="2" charset="-122"/>
            </a:endParaRPr>
          </a:p>
        </p:txBody>
      </p:sp>
      <p:sp>
        <p:nvSpPr>
          <p:cNvPr id="39947" name="矩形 39947"/>
          <p:cNvSpPr/>
          <p:nvPr/>
        </p:nvSpPr>
        <p:spPr>
          <a:xfrm>
            <a:off x="5272088" y="1920875"/>
            <a:ext cx="1243012" cy="471488"/>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10.3.0.0</a:t>
            </a:r>
            <a:endParaRPr lang="en-US" altLang="zh-CN" sz="2000" b="1">
              <a:solidFill>
                <a:srgbClr val="000000"/>
              </a:solidFill>
              <a:latin typeface="Helvetica" pitchFamily="2" charset="0"/>
              <a:ea typeface="宋体" panose="02010600030101010101" pitchFamily="2" charset="-122"/>
            </a:endParaRPr>
          </a:p>
        </p:txBody>
      </p:sp>
      <p:sp>
        <p:nvSpPr>
          <p:cNvPr id="39948" name="矩形 39948"/>
          <p:cNvSpPr/>
          <p:nvPr/>
        </p:nvSpPr>
        <p:spPr>
          <a:xfrm>
            <a:off x="7815263" y="1878013"/>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10.4.0.0</a:t>
            </a:r>
            <a:endParaRPr lang="en-US" altLang="zh-CN" sz="2000" b="1">
              <a:solidFill>
                <a:srgbClr val="000000"/>
              </a:solidFill>
              <a:latin typeface="Helvetica" pitchFamily="2" charset="0"/>
              <a:ea typeface="宋体" panose="02010600030101010101" pitchFamily="2" charset="-122"/>
            </a:endParaRPr>
          </a:p>
        </p:txBody>
      </p:sp>
      <p:sp>
        <p:nvSpPr>
          <p:cNvPr id="39949" name="矩形 39949"/>
          <p:cNvSpPr/>
          <p:nvPr/>
        </p:nvSpPr>
        <p:spPr>
          <a:xfrm>
            <a:off x="811213" y="243840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39950" name="矩形 39950"/>
          <p:cNvSpPr/>
          <p:nvPr/>
        </p:nvSpPr>
        <p:spPr>
          <a:xfrm>
            <a:off x="2439988" y="2438400"/>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9951" name="矩形 39951"/>
          <p:cNvSpPr/>
          <p:nvPr/>
        </p:nvSpPr>
        <p:spPr>
          <a:xfrm>
            <a:off x="3497263" y="2506663"/>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9952" name="矩形 39952"/>
          <p:cNvSpPr/>
          <p:nvPr/>
        </p:nvSpPr>
        <p:spPr>
          <a:xfrm>
            <a:off x="5083175" y="2506663"/>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39953" name="矩形 39953"/>
          <p:cNvSpPr/>
          <p:nvPr/>
        </p:nvSpPr>
        <p:spPr>
          <a:xfrm>
            <a:off x="6134100" y="2506663"/>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9954" name="矩形 39954"/>
          <p:cNvSpPr/>
          <p:nvPr/>
        </p:nvSpPr>
        <p:spPr>
          <a:xfrm>
            <a:off x="7720013" y="2506663"/>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39956" name="矩形 39955"/>
          <p:cNvSpPr/>
          <p:nvPr/>
        </p:nvSpPr>
        <p:spPr>
          <a:xfrm>
            <a:off x="8129588" y="2135188"/>
            <a:ext cx="514350" cy="500063"/>
          </a:xfrm>
          <a:prstGeom prst="rect">
            <a:avLst/>
          </a:prstGeom>
          <a:noFill/>
          <a:ln w="9525">
            <a:noFill/>
          </a:ln>
        </p:spPr>
        <p:txBody>
          <a:bodyPr wrap="none" lIns="21431" tIns="30362" rIns="21431" bIns="30362"/>
          <a:p>
            <a:pPr defTabSz="1028700" eaLnBrk="0" fontAlgn="base" hangingPunct="0">
              <a:lnSpc>
                <a:spcPts val="4840"/>
              </a:lnSpc>
              <a:tabLst>
                <a:tab pos="514350" algn="l"/>
                <a:tab pos="1028700" algn="l"/>
                <a:tab pos="1543050" algn="l"/>
              </a:tabLst>
            </a:pPr>
            <a:r>
              <a:rPr lang="en-US" altLang="zh-CN" sz="4100" b="1" strike="noStrike" noProof="1">
                <a:solidFill>
                  <a:schemeClr val="accent2"/>
                </a:solidFill>
                <a:effectLst>
                  <a:outerShdw blurRad="38100" dist="38100" dir="2700000">
                    <a:srgbClr val="C0C0C0"/>
                  </a:outerShdw>
                </a:effectLst>
                <a:latin typeface="Helvetica" pitchFamily="2" charset="0"/>
                <a:ea typeface="宋体" panose="02010600030101010101" pitchFamily="2" charset="-122"/>
                <a:cs typeface="+mn-cs"/>
              </a:rPr>
              <a:t>X</a:t>
            </a:r>
            <a:endParaRPr lang="en-US" altLang="zh-CN" sz="4100" b="1" strike="noStrike" noProof="1">
              <a:solidFill>
                <a:schemeClr val="accent2"/>
              </a:solidFill>
              <a:effectLst>
                <a:outerShdw blurRad="38100" dist="38100" dir="2700000">
                  <a:srgbClr val="C0C0C0"/>
                </a:outerShdw>
              </a:effectLst>
              <a:latin typeface="Helvetica" pitchFamily="2" charset="0"/>
            </a:endParaRPr>
          </a:p>
        </p:txBody>
      </p:sp>
      <p:grpSp>
        <p:nvGrpSpPr>
          <p:cNvPr id="2" name="组合 39956"/>
          <p:cNvGrpSpPr/>
          <p:nvPr/>
        </p:nvGrpSpPr>
        <p:grpSpPr>
          <a:xfrm>
            <a:off x="401638" y="3513138"/>
            <a:ext cx="7800975" cy="1773237"/>
            <a:chOff x="0" y="0"/>
            <a:chExt cx="4914" cy="1117"/>
          </a:xfrm>
        </p:grpSpPr>
        <p:sp>
          <p:nvSpPr>
            <p:cNvPr id="39957" name="矩形 39957"/>
            <p:cNvSpPr/>
            <p:nvPr/>
          </p:nvSpPr>
          <p:spPr>
            <a:xfrm>
              <a:off x="3595" y="9"/>
              <a:ext cx="1242"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39958" name="矩形 39958"/>
            <p:cNvSpPr/>
            <p:nvPr/>
          </p:nvSpPr>
          <p:spPr>
            <a:xfrm>
              <a:off x="3595" y="221"/>
              <a:ext cx="495"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59" name="矩形 39959"/>
            <p:cNvSpPr/>
            <p:nvPr/>
          </p:nvSpPr>
          <p:spPr>
            <a:xfrm>
              <a:off x="4090" y="221"/>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60" name="矩形 39960"/>
            <p:cNvSpPr/>
            <p:nvPr/>
          </p:nvSpPr>
          <p:spPr>
            <a:xfrm>
              <a:off x="3560" y="215"/>
              <a:ext cx="597" cy="228"/>
            </a:xfrm>
            <a:prstGeom prst="rect">
              <a:avLst/>
            </a:prstGeom>
            <a:noFill/>
            <a:ln w="9525">
              <a:noFill/>
            </a:ln>
          </p:spPr>
          <p:txBody>
            <a:bodyPr lIns="103584" tIns="51793" rIns="103584" bIns="51793" anchor="t">
              <a:spAutoFit/>
            </a:bodyP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39961" name="矩形 39961"/>
            <p:cNvSpPr/>
            <p:nvPr/>
          </p:nvSpPr>
          <p:spPr>
            <a:xfrm>
              <a:off x="3595" y="437"/>
              <a:ext cx="48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62" name="矩形 39962"/>
            <p:cNvSpPr/>
            <p:nvPr/>
          </p:nvSpPr>
          <p:spPr>
            <a:xfrm>
              <a:off x="3598" y="653"/>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63" name="矩形 39963"/>
            <p:cNvSpPr/>
            <p:nvPr/>
          </p:nvSpPr>
          <p:spPr>
            <a:xfrm>
              <a:off x="3598" y="869"/>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grpSp>
          <p:nvGrpSpPr>
            <p:cNvPr id="39964" name="组合 39964"/>
            <p:cNvGrpSpPr/>
            <p:nvPr/>
          </p:nvGrpSpPr>
          <p:grpSpPr>
            <a:xfrm>
              <a:off x="4090" y="232"/>
              <a:ext cx="380" cy="885"/>
              <a:chOff x="0" y="0"/>
              <a:chExt cx="338" cy="787"/>
            </a:xfrm>
          </p:grpSpPr>
          <p:sp>
            <p:nvSpPr>
              <p:cNvPr id="39965" name="矩形 39965"/>
              <p:cNvSpPr/>
              <p:nvPr/>
            </p:nvSpPr>
            <p:spPr>
              <a:xfrm>
                <a:off x="0" y="182"/>
                <a:ext cx="328" cy="184"/>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66" name="矩形 39966"/>
              <p:cNvSpPr/>
              <p:nvPr/>
            </p:nvSpPr>
            <p:spPr>
              <a:xfrm>
                <a:off x="0" y="374"/>
                <a:ext cx="328" cy="184"/>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67" name="矩形 39967"/>
              <p:cNvSpPr/>
              <p:nvPr/>
            </p:nvSpPr>
            <p:spPr>
              <a:xfrm>
                <a:off x="0" y="566"/>
                <a:ext cx="328" cy="184"/>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grpSp>
            <p:nvGrpSpPr>
              <p:cNvPr id="39968" name="组合 39968"/>
              <p:cNvGrpSpPr/>
              <p:nvPr/>
            </p:nvGrpSpPr>
            <p:grpSpPr>
              <a:xfrm>
                <a:off x="34" y="0"/>
                <a:ext cx="304" cy="787"/>
                <a:chOff x="0" y="0"/>
                <a:chExt cx="304" cy="787"/>
              </a:xfrm>
            </p:grpSpPr>
            <p:sp>
              <p:nvSpPr>
                <p:cNvPr id="39969" name="矩形 39969"/>
                <p:cNvSpPr/>
                <p:nvPr/>
              </p:nvSpPr>
              <p:spPr>
                <a:xfrm>
                  <a:off x="0" y="0"/>
                  <a:ext cx="304" cy="219"/>
                </a:xfrm>
                <a:prstGeom prst="rect">
                  <a:avLst/>
                </a:prstGeom>
                <a:noFill/>
                <a:ln w="9525">
                  <a:noFill/>
                </a:ln>
              </p:spPr>
              <p:txBody>
                <a:bodyPr wrap="none" lIns="147486" tIns="73744" rIns="147486" bIns="73744"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9970" name="矩形 39970"/>
                <p:cNvSpPr/>
                <p:nvPr/>
              </p:nvSpPr>
              <p:spPr>
                <a:xfrm>
                  <a:off x="0" y="184"/>
                  <a:ext cx="304" cy="219"/>
                </a:xfrm>
                <a:prstGeom prst="rect">
                  <a:avLst/>
                </a:prstGeom>
                <a:noFill/>
                <a:ln w="9525">
                  <a:noFill/>
                </a:ln>
              </p:spPr>
              <p:txBody>
                <a:bodyPr wrap="none" lIns="147486" tIns="73744" rIns="147486" bIns="73744" anchor="t">
                  <a:spAutoFit/>
                </a:bodyP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sp>
              <p:nvSpPr>
                <p:cNvPr id="39971" name="矩形 39971"/>
                <p:cNvSpPr/>
                <p:nvPr/>
              </p:nvSpPr>
              <p:spPr>
                <a:xfrm>
                  <a:off x="0" y="376"/>
                  <a:ext cx="304" cy="219"/>
                </a:xfrm>
                <a:prstGeom prst="rect">
                  <a:avLst/>
                </a:prstGeom>
                <a:noFill/>
                <a:ln w="9525">
                  <a:noFill/>
                </a:ln>
              </p:spPr>
              <p:txBody>
                <a:bodyPr wrap="none" lIns="147486" tIns="73744" rIns="147486" bIns="73744"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9972" name="矩形 39972"/>
                <p:cNvSpPr/>
                <p:nvPr/>
              </p:nvSpPr>
              <p:spPr>
                <a:xfrm>
                  <a:off x="0" y="568"/>
                  <a:ext cx="304" cy="219"/>
                </a:xfrm>
                <a:prstGeom prst="rect">
                  <a:avLst/>
                </a:prstGeom>
                <a:noFill/>
                <a:ln w="9525">
                  <a:noFill/>
                </a:ln>
              </p:spPr>
              <p:txBody>
                <a:bodyPr wrap="none" lIns="147486" tIns="73744" rIns="147486" bIns="73744" anchor="t">
                  <a:spAutoFit/>
                </a:bodyP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grpSp>
        </p:grpSp>
        <p:sp>
          <p:nvSpPr>
            <p:cNvPr id="39973" name="矩形 39973"/>
            <p:cNvSpPr/>
            <p:nvPr/>
          </p:nvSpPr>
          <p:spPr>
            <a:xfrm>
              <a:off x="4468" y="221"/>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74" name="矩形 39974"/>
            <p:cNvSpPr/>
            <p:nvPr/>
          </p:nvSpPr>
          <p:spPr>
            <a:xfrm>
              <a:off x="4468" y="437"/>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75" name="矩形 39975"/>
            <p:cNvSpPr/>
            <p:nvPr/>
          </p:nvSpPr>
          <p:spPr>
            <a:xfrm>
              <a:off x="4468" y="653"/>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39976" name="矩形 39976"/>
            <p:cNvSpPr/>
            <p:nvPr/>
          </p:nvSpPr>
          <p:spPr>
            <a:xfrm>
              <a:off x="4468" y="869"/>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2</a:t>
              </a:r>
              <a:endParaRPr lang="en-US" altLang="zh-CN" sz="1600" b="1">
                <a:solidFill>
                  <a:schemeClr val="tx2"/>
                </a:solidFill>
                <a:latin typeface="Helvetica" pitchFamily="2" charset="0"/>
                <a:ea typeface="宋体" panose="02010600030101010101" pitchFamily="2" charset="-122"/>
              </a:endParaRPr>
            </a:p>
          </p:txBody>
        </p:sp>
        <p:sp>
          <p:nvSpPr>
            <p:cNvPr id="39977" name="矩形 39977"/>
            <p:cNvSpPr/>
            <p:nvPr/>
          </p:nvSpPr>
          <p:spPr>
            <a:xfrm>
              <a:off x="3555" y="869"/>
              <a:ext cx="593" cy="228"/>
            </a:xfrm>
            <a:prstGeom prst="rect">
              <a:avLst/>
            </a:prstGeom>
            <a:noFill/>
            <a:ln w="9525">
              <a:noFill/>
            </a:ln>
          </p:spPr>
          <p:txBody>
            <a:bodyPr wrap="none" lIns="103584" tIns="51793" rIns="103584" bIns="51793" anchor="t">
              <a:spAutoFit/>
            </a:bodyP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10.1.0.0</a:t>
              </a:r>
              <a:endParaRPr lang="en-US" altLang="zh-CN" sz="1600" b="1">
                <a:solidFill>
                  <a:schemeClr val="tx2"/>
                </a:solidFill>
                <a:latin typeface="Helvetica" pitchFamily="2" charset="0"/>
                <a:ea typeface="宋体" panose="02010600030101010101" pitchFamily="2" charset="-122"/>
              </a:endParaRPr>
            </a:p>
          </p:txBody>
        </p:sp>
        <p:sp>
          <p:nvSpPr>
            <p:cNvPr id="39978" name="矩形 39978"/>
            <p:cNvSpPr/>
            <p:nvPr/>
          </p:nvSpPr>
          <p:spPr>
            <a:xfrm>
              <a:off x="3555" y="653"/>
              <a:ext cx="593" cy="228"/>
            </a:xfrm>
            <a:prstGeom prst="rect">
              <a:avLst/>
            </a:prstGeom>
            <a:noFill/>
            <a:ln w="9525">
              <a:noFill/>
            </a:ln>
          </p:spPr>
          <p:txBody>
            <a:bodyPr wrap="none" lIns="103584" tIns="51793" rIns="103584" bIns="51793" anchor="t">
              <a:spAutoFit/>
            </a:bodyP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39979" name="矩形 39979"/>
            <p:cNvSpPr/>
            <p:nvPr/>
          </p:nvSpPr>
          <p:spPr>
            <a:xfrm>
              <a:off x="3560" y="431"/>
              <a:ext cx="593" cy="228"/>
            </a:xfrm>
            <a:prstGeom prst="rect">
              <a:avLst/>
            </a:prstGeom>
            <a:noFill/>
            <a:ln w="9525">
              <a:noFill/>
            </a:ln>
          </p:spPr>
          <p:txBody>
            <a:bodyPr wrap="none" lIns="103584" tIns="51793" rIns="103584" bIns="51793" anchor="t">
              <a:spAutoFit/>
            </a:bodyP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10.4.0.0</a:t>
              </a:r>
              <a:endParaRPr lang="en-US" altLang="zh-CN" sz="1600" b="1">
                <a:solidFill>
                  <a:schemeClr val="tx2"/>
                </a:solidFill>
                <a:latin typeface="Helvetica" pitchFamily="2" charset="0"/>
                <a:ea typeface="宋体" panose="02010600030101010101" pitchFamily="2" charset="-122"/>
              </a:endParaRPr>
            </a:p>
          </p:txBody>
        </p:sp>
        <p:sp>
          <p:nvSpPr>
            <p:cNvPr id="39980" name="矩形 39980"/>
            <p:cNvSpPr/>
            <p:nvPr/>
          </p:nvSpPr>
          <p:spPr>
            <a:xfrm>
              <a:off x="4546" y="226"/>
              <a:ext cx="201" cy="228"/>
            </a:xfrm>
            <a:prstGeom prst="rect">
              <a:avLst/>
            </a:prstGeom>
            <a:noFill/>
            <a:ln w="9525">
              <a:noFill/>
            </a:ln>
          </p:spPr>
          <p:txBody>
            <a:bodyPr wrap="none" lIns="103584" tIns="51793" rIns="103584" bIns="51793" anchor="t">
              <a:spAutoFit/>
            </a:bodyP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39981" name="矩形 39981"/>
            <p:cNvSpPr/>
            <p:nvPr/>
          </p:nvSpPr>
          <p:spPr>
            <a:xfrm>
              <a:off x="4419" y="435"/>
              <a:ext cx="495" cy="228"/>
            </a:xfrm>
            <a:prstGeom prst="rect">
              <a:avLst/>
            </a:prstGeom>
            <a:noFill/>
            <a:ln w="9525">
              <a:noFill/>
            </a:ln>
          </p:spPr>
          <p:txBody>
            <a:bodyPr wrap="none" lIns="103584" tIns="51793" rIns="103584" bIns="51793" anchor="t">
              <a:spAutoFit/>
            </a:bodyPr>
            <a:p>
              <a:pPr defTabSz="1028700" eaLnBrk="0" hangingPunct="0">
                <a:lnSpc>
                  <a:spcPts val="2025"/>
                </a:lnSpc>
              </a:pPr>
              <a:r>
                <a:rPr lang="en-US" altLang="zh-CN" b="1">
                  <a:solidFill>
                    <a:schemeClr val="accent2"/>
                  </a:solidFill>
                  <a:latin typeface="Helvetica" pitchFamily="2" charset="0"/>
                  <a:ea typeface="宋体" panose="02010600030101010101" pitchFamily="2" charset="-122"/>
                </a:rPr>
                <a:t>Infinity</a:t>
              </a:r>
              <a:endParaRPr lang="en-US" altLang="zh-CN" b="1">
                <a:solidFill>
                  <a:schemeClr val="accent2"/>
                </a:solidFill>
                <a:latin typeface="Helvetica" pitchFamily="2" charset="0"/>
                <a:ea typeface="宋体" panose="02010600030101010101" pitchFamily="2" charset="-122"/>
              </a:endParaRPr>
            </a:p>
          </p:txBody>
        </p:sp>
        <p:sp>
          <p:nvSpPr>
            <p:cNvPr id="39982" name="矩形 39982"/>
            <p:cNvSpPr/>
            <p:nvPr/>
          </p:nvSpPr>
          <p:spPr>
            <a:xfrm>
              <a:off x="255" y="0"/>
              <a:ext cx="124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425721" tIns="212865" rIns="425721" bIns="212865"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39983" name="矩形 39983"/>
            <p:cNvSpPr/>
            <p:nvPr/>
          </p:nvSpPr>
          <p:spPr>
            <a:xfrm>
              <a:off x="255" y="212"/>
              <a:ext cx="49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84" name="矩形 39984"/>
            <p:cNvSpPr/>
            <p:nvPr/>
          </p:nvSpPr>
          <p:spPr>
            <a:xfrm>
              <a:off x="751" y="21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85" name="矩形 39985"/>
            <p:cNvSpPr/>
            <p:nvPr/>
          </p:nvSpPr>
          <p:spPr>
            <a:xfrm>
              <a:off x="5" y="206"/>
              <a:ext cx="597"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10.1.0.0</a:t>
              </a:r>
              <a:endParaRPr lang="en-US" altLang="zh-CN" sz="1600" b="1">
                <a:latin typeface="Helvetica" pitchFamily="2" charset="0"/>
                <a:ea typeface="宋体" panose="02010600030101010101" pitchFamily="2" charset="-122"/>
              </a:endParaRPr>
            </a:p>
          </p:txBody>
        </p:sp>
        <p:sp>
          <p:nvSpPr>
            <p:cNvPr id="39986" name="矩形 39986"/>
            <p:cNvSpPr/>
            <p:nvPr/>
          </p:nvSpPr>
          <p:spPr>
            <a:xfrm>
              <a:off x="255" y="428"/>
              <a:ext cx="487"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87" name="矩形 39987"/>
            <p:cNvSpPr/>
            <p:nvPr/>
          </p:nvSpPr>
          <p:spPr>
            <a:xfrm>
              <a:off x="259" y="644"/>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88" name="矩形 39988"/>
            <p:cNvSpPr/>
            <p:nvPr/>
          </p:nvSpPr>
          <p:spPr>
            <a:xfrm>
              <a:off x="259" y="860"/>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89" name="矩形 39989"/>
            <p:cNvSpPr/>
            <p:nvPr/>
          </p:nvSpPr>
          <p:spPr>
            <a:xfrm>
              <a:off x="751" y="42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90" name="矩形 39990"/>
            <p:cNvSpPr/>
            <p:nvPr/>
          </p:nvSpPr>
          <p:spPr>
            <a:xfrm>
              <a:off x="751" y="64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91" name="矩形 39991"/>
            <p:cNvSpPr/>
            <p:nvPr/>
          </p:nvSpPr>
          <p:spPr>
            <a:xfrm>
              <a:off x="751" y="860"/>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92" name="矩形 39992"/>
            <p:cNvSpPr/>
            <p:nvPr/>
          </p:nvSpPr>
          <p:spPr>
            <a:xfrm>
              <a:off x="717" y="223"/>
              <a:ext cx="285" cy="216"/>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39993" name="矩形 39993"/>
            <p:cNvSpPr/>
            <p:nvPr/>
          </p:nvSpPr>
          <p:spPr>
            <a:xfrm>
              <a:off x="717" y="430"/>
              <a:ext cx="285" cy="216"/>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9994" name="矩形 39994"/>
            <p:cNvSpPr/>
            <p:nvPr/>
          </p:nvSpPr>
          <p:spPr>
            <a:xfrm>
              <a:off x="717" y="646"/>
              <a:ext cx="285" cy="216"/>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39995" name="矩形 39995"/>
            <p:cNvSpPr/>
            <p:nvPr/>
          </p:nvSpPr>
          <p:spPr>
            <a:xfrm>
              <a:off x="717" y="862"/>
              <a:ext cx="285" cy="216"/>
            </a:xfrm>
            <a:prstGeom prst="rect">
              <a:avLst/>
            </a:prstGeom>
            <a:noFill/>
            <a:ln w="9525">
              <a:noFill/>
            </a:ln>
          </p:spPr>
          <p:txBody>
            <a:bodyPr wrap="none" lIns="425721" tIns="212865" rIns="425721" bIns="212865" anchor="ctr"/>
            <a:p>
              <a:pPr defTabSz="1028700" eaLnBrk="0" hangingPunct="0"/>
              <a:r>
                <a:rPr lang="en-US" altLang="zh-CN" sz="1600" b="1">
                  <a:solidFill>
                    <a:schemeClr val="tx2"/>
                  </a:solidFill>
                  <a:latin typeface="Helvetica" pitchFamily="2" charset="0"/>
                  <a:ea typeface="宋体" panose="02010600030101010101" pitchFamily="2" charset="-122"/>
                </a:rPr>
                <a:t>S0</a:t>
              </a:r>
              <a:endParaRPr lang="en-US" altLang="zh-CN" sz="1600" b="1">
                <a:solidFill>
                  <a:schemeClr val="tx2"/>
                </a:solidFill>
                <a:latin typeface="Helvetica" pitchFamily="2" charset="0"/>
                <a:ea typeface="宋体" panose="02010600030101010101" pitchFamily="2" charset="-122"/>
              </a:endParaRPr>
            </a:p>
          </p:txBody>
        </p:sp>
        <p:sp>
          <p:nvSpPr>
            <p:cNvPr id="39996" name="矩形 39996"/>
            <p:cNvSpPr/>
            <p:nvPr/>
          </p:nvSpPr>
          <p:spPr>
            <a:xfrm>
              <a:off x="1129" y="21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97" name="矩形 39997"/>
            <p:cNvSpPr/>
            <p:nvPr/>
          </p:nvSpPr>
          <p:spPr>
            <a:xfrm>
              <a:off x="1129" y="42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39998" name="矩形 39998"/>
            <p:cNvSpPr/>
            <p:nvPr/>
          </p:nvSpPr>
          <p:spPr>
            <a:xfrm>
              <a:off x="1129" y="64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425721" tIns="212865" rIns="425721" bIns="212865"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1</a:t>
              </a:r>
              <a:endParaRPr lang="en-US" altLang="zh-CN" sz="1600" b="1">
                <a:solidFill>
                  <a:schemeClr val="tx2"/>
                </a:solidFill>
                <a:latin typeface="Helvetica" pitchFamily="2" charset="0"/>
                <a:ea typeface="宋体" panose="02010600030101010101" pitchFamily="2" charset="-122"/>
              </a:endParaRPr>
            </a:p>
          </p:txBody>
        </p:sp>
        <p:sp>
          <p:nvSpPr>
            <p:cNvPr id="39999" name="矩形 39999"/>
            <p:cNvSpPr/>
            <p:nvPr/>
          </p:nvSpPr>
          <p:spPr>
            <a:xfrm>
              <a:off x="1129" y="860"/>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425721" tIns="212865" rIns="425721" bIns="212865"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2</a:t>
              </a:r>
              <a:endParaRPr lang="en-US" altLang="zh-CN" sz="1600" b="1">
                <a:latin typeface="Helvetica" pitchFamily="2" charset="0"/>
                <a:ea typeface="宋体" panose="02010600030101010101" pitchFamily="2" charset="-122"/>
              </a:endParaRPr>
            </a:p>
          </p:txBody>
        </p:sp>
        <p:sp>
          <p:nvSpPr>
            <p:cNvPr id="40000" name="矩形 40000"/>
            <p:cNvSpPr/>
            <p:nvPr/>
          </p:nvSpPr>
          <p:spPr>
            <a:xfrm>
              <a:off x="0" y="860"/>
              <a:ext cx="586"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10.4.0.0</a:t>
              </a:r>
              <a:endParaRPr lang="en-US" altLang="zh-CN" sz="1600" b="1">
                <a:latin typeface="Helvetica" pitchFamily="2" charset="0"/>
                <a:ea typeface="宋体" panose="02010600030101010101" pitchFamily="2" charset="-122"/>
              </a:endParaRPr>
            </a:p>
          </p:txBody>
        </p:sp>
        <p:sp>
          <p:nvSpPr>
            <p:cNvPr id="40001" name="矩形 40001"/>
            <p:cNvSpPr/>
            <p:nvPr/>
          </p:nvSpPr>
          <p:spPr>
            <a:xfrm>
              <a:off x="0" y="644"/>
              <a:ext cx="586"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40002" name="矩形 40002"/>
            <p:cNvSpPr/>
            <p:nvPr/>
          </p:nvSpPr>
          <p:spPr>
            <a:xfrm>
              <a:off x="5" y="422"/>
              <a:ext cx="586"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40003" name="矩形 40003"/>
            <p:cNvSpPr/>
            <p:nvPr/>
          </p:nvSpPr>
          <p:spPr>
            <a:xfrm>
              <a:off x="1208" y="217"/>
              <a:ext cx="200"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40004" name="矩形 40004"/>
            <p:cNvSpPr/>
            <p:nvPr/>
          </p:nvSpPr>
          <p:spPr>
            <a:xfrm>
              <a:off x="1211" y="433"/>
              <a:ext cx="200" cy="228"/>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40005" name="矩形 40005"/>
            <p:cNvSpPr/>
            <p:nvPr/>
          </p:nvSpPr>
          <p:spPr>
            <a:xfrm>
              <a:off x="1929" y="5"/>
              <a:ext cx="124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425721" tIns="212865" rIns="425721" bIns="212865" anchor="ctr"/>
            <a:p>
              <a:pPr algn="ctr" defTabSz="1028700" eaLnBrk="0" hangingPunct="0">
                <a:lnSpc>
                  <a:spcPts val="2025"/>
                </a:lnSpc>
                <a:tabLst>
                  <a:tab pos="190500" algn="ctr"/>
                  <a:tab pos="1419225" algn="ctr"/>
                </a:tabLst>
              </a:pPr>
              <a:r>
                <a:rPr lang="en-US" altLang="zh-CN" sz="1600" b="1">
                  <a:latin typeface="Helvetica" pitchFamily="2" charset="0"/>
                  <a:ea typeface="宋体" panose="02010600030101010101" pitchFamily="2" charset="-122"/>
                </a:rPr>
                <a:t>Routing Table</a:t>
              </a:r>
              <a:endParaRPr lang="en-US" altLang="zh-CN" sz="1600" b="1">
                <a:latin typeface="Helvetica" pitchFamily="2" charset="0"/>
                <a:ea typeface="宋体" panose="02010600030101010101" pitchFamily="2" charset="-122"/>
              </a:endParaRPr>
            </a:p>
          </p:txBody>
        </p:sp>
        <p:sp>
          <p:nvSpPr>
            <p:cNvPr id="40006" name="矩形 40006"/>
            <p:cNvSpPr/>
            <p:nvPr/>
          </p:nvSpPr>
          <p:spPr>
            <a:xfrm>
              <a:off x="1929" y="216"/>
              <a:ext cx="496"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40007" name="矩形 40007"/>
            <p:cNvSpPr/>
            <p:nvPr/>
          </p:nvSpPr>
          <p:spPr>
            <a:xfrm>
              <a:off x="2425" y="216"/>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40008" name="矩形 40008"/>
            <p:cNvSpPr/>
            <p:nvPr/>
          </p:nvSpPr>
          <p:spPr>
            <a:xfrm>
              <a:off x="1691" y="211"/>
              <a:ext cx="597"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10.2.0.0</a:t>
              </a:r>
              <a:endParaRPr lang="en-US" altLang="zh-CN" sz="1600" b="1">
                <a:latin typeface="Helvetica" pitchFamily="2" charset="0"/>
                <a:ea typeface="宋体" panose="02010600030101010101" pitchFamily="2" charset="-122"/>
              </a:endParaRPr>
            </a:p>
          </p:txBody>
        </p:sp>
        <p:sp>
          <p:nvSpPr>
            <p:cNvPr id="40009" name="矩形 40009"/>
            <p:cNvSpPr/>
            <p:nvPr/>
          </p:nvSpPr>
          <p:spPr>
            <a:xfrm>
              <a:off x="1929" y="432"/>
              <a:ext cx="487"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40010" name="矩形 40010"/>
            <p:cNvSpPr/>
            <p:nvPr/>
          </p:nvSpPr>
          <p:spPr>
            <a:xfrm>
              <a:off x="1933" y="648"/>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40011" name="矩形 40011"/>
            <p:cNvSpPr/>
            <p:nvPr/>
          </p:nvSpPr>
          <p:spPr>
            <a:xfrm>
              <a:off x="1933" y="864"/>
              <a:ext cx="483"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40012" name="矩形 40012"/>
            <p:cNvSpPr/>
            <p:nvPr/>
          </p:nvSpPr>
          <p:spPr>
            <a:xfrm>
              <a:off x="2425" y="433"/>
              <a:ext cx="369" cy="206"/>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40013" name="矩形 40013"/>
            <p:cNvSpPr/>
            <p:nvPr/>
          </p:nvSpPr>
          <p:spPr>
            <a:xfrm>
              <a:off x="2425" y="64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40014" name="矩形 40014"/>
            <p:cNvSpPr/>
            <p:nvPr/>
          </p:nvSpPr>
          <p:spPr>
            <a:xfrm>
              <a:off x="2425" y="86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40015" name="矩形 40015"/>
            <p:cNvSpPr/>
            <p:nvPr/>
          </p:nvSpPr>
          <p:spPr>
            <a:xfrm>
              <a:off x="2391" y="228"/>
              <a:ext cx="285" cy="216"/>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40016" name="矩形 40016"/>
            <p:cNvSpPr/>
            <p:nvPr/>
          </p:nvSpPr>
          <p:spPr>
            <a:xfrm>
              <a:off x="2391" y="435"/>
              <a:ext cx="285" cy="216"/>
            </a:xfrm>
            <a:prstGeom prst="rect">
              <a:avLst/>
            </a:prstGeom>
            <a:noFill/>
            <a:ln w="9525">
              <a:noFill/>
            </a:ln>
          </p:spPr>
          <p:txBody>
            <a:bodyPr wrap="none" lIns="425721" tIns="212865" rIns="425721" bIns="212865" anchor="ct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40017" name="矩形 40017"/>
            <p:cNvSpPr/>
            <p:nvPr/>
          </p:nvSpPr>
          <p:spPr>
            <a:xfrm>
              <a:off x="2391" y="651"/>
              <a:ext cx="285" cy="215"/>
            </a:xfrm>
            <a:prstGeom prst="rect">
              <a:avLst/>
            </a:prstGeom>
            <a:noFill/>
            <a:ln w="9525">
              <a:noFill/>
            </a:ln>
          </p:spPr>
          <p:txBody>
            <a:bodyPr wrap="none" lIns="425721" tIns="212865" rIns="425721" bIns="212865" anchor="ctr"/>
            <a:p>
              <a:pPr defTabSz="1028700" eaLnBrk="0" hangingPunct="0"/>
              <a:r>
                <a:rPr lang="en-US" altLang="zh-CN" sz="1600" b="1">
                  <a:solidFill>
                    <a:schemeClr val="tx2"/>
                  </a:solidFill>
                  <a:latin typeface="Helvetica" pitchFamily="2" charset="0"/>
                  <a:ea typeface="宋体" panose="02010600030101010101" pitchFamily="2" charset="-122"/>
                </a:rPr>
                <a:t>S1</a:t>
              </a:r>
              <a:endParaRPr lang="en-US" altLang="zh-CN" sz="1600" b="1">
                <a:solidFill>
                  <a:schemeClr val="tx2"/>
                </a:solidFill>
                <a:latin typeface="Helvetica" pitchFamily="2" charset="0"/>
                <a:ea typeface="宋体" panose="02010600030101010101" pitchFamily="2" charset="-122"/>
              </a:endParaRPr>
            </a:p>
          </p:txBody>
        </p:sp>
        <p:sp>
          <p:nvSpPr>
            <p:cNvPr id="40018" name="矩形 40018"/>
            <p:cNvSpPr/>
            <p:nvPr/>
          </p:nvSpPr>
          <p:spPr>
            <a:xfrm>
              <a:off x="2391" y="866"/>
              <a:ext cx="285" cy="216"/>
            </a:xfrm>
            <a:prstGeom prst="rect">
              <a:avLst/>
            </a:prstGeom>
            <a:noFill/>
            <a:ln w="9525">
              <a:noFill/>
            </a:ln>
          </p:spPr>
          <p:txBody>
            <a:bodyPr wrap="none" lIns="425721" tIns="212865" rIns="425721" bIns="212865" anchor="ctr"/>
            <a:p>
              <a:pPr defTabSz="1028700" eaLnBrk="0" hangingPunct="0"/>
              <a:r>
                <a:rPr lang="en-US" altLang="zh-CN" sz="1600" b="1">
                  <a:solidFill>
                    <a:schemeClr val="tx2"/>
                  </a:solidFill>
                  <a:latin typeface="Helvetica" pitchFamily="2" charset="0"/>
                  <a:ea typeface="宋体" panose="02010600030101010101" pitchFamily="2" charset="-122"/>
                </a:rPr>
                <a:t>E1</a:t>
              </a:r>
              <a:endParaRPr lang="en-US" altLang="zh-CN" sz="1600" b="1">
                <a:solidFill>
                  <a:schemeClr val="tx2"/>
                </a:solidFill>
                <a:latin typeface="Helvetica" pitchFamily="2" charset="0"/>
                <a:ea typeface="宋体" panose="02010600030101010101" pitchFamily="2" charset="-122"/>
              </a:endParaRPr>
            </a:p>
          </p:txBody>
        </p:sp>
        <p:sp>
          <p:nvSpPr>
            <p:cNvPr id="40019" name="矩形 40019"/>
            <p:cNvSpPr/>
            <p:nvPr/>
          </p:nvSpPr>
          <p:spPr>
            <a:xfrm>
              <a:off x="2803" y="216"/>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40020" name="矩形 40020"/>
            <p:cNvSpPr/>
            <p:nvPr/>
          </p:nvSpPr>
          <p:spPr>
            <a:xfrm>
              <a:off x="2803" y="432"/>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anchor="t"/>
            <a:p>
              <a:endParaRPr lang="zh-CN" altLang="en-US">
                <a:latin typeface="Arial" panose="020B0604020202020204" pitchFamily="34" charset="0"/>
                <a:ea typeface="宋体" panose="02010600030101010101" pitchFamily="2" charset="-122"/>
              </a:endParaRPr>
            </a:p>
          </p:txBody>
        </p:sp>
        <p:sp>
          <p:nvSpPr>
            <p:cNvPr id="40021" name="矩形 40021"/>
            <p:cNvSpPr/>
            <p:nvPr/>
          </p:nvSpPr>
          <p:spPr>
            <a:xfrm>
              <a:off x="2803" y="648"/>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425721" tIns="212865" rIns="425721" bIns="212865" anchor="ctr"/>
            <a:p>
              <a:pPr algn="ctr" defTabSz="1028700" eaLnBrk="0" hangingPunct="0">
                <a:lnSpc>
                  <a:spcPts val="1200"/>
                </a:lnSpc>
                <a:tabLst>
                  <a:tab pos="190500" algn="ctr"/>
                  <a:tab pos="1419225" algn="ctr"/>
                </a:tabLst>
              </a:pPr>
              <a:r>
                <a:rPr lang="en-US" altLang="zh-CN" sz="1200" b="1">
                  <a:latin typeface="Helvetica" pitchFamily="2" charset="0"/>
                  <a:ea typeface="宋体" panose="02010600030101010101" pitchFamily="2" charset="-122"/>
                </a:rPr>
                <a:t>Possibly</a:t>
              </a:r>
              <a:br>
                <a:rPr lang="en-US" altLang="zh-CN" sz="1200" b="1">
                  <a:latin typeface="Helvetica" pitchFamily="2" charset="0"/>
                  <a:ea typeface="宋体" panose="02010600030101010101" pitchFamily="2" charset="-122"/>
                </a:rPr>
              </a:br>
              <a:r>
                <a:rPr lang="en-US" altLang="zh-CN" sz="1200" b="1">
                  <a:latin typeface="Helvetica" pitchFamily="2" charset="0"/>
                  <a:ea typeface="宋体" panose="02010600030101010101" pitchFamily="2" charset="-122"/>
                </a:rPr>
                <a:t>Down</a:t>
              </a:r>
              <a:endParaRPr lang="en-US" altLang="zh-CN" sz="1600" b="1">
                <a:latin typeface="Helvetica" pitchFamily="2" charset="0"/>
                <a:ea typeface="宋体" panose="02010600030101010101" pitchFamily="2" charset="-122"/>
              </a:endParaRPr>
            </a:p>
          </p:txBody>
        </p:sp>
        <p:sp>
          <p:nvSpPr>
            <p:cNvPr id="40022" name="矩形 40022"/>
            <p:cNvSpPr/>
            <p:nvPr/>
          </p:nvSpPr>
          <p:spPr>
            <a:xfrm>
              <a:off x="2803" y="864"/>
              <a:ext cx="369" cy="207"/>
            </a:xfrm>
            <a:prstGeom prst="rect">
              <a:avLst/>
            </a:prstGeom>
            <a:solidFill>
              <a:schemeClr val="folHlink"/>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425721" tIns="212865" rIns="425721" bIns="212865" anchor="ctr"/>
            <a:p>
              <a:pPr algn="ctr" defTabSz="1028700" eaLnBrk="0" hangingPunct="0">
                <a:lnSpc>
                  <a:spcPts val="2025"/>
                </a:lnSpc>
                <a:tabLst>
                  <a:tab pos="190500" algn="ctr"/>
                  <a:tab pos="1419225" algn="ctr"/>
                </a:tabLst>
              </a:pPr>
              <a:r>
                <a:rPr lang="en-US" altLang="zh-CN" sz="1600" b="1">
                  <a:solidFill>
                    <a:schemeClr val="tx2"/>
                  </a:solidFill>
                  <a:latin typeface="Helvetica" pitchFamily="2" charset="0"/>
                  <a:ea typeface="宋体" panose="02010600030101010101" pitchFamily="2" charset="-122"/>
                </a:rPr>
                <a:t>2</a:t>
              </a:r>
              <a:endParaRPr lang="en-US" altLang="zh-CN" sz="1600" b="1">
                <a:solidFill>
                  <a:schemeClr val="tx2"/>
                </a:solidFill>
                <a:latin typeface="Helvetica" pitchFamily="2" charset="0"/>
                <a:ea typeface="宋体" panose="02010600030101010101" pitchFamily="2" charset="-122"/>
              </a:endParaRPr>
            </a:p>
          </p:txBody>
        </p:sp>
        <p:sp>
          <p:nvSpPr>
            <p:cNvPr id="40023" name="矩形 40023"/>
            <p:cNvSpPr/>
            <p:nvPr/>
          </p:nvSpPr>
          <p:spPr>
            <a:xfrm>
              <a:off x="1686" y="864"/>
              <a:ext cx="586"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solidFill>
                    <a:schemeClr val="tx2"/>
                  </a:solidFill>
                  <a:latin typeface="Helvetica" pitchFamily="2" charset="0"/>
                  <a:ea typeface="宋体" panose="02010600030101010101" pitchFamily="2" charset="-122"/>
                </a:rPr>
                <a:t>10.1.0.0</a:t>
              </a:r>
              <a:endParaRPr lang="en-US" altLang="zh-CN" sz="1600" b="1">
                <a:solidFill>
                  <a:schemeClr val="tx2"/>
                </a:solidFill>
                <a:latin typeface="Helvetica" pitchFamily="2" charset="0"/>
                <a:ea typeface="宋体" panose="02010600030101010101" pitchFamily="2" charset="-122"/>
              </a:endParaRPr>
            </a:p>
          </p:txBody>
        </p:sp>
        <p:sp>
          <p:nvSpPr>
            <p:cNvPr id="40024" name="矩形 40024"/>
            <p:cNvSpPr/>
            <p:nvPr/>
          </p:nvSpPr>
          <p:spPr>
            <a:xfrm>
              <a:off x="1686" y="648"/>
              <a:ext cx="586"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solidFill>
                    <a:schemeClr val="bg2"/>
                  </a:solidFill>
                  <a:latin typeface="Helvetica" pitchFamily="2" charset="0"/>
                  <a:ea typeface="宋体" panose="02010600030101010101" pitchFamily="2" charset="-122"/>
                </a:rPr>
                <a:t>10.4.0.0</a:t>
              </a:r>
              <a:endParaRPr lang="en-US" altLang="zh-CN" sz="1600" b="1">
                <a:solidFill>
                  <a:schemeClr val="bg2"/>
                </a:solidFill>
                <a:latin typeface="Helvetica" pitchFamily="2" charset="0"/>
                <a:ea typeface="宋体" panose="02010600030101010101" pitchFamily="2" charset="-122"/>
              </a:endParaRPr>
            </a:p>
          </p:txBody>
        </p:sp>
        <p:sp>
          <p:nvSpPr>
            <p:cNvPr id="40025" name="矩形 40025"/>
            <p:cNvSpPr/>
            <p:nvPr/>
          </p:nvSpPr>
          <p:spPr>
            <a:xfrm>
              <a:off x="1691" y="427"/>
              <a:ext cx="586"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10.3.0.0</a:t>
              </a:r>
              <a:endParaRPr lang="en-US" altLang="zh-CN" sz="1600" b="1">
                <a:latin typeface="Helvetica" pitchFamily="2" charset="0"/>
                <a:ea typeface="宋体" panose="02010600030101010101" pitchFamily="2" charset="-122"/>
              </a:endParaRPr>
            </a:p>
          </p:txBody>
        </p:sp>
        <p:sp>
          <p:nvSpPr>
            <p:cNvPr id="40026" name="矩形 40026"/>
            <p:cNvSpPr/>
            <p:nvPr/>
          </p:nvSpPr>
          <p:spPr>
            <a:xfrm>
              <a:off x="2882" y="222"/>
              <a:ext cx="200"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sp>
          <p:nvSpPr>
            <p:cNvPr id="40027" name="矩形 40027"/>
            <p:cNvSpPr/>
            <p:nvPr/>
          </p:nvSpPr>
          <p:spPr>
            <a:xfrm>
              <a:off x="2885" y="438"/>
              <a:ext cx="200" cy="227"/>
            </a:xfrm>
            <a:prstGeom prst="rect">
              <a:avLst/>
            </a:prstGeom>
            <a:noFill/>
            <a:ln w="9525">
              <a:noFill/>
            </a:ln>
          </p:spPr>
          <p:txBody>
            <a:bodyPr wrap="none" lIns="425721" tIns="212865" rIns="425721" bIns="212865" anchor="ctr"/>
            <a:p>
              <a:pPr defTabSz="1028700" eaLnBrk="0" hangingPunct="0">
                <a:lnSpc>
                  <a:spcPts val="2025"/>
                </a:lnSpc>
              </a:pPr>
              <a:r>
                <a:rPr lang="en-US" altLang="zh-CN" sz="1600" b="1">
                  <a:latin typeface="Helvetica" pitchFamily="2" charset="0"/>
                  <a:ea typeface="宋体" panose="02010600030101010101" pitchFamily="2" charset="-122"/>
                </a:rPr>
                <a:t>0</a:t>
              </a:r>
              <a:endParaRPr lang="en-US" altLang="zh-CN" sz="1600" b="1">
                <a:latin typeface="Helvetica" pitchFamily="2" charset="0"/>
                <a:ea typeface="宋体" panose="02010600030101010101" pitchFamily="2" charset="-122"/>
              </a:endParaRPr>
            </a:p>
          </p:txBody>
        </p:sp>
      </p:grpSp>
      <p:sp>
        <p:nvSpPr>
          <p:cNvPr id="40028" name="直接连接符 40028"/>
          <p:cNvSpPr/>
          <p:nvPr/>
        </p:nvSpPr>
        <p:spPr>
          <a:xfrm>
            <a:off x="5467350" y="2809875"/>
            <a:ext cx="717550" cy="0"/>
          </a:xfrm>
          <a:prstGeom prst="line">
            <a:avLst/>
          </a:prstGeom>
          <a:ln w="38100" cap="flat" cmpd="sng">
            <a:solidFill>
              <a:schemeClr val="accent2"/>
            </a:solidFill>
            <a:prstDash val="solid"/>
            <a:round/>
            <a:headEnd type="none" w="med" len="med"/>
            <a:tailEnd type="triangle" w="sm" len="sm"/>
          </a:ln>
        </p:spPr>
      </p:sp>
      <p:sp>
        <p:nvSpPr>
          <p:cNvPr id="40029" name="文本框 40029"/>
          <p:cNvSpPr txBox="1"/>
          <p:nvPr/>
        </p:nvSpPr>
        <p:spPr>
          <a:xfrm>
            <a:off x="5273675" y="2811463"/>
            <a:ext cx="1073150" cy="641350"/>
          </a:xfrm>
          <a:prstGeom prst="rect">
            <a:avLst/>
          </a:prstGeom>
          <a:noFill/>
          <a:ln w="9525">
            <a:noFill/>
          </a:ln>
        </p:spPr>
        <p:txBody>
          <a:bodyPr wrap="none" anchor="ctr">
            <a:spAutoFit/>
          </a:bodyPr>
          <a:p>
            <a:pPr algn="ctr" eaLnBrk="0" hangingPunct="0">
              <a:spcBef>
                <a:spcPct val="50000"/>
              </a:spcBef>
            </a:pPr>
            <a:r>
              <a:rPr lang="en-US" altLang="zh-CN" sz="1800" b="1">
                <a:latin typeface="Helvetica" pitchFamily="2" charset="0"/>
                <a:ea typeface="宋体" panose="02010600030101010101" pitchFamily="2" charset="-122"/>
              </a:rPr>
              <a:t>Poison</a:t>
            </a:r>
            <a:br>
              <a:rPr lang="en-US" altLang="zh-CN" sz="1800" b="1">
                <a:latin typeface="Helvetica" pitchFamily="2" charset="0"/>
                <a:ea typeface="宋体" panose="02010600030101010101" pitchFamily="2" charset="-122"/>
              </a:rPr>
            </a:br>
            <a:r>
              <a:rPr lang="en-US" altLang="zh-CN" sz="1800" b="1">
                <a:latin typeface="Helvetica" pitchFamily="2" charset="0"/>
                <a:ea typeface="宋体" panose="02010600030101010101" pitchFamily="2" charset="-122"/>
              </a:rPr>
              <a:t>Reverse</a:t>
            </a:r>
            <a:endParaRPr lang="en-US" altLang="zh-CN" sz="1800" b="1">
              <a:latin typeface="Courier" pitchFamily="1" charset="0"/>
              <a:ea typeface="宋体" panose="02010600030101010101" pitchFamily="2" charset="-122"/>
            </a:endParaRPr>
          </a:p>
        </p:txBody>
      </p:sp>
      <p:sp>
        <p:nvSpPr>
          <p:cNvPr id="40030" name="标题 40030"/>
          <p:cNvSpPr>
            <a:spLocks noGrp="1"/>
          </p:cNvSpPr>
          <p:nvPr>
            <p:ph type="title"/>
          </p:nvPr>
        </p:nvSpPr>
        <p:spPr/>
        <p:txBody>
          <a:bodyPr anchor="b"/>
          <a:p>
            <a:r>
              <a:rPr lang="zh-CN" altLang="en-US"/>
              <a:t>解决办法：</a:t>
            </a:r>
            <a:br>
              <a:rPr lang="zh-CN" altLang="en-US"/>
            </a:br>
            <a:r>
              <a:rPr lang="zh-CN" altLang="en-US"/>
              <a:t>毒性逆转（</a:t>
            </a:r>
            <a:r>
              <a:rPr lang="en-US" altLang="zh-CN"/>
              <a:t>Poisoned Reverse</a:t>
            </a:r>
            <a:r>
              <a:rPr lang="zh-CN" altLang="en-US"/>
              <a:t>）</a:t>
            </a:r>
            <a:endParaRPr lang="zh-CN" altLang="en-US"/>
          </a:p>
        </p:txBody>
      </p:sp>
      <p:sp>
        <p:nvSpPr>
          <p:cNvPr id="40031" name="文本占位符 40031"/>
          <p:cNvSpPr>
            <a:spLocks noGrp="1"/>
          </p:cNvSpPr>
          <p:nvPr>
            <p:ph idx="1"/>
          </p:nvPr>
        </p:nvSpPr>
        <p:spPr>
          <a:xfrm>
            <a:off x="0" y="5300663"/>
            <a:ext cx="8964613" cy="1295400"/>
          </a:xfrm>
        </p:spPr>
        <p:txBody>
          <a:bodyPr anchor="t"/>
          <a:p>
            <a:r>
              <a:rPr lang="zh-CN" altLang="en-US" sz="2400"/>
              <a:t>毒性逆转（</a:t>
            </a:r>
            <a:r>
              <a:rPr lang="en-US" altLang="zh-CN" sz="2400"/>
              <a:t>Poisoned Reverse</a:t>
            </a:r>
            <a:r>
              <a:rPr lang="zh-CN" altLang="en-US" sz="2400"/>
              <a:t>）是设置那些不可达的网络跳数设置为</a:t>
            </a:r>
            <a:r>
              <a:rPr lang="en-US" altLang="zh-CN" sz="2400"/>
              <a:t>16</a:t>
            </a:r>
            <a:r>
              <a:rPr lang="zh-CN" altLang="en-US" sz="2400"/>
              <a:t>，收到此种的路由信息后，路由器会立刻抛弃该路由，而不是等待其老化时间到（</a:t>
            </a:r>
            <a:r>
              <a:rPr lang="en-US" altLang="zh-CN" sz="2400"/>
              <a:t>Age Out</a:t>
            </a:r>
            <a:r>
              <a:rPr lang="zh-CN" altLang="en-US" sz="2400"/>
              <a:t>）。</a:t>
            </a:r>
            <a:endParaRPr lang="zh-CN" altLang="en-US" sz="2400"/>
          </a:p>
        </p:txBody>
      </p:sp>
      <p:pic>
        <p:nvPicPr>
          <p:cNvPr id="40032" name="图片 40032" descr="GER---"/>
          <p:cNvPicPr>
            <a:picLocks noChangeAspect="1"/>
          </p:cNvPicPr>
          <p:nvPr/>
        </p:nvPicPr>
        <p:blipFill>
          <a:blip r:embed="rId1"/>
          <a:stretch>
            <a:fillRect/>
          </a:stretch>
        </p:blipFill>
        <p:spPr>
          <a:xfrm>
            <a:off x="1303338" y="1970088"/>
            <a:ext cx="1108075" cy="738187"/>
          </a:xfrm>
          <a:prstGeom prst="rect">
            <a:avLst/>
          </a:prstGeom>
          <a:noFill/>
          <a:ln w="9525">
            <a:noFill/>
          </a:ln>
        </p:spPr>
      </p:pic>
      <p:pic>
        <p:nvPicPr>
          <p:cNvPr id="40033" name="图片 40033" descr="GER---"/>
          <p:cNvPicPr>
            <a:picLocks noChangeAspect="1"/>
          </p:cNvPicPr>
          <p:nvPr/>
        </p:nvPicPr>
        <p:blipFill>
          <a:blip r:embed="rId1"/>
          <a:stretch>
            <a:fillRect/>
          </a:stretch>
        </p:blipFill>
        <p:spPr>
          <a:xfrm>
            <a:off x="3924300" y="1970088"/>
            <a:ext cx="1108075" cy="738187"/>
          </a:xfrm>
          <a:prstGeom prst="rect">
            <a:avLst/>
          </a:prstGeom>
          <a:noFill/>
          <a:ln w="9525">
            <a:noFill/>
          </a:ln>
        </p:spPr>
      </p:pic>
      <p:pic>
        <p:nvPicPr>
          <p:cNvPr id="40034" name="图片 40034" descr="GER---"/>
          <p:cNvPicPr>
            <a:picLocks noChangeAspect="1"/>
          </p:cNvPicPr>
          <p:nvPr/>
        </p:nvPicPr>
        <p:blipFill>
          <a:blip r:embed="rId1"/>
          <a:stretch>
            <a:fillRect/>
          </a:stretch>
        </p:blipFill>
        <p:spPr>
          <a:xfrm>
            <a:off x="6632575" y="1952625"/>
            <a:ext cx="1108075" cy="738188"/>
          </a:xfrm>
          <a:prstGeom prst="rect">
            <a:avLst/>
          </a:prstGeom>
          <a:noFill/>
          <a:ln w="9525">
            <a:noFill/>
          </a:ln>
        </p:spPr>
      </p:pic>
      <p:sp>
        <p:nvSpPr>
          <p:cNvPr id="40036" name="矩形 40035"/>
          <p:cNvSpPr/>
          <p:nvPr/>
        </p:nvSpPr>
        <p:spPr>
          <a:xfrm>
            <a:off x="1685925" y="2427288"/>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A</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40037" name="矩形 40036"/>
          <p:cNvSpPr/>
          <p:nvPr/>
        </p:nvSpPr>
        <p:spPr>
          <a:xfrm>
            <a:off x="4341813" y="2427288"/>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B</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40038" name="矩形 40037"/>
          <p:cNvSpPr/>
          <p:nvPr/>
        </p:nvSpPr>
        <p:spPr>
          <a:xfrm>
            <a:off x="7013575" y="2427288"/>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C</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直接连接符 41985"/>
          <p:cNvSpPr/>
          <p:nvPr/>
        </p:nvSpPr>
        <p:spPr>
          <a:xfrm>
            <a:off x="614363" y="3660775"/>
            <a:ext cx="614362" cy="0"/>
          </a:xfrm>
          <a:prstGeom prst="line">
            <a:avLst/>
          </a:prstGeom>
          <a:ln w="50800" cap="flat" cmpd="sng">
            <a:solidFill>
              <a:schemeClr val="accent2"/>
            </a:solidFill>
            <a:prstDash val="solid"/>
            <a:round/>
            <a:headEnd type="none" w="med" len="med"/>
            <a:tailEnd type="none" w="med" len="med"/>
          </a:ln>
          <a:effectLst>
            <a:outerShdw dist="35921" dir="2699999" algn="ctr" rotWithShape="0">
              <a:schemeClr val="bg2"/>
            </a:outerShdw>
          </a:effectLst>
        </p:spPr>
      </p:sp>
      <p:sp>
        <p:nvSpPr>
          <p:cNvPr id="41986" name="直接连接符 41986"/>
          <p:cNvSpPr/>
          <p:nvPr/>
        </p:nvSpPr>
        <p:spPr>
          <a:xfrm>
            <a:off x="7572375" y="3736975"/>
            <a:ext cx="614363" cy="0"/>
          </a:xfrm>
          <a:prstGeom prst="line">
            <a:avLst/>
          </a:prstGeom>
          <a:ln w="50800" cap="flat" cmpd="sng">
            <a:solidFill>
              <a:schemeClr val="accent2"/>
            </a:solidFill>
            <a:prstDash val="solid"/>
            <a:round/>
            <a:headEnd type="none" w="med" len="med"/>
            <a:tailEnd type="none" w="med" len="med"/>
          </a:ln>
          <a:effectLst>
            <a:outerShdw dist="35921" dir="2699999" algn="ctr" rotWithShape="0">
              <a:schemeClr val="bg2"/>
            </a:outerShdw>
          </a:effectLst>
        </p:spPr>
      </p:sp>
      <p:sp>
        <p:nvSpPr>
          <p:cNvPr id="41987" name="未知"/>
          <p:cNvSpPr/>
          <p:nvPr/>
        </p:nvSpPr>
        <p:spPr>
          <a:xfrm>
            <a:off x="2000250" y="3608388"/>
            <a:ext cx="2144713" cy="173037"/>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41988" name="未知"/>
          <p:cNvSpPr/>
          <p:nvPr/>
        </p:nvSpPr>
        <p:spPr>
          <a:xfrm>
            <a:off x="4743450" y="3608388"/>
            <a:ext cx="2144713" cy="173037"/>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41989" name="矩形 41989"/>
          <p:cNvSpPr/>
          <p:nvPr/>
        </p:nvSpPr>
        <p:spPr>
          <a:xfrm>
            <a:off x="2714625" y="3214688"/>
            <a:ext cx="1243013"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10.2.0.0</a:t>
            </a:r>
            <a:endParaRPr lang="en-US" altLang="zh-CN" sz="2000" b="1">
              <a:solidFill>
                <a:srgbClr val="000000"/>
              </a:solidFill>
              <a:latin typeface="Helvetica" pitchFamily="2" charset="0"/>
              <a:ea typeface="宋体" panose="02010600030101010101" pitchFamily="2" charset="-122"/>
            </a:endParaRPr>
          </a:p>
        </p:txBody>
      </p:sp>
      <p:sp>
        <p:nvSpPr>
          <p:cNvPr id="41990" name="矩形 41990"/>
          <p:cNvSpPr/>
          <p:nvPr/>
        </p:nvSpPr>
        <p:spPr>
          <a:xfrm>
            <a:off x="5186363" y="3214688"/>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10.3.0.0</a:t>
            </a:r>
            <a:endParaRPr lang="en-US" altLang="zh-CN" sz="2000" b="1">
              <a:solidFill>
                <a:srgbClr val="000000"/>
              </a:solidFill>
              <a:latin typeface="Helvetica" pitchFamily="2" charset="0"/>
              <a:ea typeface="宋体" panose="02010600030101010101" pitchFamily="2" charset="-122"/>
            </a:endParaRPr>
          </a:p>
        </p:txBody>
      </p:sp>
      <p:sp>
        <p:nvSpPr>
          <p:cNvPr id="41991" name="矩形 41991"/>
          <p:cNvSpPr/>
          <p:nvPr/>
        </p:nvSpPr>
        <p:spPr>
          <a:xfrm>
            <a:off x="7729538" y="3214688"/>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10.4.0.0</a:t>
            </a:r>
            <a:endParaRPr lang="en-US" altLang="zh-CN" sz="2000" b="1">
              <a:solidFill>
                <a:srgbClr val="000000"/>
              </a:solidFill>
              <a:latin typeface="Helvetica" pitchFamily="2" charset="0"/>
              <a:ea typeface="宋体" panose="02010600030101010101" pitchFamily="2" charset="-122"/>
            </a:endParaRPr>
          </a:p>
        </p:txBody>
      </p:sp>
      <p:sp>
        <p:nvSpPr>
          <p:cNvPr id="41992" name="矩形 41992"/>
          <p:cNvSpPr/>
          <p:nvPr/>
        </p:nvSpPr>
        <p:spPr>
          <a:xfrm>
            <a:off x="725488" y="3732213"/>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41993" name="矩形 41993"/>
          <p:cNvSpPr/>
          <p:nvPr/>
        </p:nvSpPr>
        <p:spPr>
          <a:xfrm>
            <a:off x="2354263" y="3732213"/>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41994" name="矩形 41994"/>
          <p:cNvSpPr/>
          <p:nvPr/>
        </p:nvSpPr>
        <p:spPr>
          <a:xfrm>
            <a:off x="3411538" y="3800475"/>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41995" name="矩形 41995"/>
          <p:cNvSpPr/>
          <p:nvPr/>
        </p:nvSpPr>
        <p:spPr>
          <a:xfrm>
            <a:off x="4997450" y="3800475"/>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41996" name="矩形 41996"/>
          <p:cNvSpPr/>
          <p:nvPr/>
        </p:nvSpPr>
        <p:spPr>
          <a:xfrm>
            <a:off x="6048375" y="3800475"/>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41997" name="矩形 41997"/>
          <p:cNvSpPr/>
          <p:nvPr/>
        </p:nvSpPr>
        <p:spPr>
          <a:xfrm>
            <a:off x="7634288" y="3800475"/>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41999" name="矩形 41998"/>
          <p:cNvSpPr/>
          <p:nvPr/>
        </p:nvSpPr>
        <p:spPr>
          <a:xfrm>
            <a:off x="8043863" y="3429000"/>
            <a:ext cx="514350" cy="500063"/>
          </a:xfrm>
          <a:prstGeom prst="rect">
            <a:avLst/>
          </a:prstGeom>
          <a:noFill/>
          <a:ln w="9525">
            <a:noFill/>
          </a:ln>
          <a:effectLst>
            <a:outerShdw dist="35921" dir="2699999" algn="ctr" rotWithShape="0">
              <a:schemeClr val="bg2"/>
            </a:outerShdw>
          </a:effectLst>
        </p:spPr>
        <p:txBody>
          <a:bodyPr wrap="none" lIns="21431" tIns="30362" rIns="21431" bIns="30362"/>
          <a:p>
            <a:pPr defTabSz="1028700" eaLnBrk="0" fontAlgn="base" hangingPunct="0">
              <a:lnSpc>
                <a:spcPts val="4840"/>
              </a:lnSpc>
              <a:tabLst>
                <a:tab pos="514350" algn="l"/>
                <a:tab pos="1028700" algn="l"/>
                <a:tab pos="1543050" algn="l"/>
              </a:tabLst>
            </a:pPr>
            <a:r>
              <a:rPr lang="en-US" altLang="zh-CN" sz="4100" b="1" strike="noStrike" noProof="1">
                <a:solidFill>
                  <a:schemeClr val="accent2"/>
                </a:solidFill>
                <a:latin typeface="Helvetica" pitchFamily="2" charset="0"/>
                <a:ea typeface="宋体" panose="02010600030101010101" pitchFamily="2" charset="-122"/>
                <a:cs typeface="+mn-cs"/>
              </a:rPr>
              <a:t>X</a:t>
            </a:r>
            <a:endParaRPr lang="en-US" altLang="zh-CN" sz="4100" b="1" strike="noStrike" noProof="1">
              <a:solidFill>
                <a:schemeClr val="accent2"/>
              </a:solidFill>
              <a:effectLst>
                <a:outerShdw blurRad="38100" dist="38100" dir="2700000">
                  <a:srgbClr val="C0C0C0"/>
                </a:outerShdw>
              </a:effectLst>
              <a:latin typeface="Helvetica" pitchFamily="2" charset="0"/>
            </a:endParaRPr>
          </a:p>
        </p:txBody>
      </p:sp>
      <p:sp>
        <p:nvSpPr>
          <p:cNvPr id="2" name="矩形 41999"/>
          <p:cNvSpPr/>
          <p:nvPr/>
        </p:nvSpPr>
        <p:spPr>
          <a:xfrm>
            <a:off x="4875213" y="2393950"/>
            <a:ext cx="1804987" cy="500063"/>
          </a:xfrm>
          <a:prstGeom prst="rect">
            <a:avLst/>
          </a:prstGeom>
          <a:solidFill>
            <a:srgbClr val="F6BF69"/>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r>
              <a:rPr lang="en-US" altLang="zh-CN" sz="1600" b="1">
                <a:latin typeface="Helvetica" pitchFamily="2" charset="0"/>
                <a:ea typeface="宋体" panose="02010600030101010101" pitchFamily="2" charset="-122"/>
              </a:rPr>
              <a:t>Network 10.4.0.0</a:t>
            </a:r>
            <a:endParaRPr lang="en-US" altLang="zh-CN" sz="1600" b="1">
              <a:latin typeface="Helvetica" pitchFamily="2" charset="0"/>
              <a:ea typeface="宋体" panose="02010600030101010101" pitchFamily="2" charset="-122"/>
            </a:endParaRPr>
          </a:p>
          <a:p>
            <a:pPr algn="ctr" defTabSz="1028700" eaLnBrk="0" hangingPunct="0"/>
            <a:r>
              <a:rPr lang="en-US" altLang="zh-CN" sz="1600" b="1">
                <a:latin typeface="Helvetica" pitchFamily="2" charset="0"/>
                <a:ea typeface="宋体" panose="02010600030101010101" pitchFamily="2" charset="-122"/>
              </a:rPr>
              <a:t>is unreachable</a:t>
            </a:r>
            <a:endParaRPr lang="en-US" altLang="zh-CN" sz="1600" b="1">
              <a:latin typeface="Helvetica" pitchFamily="2" charset="0"/>
              <a:ea typeface="宋体" panose="02010600030101010101" pitchFamily="2" charset="-122"/>
            </a:endParaRPr>
          </a:p>
        </p:txBody>
      </p:sp>
      <p:sp>
        <p:nvSpPr>
          <p:cNvPr id="42000" name="直接连接符 42000"/>
          <p:cNvSpPr/>
          <p:nvPr/>
        </p:nvSpPr>
        <p:spPr>
          <a:xfrm flipH="1" flipV="1">
            <a:off x="5157788" y="3038475"/>
            <a:ext cx="1093787" cy="4763"/>
          </a:xfrm>
          <a:prstGeom prst="line">
            <a:avLst/>
          </a:prstGeom>
          <a:ln w="50800" cap="flat" cmpd="sng">
            <a:solidFill>
              <a:srgbClr val="7D00E4"/>
            </a:solidFill>
            <a:prstDash val="solid"/>
            <a:round/>
            <a:headEnd type="none" w="med" len="med"/>
            <a:tailEnd type="triangle" w="med" len="med"/>
          </a:ln>
        </p:spPr>
      </p:sp>
      <p:sp>
        <p:nvSpPr>
          <p:cNvPr id="42001" name="矩形 42001"/>
          <p:cNvSpPr/>
          <p:nvPr/>
        </p:nvSpPr>
        <p:spPr>
          <a:xfrm>
            <a:off x="2603500" y="2393950"/>
            <a:ext cx="1804988" cy="500063"/>
          </a:xfrm>
          <a:prstGeom prst="rect">
            <a:avLst/>
          </a:prstGeom>
          <a:solidFill>
            <a:srgbClr val="F6BF69"/>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r>
              <a:rPr lang="en-US" altLang="zh-CN" sz="1600" b="1">
                <a:latin typeface="Helvetica" pitchFamily="2" charset="0"/>
                <a:ea typeface="宋体" panose="02010600030101010101" pitchFamily="2" charset="-122"/>
              </a:rPr>
              <a:t>Network 10.4.0.0</a:t>
            </a:r>
            <a:endParaRPr lang="en-US" altLang="zh-CN" sz="1600" b="1">
              <a:latin typeface="Helvetica" pitchFamily="2" charset="0"/>
              <a:ea typeface="宋体" panose="02010600030101010101" pitchFamily="2" charset="-122"/>
            </a:endParaRPr>
          </a:p>
          <a:p>
            <a:pPr algn="ctr" defTabSz="1028700" eaLnBrk="0" hangingPunct="0"/>
            <a:r>
              <a:rPr lang="en-US" altLang="zh-CN" sz="1600" b="1">
                <a:latin typeface="Helvetica" pitchFamily="2" charset="0"/>
                <a:ea typeface="宋体" panose="02010600030101010101" pitchFamily="2" charset="-122"/>
              </a:rPr>
              <a:t>is unreachable</a:t>
            </a:r>
            <a:endParaRPr lang="en-US" altLang="zh-CN" sz="1600" b="1">
              <a:latin typeface="Helvetica" pitchFamily="2" charset="0"/>
              <a:ea typeface="宋体" panose="02010600030101010101" pitchFamily="2" charset="-122"/>
            </a:endParaRPr>
          </a:p>
        </p:txBody>
      </p:sp>
      <p:sp>
        <p:nvSpPr>
          <p:cNvPr id="42002" name="直接连接符 42002"/>
          <p:cNvSpPr/>
          <p:nvPr/>
        </p:nvSpPr>
        <p:spPr>
          <a:xfrm flipH="1" flipV="1">
            <a:off x="2886075" y="3038475"/>
            <a:ext cx="1093788" cy="4763"/>
          </a:xfrm>
          <a:prstGeom prst="line">
            <a:avLst/>
          </a:prstGeom>
          <a:ln w="50800" cap="flat" cmpd="sng">
            <a:solidFill>
              <a:srgbClr val="7D00E4"/>
            </a:solidFill>
            <a:prstDash val="solid"/>
            <a:round/>
            <a:headEnd type="none" w="med" len="med"/>
            <a:tailEnd type="triangle" w="med" len="med"/>
          </a:ln>
        </p:spPr>
      </p:sp>
      <p:sp>
        <p:nvSpPr>
          <p:cNvPr id="42003" name="矩形 42003"/>
          <p:cNvSpPr/>
          <p:nvPr/>
        </p:nvSpPr>
        <p:spPr>
          <a:xfrm>
            <a:off x="103188" y="2393950"/>
            <a:ext cx="1804987" cy="500063"/>
          </a:xfrm>
          <a:prstGeom prst="rect">
            <a:avLst/>
          </a:prstGeom>
          <a:solidFill>
            <a:srgbClr val="F6BF69"/>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r>
              <a:rPr lang="en-US" altLang="zh-CN" sz="1600" b="1">
                <a:latin typeface="Helvetica" pitchFamily="2" charset="0"/>
                <a:ea typeface="宋体" panose="02010600030101010101" pitchFamily="2" charset="-122"/>
              </a:rPr>
              <a:t>Network 10.4.0.0</a:t>
            </a:r>
            <a:endParaRPr lang="en-US" altLang="zh-CN" sz="1600" b="1">
              <a:latin typeface="Helvetica" pitchFamily="2" charset="0"/>
              <a:ea typeface="宋体" panose="02010600030101010101" pitchFamily="2" charset="-122"/>
            </a:endParaRPr>
          </a:p>
          <a:p>
            <a:pPr algn="ctr" defTabSz="1028700" eaLnBrk="0" hangingPunct="0"/>
            <a:r>
              <a:rPr lang="en-US" altLang="zh-CN" sz="1600" b="1">
                <a:latin typeface="Helvetica" pitchFamily="2" charset="0"/>
                <a:ea typeface="宋体" panose="02010600030101010101" pitchFamily="2" charset="-122"/>
              </a:rPr>
              <a:t>is unreachable</a:t>
            </a:r>
            <a:endParaRPr lang="en-US" altLang="zh-CN" sz="1600" b="1">
              <a:latin typeface="Helvetica" pitchFamily="2" charset="0"/>
              <a:ea typeface="宋体" panose="02010600030101010101" pitchFamily="2" charset="-122"/>
            </a:endParaRPr>
          </a:p>
        </p:txBody>
      </p:sp>
      <p:sp>
        <p:nvSpPr>
          <p:cNvPr id="42004" name="直接连接符 42004"/>
          <p:cNvSpPr/>
          <p:nvPr/>
        </p:nvSpPr>
        <p:spPr>
          <a:xfrm flipH="1" flipV="1">
            <a:off x="385763" y="3038475"/>
            <a:ext cx="1093787" cy="4763"/>
          </a:xfrm>
          <a:prstGeom prst="line">
            <a:avLst/>
          </a:prstGeom>
          <a:ln w="50800" cap="flat" cmpd="sng">
            <a:solidFill>
              <a:srgbClr val="7D00E4"/>
            </a:solidFill>
            <a:prstDash val="solid"/>
            <a:round/>
            <a:headEnd type="none" w="med" len="med"/>
            <a:tailEnd type="triangle" w="med" len="med"/>
          </a:ln>
        </p:spPr>
      </p:sp>
      <p:sp>
        <p:nvSpPr>
          <p:cNvPr id="42005" name="矩形 42005"/>
          <p:cNvSpPr/>
          <p:nvPr/>
        </p:nvSpPr>
        <p:spPr>
          <a:xfrm>
            <a:off x="100013" y="3214688"/>
            <a:ext cx="1243012" cy="471487"/>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10.1.0.0</a:t>
            </a:r>
            <a:endParaRPr lang="en-US" altLang="zh-CN" sz="2000" b="1">
              <a:solidFill>
                <a:srgbClr val="000000"/>
              </a:solidFill>
              <a:latin typeface="Helvetica" pitchFamily="2" charset="0"/>
              <a:ea typeface="宋体" panose="02010600030101010101" pitchFamily="2" charset="-122"/>
            </a:endParaRPr>
          </a:p>
        </p:txBody>
      </p:sp>
      <p:sp>
        <p:nvSpPr>
          <p:cNvPr id="42006" name="标题 42006"/>
          <p:cNvSpPr>
            <a:spLocks noGrp="1"/>
          </p:cNvSpPr>
          <p:nvPr>
            <p:ph type="title"/>
          </p:nvPr>
        </p:nvSpPr>
        <p:spPr/>
        <p:txBody>
          <a:bodyPr anchor="b"/>
          <a:p>
            <a:r>
              <a:rPr lang="zh-CN" altLang="en-US"/>
              <a:t>解决办法：</a:t>
            </a:r>
            <a:br>
              <a:rPr lang="zh-CN" altLang="en-US"/>
            </a:br>
            <a:r>
              <a:rPr lang="zh-CN" altLang="en-US"/>
              <a:t>触发更新</a:t>
            </a:r>
            <a:r>
              <a:rPr lang="en-US" altLang="zh-CN"/>
              <a:t>(Triggered Update)</a:t>
            </a:r>
            <a:endParaRPr lang="en-US" altLang="zh-CN"/>
          </a:p>
        </p:txBody>
      </p:sp>
      <p:pic>
        <p:nvPicPr>
          <p:cNvPr id="42007" name="图片 42007" descr="GER---"/>
          <p:cNvPicPr>
            <a:picLocks noChangeAspect="1"/>
          </p:cNvPicPr>
          <p:nvPr/>
        </p:nvPicPr>
        <p:blipFill>
          <a:blip r:embed="rId1"/>
          <a:stretch>
            <a:fillRect/>
          </a:stretch>
        </p:blipFill>
        <p:spPr>
          <a:xfrm>
            <a:off x="1187450" y="3298825"/>
            <a:ext cx="1108075" cy="738188"/>
          </a:xfrm>
          <a:prstGeom prst="rect">
            <a:avLst/>
          </a:prstGeom>
          <a:noFill/>
          <a:ln w="9525">
            <a:noFill/>
          </a:ln>
        </p:spPr>
      </p:pic>
      <p:pic>
        <p:nvPicPr>
          <p:cNvPr id="42008" name="图片 42008" descr="GER---"/>
          <p:cNvPicPr>
            <a:picLocks noChangeAspect="1"/>
          </p:cNvPicPr>
          <p:nvPr/>
        </p:nvPicPr>
        <p:blipFill>
          <a:blip r:embed="rId1"/>
          <a:stretch>
            <a:fillRect/>
          </a:stretch>
        </p:blipFill>
        <p:spPr>
          <a:xfrm>
            <a:off x="3808413" y="3298825"/>
            <a:ext cx="1108075" cy="738188"/>
          </a:xfrm>
          <a:prstGeom prst="rect">
            <a:avLst/>
          </a:prstGeom>
          <a:noFill/>
          <a:ln w="9525">
            <a:noFill/>
          </a:ln>
        </p:spPr>
      </p:pic>
      <p:pic>
        <p:nvPicPr>
          <p:cNvPr id="42009" name="图片 42009" descr="GER---"/>
          <p:cNvPicPr>
            <a:picLocks noChangeAspect="1"/>
          </p:cNvPicPr>
          <p:nvPr/>
        </p:nvPicPr>
        <p:blipFill>
          <a:blip r:embed="rId1"/>
          <a:stretch>
            <a:fillRect/>
          </a:stretch>
        </p:blipFill>
        <p:spPr>
          <a:xfrm>
            <a:off x="6516688" y="3281363"/>
            <a:ext cx="1108075" cy="738187"/>
          </a:xfrm>
          <a:prstGeom prst="rect">
            <a:avLst/>
          </a:prstGeom>
          <a:noFill/>
          <a:ln w="9525">
            <a:noFill/>
          </a:ln>
        </p:spPr>
      </p:pic>
      <p:sp>
        <p:nvSpPr>
          <p:cNvPr id="42011" name="矩形 42010"/>
          <p:cNvSpPr/>
          <p:nvPr/>
        </p:nvSpPr>
        <p:spPr>
          <a:xfrm>
            <a:off x="1600200" y="3722688"/>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A</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42012" name="矩形 42011"/>
          <p:cNvSpPr/>
          <p:nvPr/>
        </p:nvSpPr>
        <p:spPr>
          <a:xfrm>
            <a:off x="4256088" y="3722688"/>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B</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42013" name="矩形 42012"/>
          <p:cNvSpPr/>
          <p:nvPr/>
        </p:nvSpPr>
        <p:spPr>
          <a:xfrm>
            <a:off x="6927850" y="3722688"/>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C</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矩形 44033"/>
          <p:cNvSpPr/>
          <p:nvPr/>
        </p:nvSpPr>
        <p:spPr>
          <a:xfrm>
            <a:off x="547688" y="4748213"/>
            <a:ext cx="7893050" cy="685800"/>
          </a:xfrm>
          <a:prstGeom prst="rect">
            <a:avLst/>
          </a:prstGeom>
          <a:noFill/>
          <a:ln w="9525">
            <a:noFill/>
          </a:ln>
        </p:spPr>
        <p:txBody>
          <a:bodyPr lIns="82153" tIns="41076" rIns="82153" bIns="41076" anchor="ctr" anchorCtr="1"/>
          <a:p>
            <a:pPr algn="just" defTabSz="916305">
              <a:spcBef>
                <a:spcPct val="20000"/>
              </a:spcBef>
              <a:buClr>
                <a:srgbClr val="3333CC"/>
              </a:buClr>
              <a:buFont typeface="Wingdings" panose="05000000000000000000" pitchFamily="2" charset="2"/>
              <a:buChar char="Ø"/>
            </a:pPr>
            <a:endParaRPr lang="zh-CN" altLang="zh-CN" sz="2000">
              <a:latin typeface="Times New Roman" panose="02020603050405020304" pitchFamily="2" charset="0"/>
              <a:ea typeface="宋体" panose="02010600030101010101" pitchFamily="2" charset="-122"/>
            </a:endParaRPr>
          </a:p>
        </p:txBody>
      </p:sp>
      <p:sp>
        <p:nvSpPr>
          <p:cNvPr id="44034" name="矩形 44034"/>
          <p:cNvSpPr/>
          <p:nvPr/>
        </p:nvSpPr>
        <p:spPr>
          <a:xfrm>
            <a:off x="5786438" y="3644900"/>
            <a:ext cx="2641600" cy="431800"/>
          </a:xfrm>
          <a:prstGeom prst="rect">
            <a:avLst/>
          </a:prstGeom>
          <a:noFill/>
          <a:ln w="9525">
            <a:noFill/>
          </a:ln>
        </p:spPr>
        <p:txBody>
          <a:bodyPr wrap="none" lIns="19645" tIns="28575" rIns="19645" bIns="28575" anchor="t"/>
          <a:p>
            <a:pPr algn="ctr" defTabSz="929005" eaLnBrk="0" hangingPunct="0">
              <a:lnSpc>
                <a:spcPts val="2590"/>
              </a:lnSpc>
              <a:tabLst>
                <a:tab pos="488950" algn="l"/>
                <a:tab pos="976630" algn="l"/>
                <a:tab pos="1466850" algn="l"/>
              </a:tabLst>
            </a:pPr>
            <a:r>
              <a:rPr lang="en-US" altLang="zh-CN" sz="1600" b="1">
                <a:solidFill>
                  <a:srgbClr val="000000"/>
                </a:solidFill>
                <a:latin typeface="Helvetica" pitchFamily="2" charset="0"/>
                <a:ea typeface="宋体" panose="02010600030101010101" pitchFamily="2" charset="-122"/>
              </a:rPr>
              <a:t>10.4.0.0</a:t>
            </a:r>
            <a:r>
              <a:rPr lang="zh-CN" altLang="en-US" sz="1600" b="1">
                <a:solidFill>
                  <a:srgbClr val="000000"/>
                </a:solidFill>
                <a:latin typeface="Helvetica" pitchFamily="2" charset="0"/>
                <a:ea typeface="宋体" panose="02010600030101010101" pitchFamily="2" charset="-122"/>
              </a:rPr>
              <a:t>网络反复振荡</a:t>
            </a:r>
            <a:endParaRPr lang="zh-CN" altLang="en-US" sz="1600" b="1">
              <a:solidFill>
                <a:srgbClr val="000000"/>
              </a:solidFill>
              <a:latin typeface="Helvetica" pitchFamily="2" charset="0"/>
              <a:ea typeface="宋体" panose="02010600030101010101" pitchFamily="2" charset="-122"/>
            </a:endParaRPr>
          </a:p>
        </p:txBody>
      </p:sp>
      <p:sp>
        <p:nvSpPr>
          <p:cNvPr id="44035" name="矩形 44035"/>
          <p:cNvSpPr/>
          <p:nvPr/>
        </p:nvSpPr>
        <p:spPr>
          <a:xfrm>
            <a:off x="3379788" y="2106613"/>
            <a:ext cx="1700212" cy="500062"/>
          </a:xfrm>
          <a:prstGeom prst="rect">
            <a:avLst/>
          </a:prstGeom>
          <a:solidFill>
            <a:srgbClr val="ACEBD7"/>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r>
              <a:rPr lang="en-US" altLang="zh-CN" sz="1600" b="1">
                <a:latin typeface="Helvetica" pitchFamily="2" charset="0"/>
                <a:ea typeface="宋体" panose="02010600030101010101" pitchFamily="2" charset="-122"/>
              </a:rPr>
              <a:t>hold-down</a:t>
            </a:r>
            <a:r>
              <a:rPr lang="zh-CN" altLang="en-US" sz="1600" b="1">
                <a:latin typeface="Helvetica" pitchFamily="2" charset="0"/>
                <a:ea typeface="宋体" panose="02010600030101010101" pitchFamily="2" charset="-122"/>
              </a:rPr>
              <a:t>计时</a:t>
            </a:r>
            <a:endParaRPr lang="zh-CN" altLang="en-US" sz="1600" b="1">
              <a:latin typeface="Helvetica" pitchFamily="2" charset="0"/>
              <a:ea typeface="宋体" panose="02010600030101010101" pitchFamily="2" charset="-122"/>
            </a:endParaRPr>
          </a:p>
          <a:p>
            <a:pPr algn="ctr" defTabSz="1028700" eaLnBrk="0" hangingPunct="0"/>
            <a:r>
              <a:rPr lang="zh-CN" altLang="en-US" sz="1600" b="1">
                <a:latin typeface="Helvetica" pitchFamily="2" charset="0"/>
                <a:ea typeface="宋体" panose="02010600030101010101" pitchFamily="2" charset="-122"/>
              </a:rPr>
              <a:t>终止后更新</a:t>
            </a:r>
            <a:endParaRPr lang="zh-CN" altLang="en-US" sz="1600" b="1">
              <a:latin typeface="Helvetica" pitchFamily="2" charset="0"/>
              <a:ea typeface="宋体" panose="02010600030101010101" pitchFamily="2" charset="-122"/>
            </a:endParaRPr>
          </a:p>
        </p:txBody>
      </p:sp>
      <p:pic>
        <p:nvPicPr>
          <p:cNvPr id="44036" name="图片 44036"/>
          <p:cNvPicPr/>
          <p:nvPr/>
        </p:nvPicPr>
        <p:blipFill>
          <a:blip r:embed="rId1"/>
          <a:stretch>
            <a:fillRect/>
          </a:stretch>
        </p:blipFill>
        <p:spPr>
          <a:xfrm>
            <a:off x="2800350" y="2032000"/>
            <a:ext cx="514350" cy="685800"/>
          </a:xfrm>
          <a:prstGeom prst="rect">
            <a:avLst/>
          </a:prstGeom>
          <a:noFill/>
          <a:ln w="9525">
            <a:noFill/>
          </a:ln>
        </p:spPr>
      </p:pic>
      <p:sp>
        <p:nvSpPr>
          <p:cNvPr id="44037" name="矩形 44037"/>
          <p:cNvSpPr/>
          <p:nvPr/>
        </p:nvSpPr>
        <p:spPr>
          <a:xfrm>
            <a:off x="5518150" y="1846263"/>
            <a:ext cx="1804988" cy="500062"/>
          </a:xfrm>
          <a:prstGeom prst="rect">
            <a:avLst/>
          </a:prstGeom>
          <a:solidFill>
            <a:srgbClr val="F6BF69"/>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eaLnBrk="0" hangingPunct="0"/>
            <a:r>
              <a:rPr lang="zh-CN" altLang="en-US" sz="1600" b="1">
                <a:latin typeface="Helvetica" pitchFamily="2" charset="0"/>
                <a:ea typeface="宋体" panose="02010600030101010101" pitchFamily="2" charset="-122"/>
              </a:rPr>
              <a:t>通告</a:t>
            </a:r>
            <a:r>
              <a:rPr lang="en-US" altLang="zh-CN" sz="1600" b="1">
                <a:latin typeface="Helvetica" pitchFamily="2" charset="0"/>
                <a:ea typeface="宋体" panose="02010600030101010101" pitchFamily="2" charset="-122"/>
              </a:rPr>
              <a:t>10.4.0.0</a:t>
            </a:r>
            <a:endParaRPr lang="en-US" altLang="zh-CN" sz="1600" b="1">
              <a:latin typeface="Helvetica" pitchFamily="2" charset="0"/>
              <a:ea typeface="宋体" panose="02010600030101010101" pitchFamily="2" charset="-122"/>
            </a:endParaRPr>
          </a:p>
          <a:p>
            <a:pPr algn="ctr" defTabSz="1028700" eaLnBrk="0" hangingPunct="0"/>
            <a:r>
              <a:rPr lang="zh-CN" altLang="en-US" sz="1600" b="1">
                <a:latin typeface="Helvetica" pitchFamily="2" charset="0"/>
                <a:ea typeface="宋体" panose="02010600030101010101" pitchFamily="2" charset="-122"/>
              </a:rPr>
              <a:t>网络不可达</a:t>
            </a:r>
            <a:endParaRPr lang="zh-CN" altLang="en-US" sz="1600" b="1">
              <a:latin typeface="Helvetica" pitchFamily="2" charset="0"/>
              <a:ea typeface="宋体" panose="02010600030101010101" pitchFamily="2" charset="-122"/>
            </a:endParaRPr>
          </a:p>
        </p:txBody>
      </p:sp>
      <p:sp>
        <p:nvSpPr>
          <p:cNvPr id="44038" name="直接连接符 44038"/>
          <p:cNvSpPr/>
          <p:nvPr/>
        </p:nvSpPr>
        <p:spPr>
          <a:xfrm>
            <a:off x="514350" y="3189288"/>
            <a:ext cx="614363" cy="0"/>
          </a:xfrm>
          <a:prstGeom prst="line">
            <a:avLst/>
          </a:prstGeom>
          <a:ln w="50800" cap="flat" cmpd="sng">
            <a:solidFill>
              <a:schemeClr val="accent2"/>
            </a:solidFill>
            <a:prstDash val="solid"/>
            <a:round/>
            <a:headEnd type="none" w="med" len="med"/>
            <a:tailEnd type="none" w="med" len="med"/>
          </a:ln>
        </p:spPr>
      </p:sp>
      <p:sp>
        <p:nvSpPr>
          <p:cNvPr id="44039" name="直接连接符 44039"/>
          <p:cNvSpPr/>
          <p:nvPr/>
        </p:nvSpPr>
        <p:spPr>
          <a:xfrm>
            <a:off x="7472363" y="3189288"/>
            <a:ext cx="614362" cy="0"/>
          </a:xfrm>
          <a:prstGeom prst="line">
            <a:avLst/>
          </a:prstGeom>
          <a:ln w="50800" cap="flat" cmpd="sng">
            <a:solidFill>
              <a:schemeClr val="accent2"/>
            </a:solidFill>
            <a:prstDash val="solid"/>
            <a:round/>
            <a:headEnd type="none" w="med" len="med"/>
            <a:tailEnd type="none" w="med" len="med"/>
          </a:ln>
        </p:spPr>
      </p:sp>
      <p:sp>
        <p:nvSpPr>
          <p:cNvPr id="44040" name="未知"/>
          <p:cNvSpPr/>
          <p:nvPr/>
        </p:nvSpPr>
        <p:spPr>
          <a:xfrm>
            <a:off x="1900238" y="3060700"/>
            <a:ext cx="2144712" cy="173038"/>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44041" name="未知"/>
          <p:cNvSpPr/>
          <p:nvPr/>
        </p:nvSpPr>
        <p:spPr>
          <a:xfrm>
            <a:off x="4643438" y="3060700"/>
            <a:ext cx="2144712" cy="173038"/>
          </a:xfrm>
          <a:custGeom>
            <a:avLst/>
            <a:gdLst/>
            <a:ahLst/>
            <a:cxnLst/>
            <a:pathLst>
              <a:path w="1201" h="97">
                <a:moveTo>
                  <a:pt x="0" y="0"/>
                </a:moveTo>
                <a:lnTo>
                  <a:pt x="624" y="0"/>
                </a:lnTo>
                <a:lnTo>
                  <a:pt x="528" y="96"/>
                </a:lnTo>
                <a:lnTo>
                  <a:pt x="1200" y="96"/>
                </a:lnTo>
              </a:path>
            </a:pathLst>
          </a:custGeom>
          <a:noFill/>
          <a:ln w="50800" cap="rnd" cmpd="sng">
            <a:solidFill>
              <a:schemeClr val="accent2"/>
            </a:solidFill>
            <a:prstDash val="solid"/>
            <a:round/>
            <a:headEnd type="none" w="med" len="med"/>
            <a:tailEnd type="none" w="med" len="med"/>
          </a:ln>
          <a:effectLst>
            <a:outerShdw dist="17961" dir="2699999" algn="ctr" rotWithShape="0">
              <a:schemeClr val="tx1"/>
            </a:outerShdw>
          </a:effectLst>
        </p:spPr>
        <p:txBody>
          <a:bodyPr/>
          <a:p>
            <a:endParaRPr lang="zh-CN" altLang="en-US"/>
          </a:p>
        </p:txBody>
      </p:sp>
      <p:sp>
        <p:nvSpPr>
          <p:cNvPr id="44042" name="矩形 44042"/>
          <p:cNvSpPr/>
          <p:nvPr/>
        </p:nvSpPr>
        <p:spPr>
          <a:xfrm>
            <a:off x="0" y="2667000"/>
            <a:ext cx="1243013" cy="471488"/>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10.1.0.0</a:t>
            </a:r>
            <a:endParaRPr lang="en-US" altLang="zh-CN" sz="2000" b="1">
              <a:solidFill>
                <a:srgbClr val="000000"/>
              </a:solidFill>
              <a:latin typeface="Helvetica" pitchFamily="2" charset="0"/>
              <a:ea typeface="宋体" panose="02010600030101010101" pitchFamily="2" charset="-122"/>
            </a:endParaRPr>
          </a:p>
        </p:txBody>
      </p:sp>
      <p:sp>
        <p:nvSpPr>
          <p:cNvPr id="44043" name="矩形 44043"/>
          <p:cNvSpPr/>
          <p:nvPr/>
        </p:nvSpPr>
        <p:spPr>
          <a:xfrm>
            <a:off x="2614613" y="2667000"/>
            <a:ext cx="1243012" cy="471488"/>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10.2.0.0</a:t>
            </a:r>
            <a:endParaRPr lang="en-US" altLang="zh-CN" sz="2000" b="1">
              <a:solidFill>
                <a:srgbClr val="000000"/>
              </a:solidFill>
              <a:latin typeface="Helvetica" pitchFamily="2" charset="0"/>
              <a:ea typeface="宋体" panose="02010600030101010101" pitchFamily="2" charset="-122"/>
            </a:endParaRPr>
          </a:p>
        </p:txBody>
      </p:sp>
      <p:sp>
        <p:nvSpPr>
          <p:cNvPr id="44044" name="矩形 44044"/>
          <p:cNvSpPr/>
          <p:nvPr/>
        </p:nvSpPr>
        <p:spPr>
          <a:xfrm>
            <a:off x="5086350" y="2667000"/>
            <a:ext cx="1243013" cy="471488"/>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10.3.0.0</a:t>
            </a:r>
            <a:endParaRPr lang="en-US" altLang="zh-CN" sz="2000" b="1">
              <a:solidFill>
                <a:srgbClr val="000000"/>
              </a:solidFill>
              <a:latin typeface="Helvetica" pitchFamily="2" charset="0"/>
              <a:ea typeface="宋体" panose="02010600030101010101" pitchFamily="2" charset="-122"/>
            </a:endParaRPr>
          </a:p>
        </p:txBody>
      </p:sp>
      <p:sp>
        <p:nvSpPr>
          <p:cNvPr id="44045" name="矩形 44045"/>
          <p:cNvSpPr/>
          <p:nvPr/>
        </p:nvSpPr>
        <p:spPr>
          <a:xfrm>
            <a:off x="7629525" y="2667000"/>
            <a:ext cx="1243013" cy="471488"/>
          </a:xfrm>
          <a:prstGeom prst="rect">
            <a:avLst/>
          </a:prstGeom>
          <a:noFill/>
          <a:ln w="9525">
            <a:noFill/>
          </a:ln>
        </p:spPr>
        <p:txBody>
          <a:bodyPr wrap="none" lIns="21431" tIns="30362" rIns="21431" bIns="30362" anchor="t"/>
          <a:p>
            <a:pPr defTabSz="1028700" eaLnBrk="0" hangingPunct="0">
              <a:lnSpc>
                <a:spcPts val="2365"/>
              </a:lnSpc>
              <a:tabLst>
                <a:tab pos="514350" algn="l"/>
                <a:tab pos="1028700" algn="l"/>
                <a:tab pos="1543050" algn="l"/>
              </a:tabLst>
            </a:pPr>
            <a:r>
              <a:rPr lang="en-US" altLang="zh-CN" sz="2000" b="1">
                <a:solidFill>
                  <a:srgbClr val="000000"/>
                </a:solidFill>
                <a:latin typeface="Helvetica" pitchFamily="2" charset="0"/>
                <a:ea typeface="宋体" panose="02010600030101010101" pitchFamily="2" charset="-122"/>
              </a:rPr>
              <a:t>10.4.0.0</a:t>
            </a:r>
            <a:endParaRPr lang="en-US" altLang="zh-CN" sz="2000" b="1">
              <a:solidFill>
                <a:srgbClr val="000000"/>
              </a:solidFill>
              <a:latin typeface="Helvetica" pitchFamily="2" charset="0"/>
              <a:ea typeface="宋体" panose="02010600030101010101" pitchFamily="2" charset="-122"/>
            </a:endParaRPr>
          </a:p>
        </p:txBody>
      </p:sp>
      <p:sp>
        <p:nvSpPr>
          <p:cNvPr id="44046" name="矩形 44046"/>
          <p:cNvSpPr/>
          <p:nvPr/>
        </p:nvSpPr>
        <p:spPr>
          <a:xfrm>
            <a:off x="625475" y="3184525"/>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44047" name="矩形 44047"/>
          <p:cNvSpPr/>
          <p:nvPr/>
        </p:nvSpPr>
        <p:spPr>
          <a:xfrm>
            <a:off x="2254250" y="3184525"/>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44048" name="矩形 44048"/>
          <p:cNvSpPr/>
          <p:nvPr/>
        </p:nvSpPr>
        <p:spPr>
          <a:xfrm>
            <a:off x="3311525" y="32527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44049" name="矩形 44049"/>
          <p:cNvSpPr/>
          <p:nvPr/>
        </p:nvSpPr>
        <p:spPr>
          <a:xfrm>
            <a:off x="4897438" y="32527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S1</a:t>
            </a:r>
            <a:endParaRPr lang="en-US" altLang="zh-CN" sz="1600" b="1">
              <a:latin typeface="Helvetica" pitchFamily="2" charset="0"/>
              <a:ea typeface="宋体" panose="02010600030101010101" pitchFamily="2" charset="-122"/>
            </a:endParaRPr>
          </a:p>
        </p:txBody>
      </p:sp>
      <p:sp>
        <p:nvSpPr>
          <p:cNvPr id="44050" name="矩形 44050"/>
          <p:cNvSpPr/>
          <p:nvPr/>
        </p:nvSpPr>
        <p:spPr>
          <a:xfrm>
            <a:off x="5948363" y="32527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S0</a:t>
            </a:r>
            <a:endParaRPr lang="en-US" altLang="zh-CN" sz="1600" b="1">
              <a:latin typeface="Helvetica" pitchFamily="2" charset="0"/>
              <a:ea typeface="宋体" panose="02010600030101010101" pitchFamily="2" charset="-122"/>
            </a:endParaRPr>
          </a:p>
        </p:txBody>
      </p:sp>
      <p:sp>
        <p:nvSpPr>
          <p:cNvPr id="44051" name="矩形 44051"/>
          <p:cNvSpPr/>
          <p:nvPr/>
        </p:nvSpPr>
        <p:spPr>
          <a:xfrm>
            <a:off x="7534275" y="3252788"/>
            <a:ext cx="454025" cy="349250"/>
          </a:xfrm>
          <a:prstGeom prst="rect">
            <a:avLst/>
          </a:prstGeom>
          <a:noFill/>
          <a:ln w="9525">
            <a:noFill/>
          </a:ln>
        </p:spPr>
        <p:txBody>
          <a:bodyPr wrap="none" lIns="103584" tIns="51793" rIns="103584" bIns="51793" anchor="t">
            <a:spAutoFit/>
          </a:bodyPr>
          <a:p>
            <a:pPr defTabSz="1028700" eaLnBrk="0" hangingPunct="0"/>
            <a:r>
              <a:rPr lang="en-US" altLang="zh-CN" sz="1600" b="1">
                <a:latin typeface="Helvetica" pitchFamily="2" charset="0"/>
                <a:ea typeface="宋体" panose="02010600030101010101" pitchFamily="2" charset="-122"/>
              </a:rPr>
              <a:t>E0</a:t>
            </a:r>
            <a:endParaRPr lang="en-US" altLang="zh-CN" sz="1600" b="1">
              <a:latin typeface="Helvetica" pitchFamily="2" charset="0"/>
              <a:ea typeface="宋体" panose="02010600030101010101" pitchFamily="2" charset="-122"/>
            </a:endParaRPr>
          </a:p>
        </p:txBody>
      </p:sp>
      <p:sp>
        <p:nvSpPr>
          <p:cNvPr id="44053" name="矩形 44052"/>
          <p:cNvSpPr/>
          <p:nvPr/>
        </p:nvSpPr>
        <p:spPr>
          <a:xfrm>
            <a:off x="7943850" y="2881313"/>
            <a:ext cx="514350" cy="500063"/>
          </a:xfrm>
          <a:prstGeom prst="rect">
            <a:avLst/>
          </a:prstGeom>
          <a:noFill/>
          <a:ln w="9525">
            <a:noFill/>
          </a:ln>
        </p:spPr>
        <p:txBody>
          <a:bodyPr wrap="none" lIns="21431" tIns="30362" rIns="21431" bIns="30362"/>
          <a:p>
            <a:pPr defTabSz="1028700" eaLnBrk="0" fontAlgn="base" hangingPunct="0">
              <a:lnSpc>
                <a:spcPts val="4840"/>
              </a:lnSpc>
              <a:tabLst>
                <a:tab pos="514350" algn="l"/>
                <a:tab pos="1028700" algn="l"/>
                <a:tab pos="1543050" algn="l"/>
              </a:tabLst>
            </a:pPr>
            <a:r>
              <a:rPr lang="en-US" altLang="zh-CN" sz="4100" b="1" strike="noStrike" noProof="1">
                <a:solidFill>
                  <a:schemeClr val="accent2"/>
                </a:solidFill>
                <a:effectLst>
                  <a:outerShdw blurRad="38100" dist="38100" dir="2700000">
                    <a:srgbClr val="C0C0C0"/>
                  </a:outerShdw>
                </a:effectLst>
                <a:latin typeface="Helvetica" pitchFamily="2" charset="0"/>
                <a:ea typeface="宋体" panose="02010600030101010101" pitchFamily="2" charset="-122"/>
                <a:cs typeface="+mn-cs"/>
              </a:rPr>
              <a:t>X</a:t>
            </a:r>
            <a:endParaRPr lang="en-US" altLang="zh-CN" sz="4100" b="1" strike="noStrike" noProof="1">
              <a:solidFill>
                <a:schemeClr val="accent2"/>
              </a:solidFill>
              <a:effectLst>
                <a:outerShdw blurRad="38100" dist="38100" dir="2700000">
                  <a:srgbClr val="C0C0C0"/>
                </a:outerShdw>
              </a:effectLst>
              <a:latin typeface="Helvetica" pitchFamily="2" charset="0"/>
            </a:endParaRPr>
          </a:p>
        </p:txBody>
      </p:sp>
      <p:sp>
        <p:nvSpPr>
          <p:cNvPr id="2" name="直接连接符 44053"/>
          <p:cNvSpPr/>
          <p:nvPr/>
        </p:nvSpPr>
        <p:spPr>
          <a:xfrm flipH="1" flipV="1">
            <a:off x="5800725" y="2490788"/>
            <a:ext cx="1093788" cy="4762"/>
          </a:xfrm>
          <a:prstGeom prst="line">
            <a:avLst/>
          </a:prstGeom>
          <a:ln w="50800" cap="flat" cmpd="sng">
            <a:solidFill>
              <a:srgbClr val="7D00E4"/>
            </a:solidFill>
            <a:prstDash val="solid"/>
            <a:round/>
            <a:headEnd type="none" w="med" len="med"/>
            <a:tailEnd type="triangle" w="med" len="med"/>
          </a:ln>
        </p:spPr>
      </p:sp>
      <p:sp>
        <p:nvSpPr>
          <p:cNvPr id="44054" name="矩形 44054"/>
          <p:cNvSpPr/>
          <p:nvPr/>
        </p:nvSpPr>
        <p:spPr>
          <a:xfrm>
            <a:off x="893763" y="3609975"/>
            <a:ext cx="1700212" cy="500063"/>
          </a:xfrm>
          <a:prstGeom prst="rect">
            <a:avLst/>
          </a:prstGeom>
          <a:solidFill>
            <a:srgbClr val="ACEBD7"/>
          </a:solidFill>
          <a:ln w="12700" cap="flat" cmpd="sng">
            <a:solidFill>
              <a:schemeClr val="tx1"/>
            </a:solidFill>
            <a:prstDash val="solid"/>
            <a:miter/>
            <a:headEnd type="none" w="med" len="med"/>
            <a:tailEnd type="none" w="med" len="med"/>
          </a:ln>
          <a:effectLst>
            <a:outerShdw dist="35921" dir="2699999" algn="ctr" rotWithShape="0">
              <a:schemeClr val="tx1"/>
            </a:outerShdw>
          </a:effectLst>
        </p:spPr>
        <p:txBody>
          <a:bodyPr wrap="none" lIns="103584" tIns="51793" rIns="103584" bIns="51793" anchor="ctr"/>
          <a:p>
            <a:pPr algn="ctr" defTabSz="1028700"/>
            <a:r>
              <a:rPr lang="en-US" altLang="zh-CN" sz="1600" b="1">
                <a:latin typeface="Times New Roman" panose="02020603050405020304" pitchFamily="2" charset="0"/>
                <a:ea typeface="宋体" panose="02010600030101010101" pitchFamily="2" charset="-122"/>
              </a:rPr>
              <a:t>hold-down</a:t>
            </a:r>
            <a:r>
              <a:rPr lang="zh-CN" altLang="en-US" sz="1600" b="1">
                <a:latin typeface="Times New Roman" panose="02020603050405020304" pitchFamily="2" charset="0"/>
                <a:ea typeface="宋体" panose="02010600030101010101" pitchFamily="2" charset="-122"/>
              </a:rPr>
              <a:t>计时</a:t>
            </a:r>
            <a:endParaRPr lang="zh-CN" altLang="en-US" sz="1600" b="1">
              <a:latin typeface="Times New Roman" panose="02020603050405020304" pitchFamily="2" charset="0"/>
              <a:ea typeface="宋体" panose="02010600030101010101" pitchFamily="2" charset="-122"/>
            </a:endParaRPr>
          </a:p>
          <a:p>
            <a:pPr algn="ctr" defTabSz="1028700"/>
            <a:r>
              <a:rPr lang="zh-CN" altLang="en-US" sz="1600" b="1">
                <a:latin typeface="Times New Roman" panose="02020603050405020304" pitchFamily="2" charset="0"/>
                <a:ea typeface="宋体" panose="02010600030101010101" pitchFamily="2" charset="-122"/>
              </a:rPr>
              <a:t>终止后更新</a:t>
            </a:r>
            <a:endParaRPr lang="zh-CN" altLang="en-US" sz="1600" b="1">
              <a:latin typeface="Times New Roman" panose="02020603050405020304" pitchFamily="2" charset="0"/>
              <a:ea typeface="宋体" panose="02010600030101010101" pitchFamily="2" charset="-122"/>
            </a:endParaRPr>
          </a:p>
        </p:txBody>
      </p:sp>
      <p:pic>
        <p:nvPicPr>
          <p:cNvPr id="44055" name="图片 44055"/>
          <p:cNvPicPr/>
          <p:nvPr/>
        </p:nvPicPr>
        <p:blipFill>
          <a:blip r:embed="rId1"/>
          <a:stretch>
            <a:fillRect/>
          </a:stretch>
        </p:blipFill>
        <p:spPr>
          <a:xfrm>
            <a:off x="314325" y="3535363"/>
            <a:ext cx="514350" cy="685800"/>
          </a:xfrm>
          <a:prstGeom prst="rect">
            <a:avLst/>
          </a:prstGeom>
          <a:noFill/>
          <a:ln w="9525">
            <a:noFill/>
          </a:ln>
        </p:spPr>
      </p:pic>
      <p:sp>
        <p:nvSpPr>
          <p:cNvPr id="44056" name="标题 44056"/>
          <p:cNvSpPr>
            <a:spLocks noGrp="1"/>
          </p:cNvSpPr>
          <p:nvPr>
            <p:ph type="title"/>
          </p:nvPr>
        </p:nvSpPr>
        <p:spPr/>
        <p:txBody>
          <a:bodyPr anchor="b"/>
          <a:p>
            <a:r>
              <a:rPr lang="zh-CN" altLang="en-US"/>
              <a:t>解决办法：</a:t>
            </a:r>
            <a:br>
              <a:rPr lang="zh-CN" altLang="en-US"/>
            </a:br>
            <a:r>
              <a:rPr lang="en-US" altLang="zh-CN"/>
              <a:t>Hold</a:t>
            </a:r>
            <a:r>
              <a:rPr lang="zh-CN" altLang="en-US"/>
              <a:t>－</a:t>
            </a:r>
            <a:r>
              <a:rPr lang="en-US" altLang="zh-CN"/>
              <a:t>Down </a:t>
            </a:r>
            <a:r>
              <a:rPr lang="zh-CN" altLang="en-US"/>
              <a:t>定时器</a:t>
            </a:r>
            <a:endParaRPr lang="zh-CN" altLang="en-US"/>
          </a:p>
        </p:txBody>
      </p:sp>
      <p:sp>
        <p:nvSpPr>
          <p:cNvPr id="44057" name="文本占位符 44057"/>
          <p:cNvSpPr>
            <a:spLocks noGrp="1"/>
          </p:cNvSpPr>
          <p:nvPr>
            <p:ph idx="1"/>
          </p:nvPr>
        </p:nvSpPr>
        <p:spPr>
          <a:xfrm>
            <a:off x="0" y="4149725"/>
            <a:ext cx="9144000" cy="2565400"/>
          </a:xfrm>
        </p:spPr>
        <p:txBody>
          <a:bodyPr anchor="t"/>
          <a:p>
            <a:r>
              <a:rPr lang="zh-CN" altLang="en-US" sz="2400"/>
              <a:t>当路由表中某条路由被标示为不可达时，触发抑制定时器。抑制定时器和清除定时器用来计量该条路由彻底从路由表中删除前的时间。</a:t>
            </a:r>
            <a:endParaRPr lang="zh-CN" altLang="en-US" sz="2400"/>
          </a:p>
          <a:p>
            <a:r>
              <a:rPr lang="zh-CN" altLang="en-US" sz="2400"/>
              <a:t>当网络路由处于抑制状态时，关于该路由的刷新就会被忽略。抑制定时器计时终止后，该路由仍将作为一条可能已经断掉的路由保持在路由表中，但是，任何一条接受到的网络刷新都将是可用的。 </a:t>
            </a:r>
            <a:endParaRPr lang="zh-CN" altLang="en-US" sz="2400"/>
          </a:p>
        </p:txBody>
      </p:sp>
      <p:pic>
        <p:nvPicPr>
          <p:cNvPr id="44058" name="图片 44058" descr="GER---"/>
          <p:cNvPicPr>
            <a:picLocks noChangeAspect="1"/>
          </p:cNvPicPr>
          <p:nvPr/>
        </p:nvPicPr>
        <p:blipFill>
          <a:blip r:embed="rId2"/>
          <a:stretch>
            <a:fillRect/>
          </a:stretch>
        </p:blipFill>
        <p:spPr>
          <a:xfrm>
            <a:off x="1158875" y="2706688"/>
            <a:ext cx="1108075" cy="738187"/>
          </a:xfrm>
          <a:prstGeom prst="rect">
            <a:avLst/>
          </a:prstGeom>
          <a:noFill/>
          <a:ln w="9525">
            <a:noFill/>
          </a:ln>
        </p:spPr>
      </p:pic>
      <p:pic>
        <p:nvPicPr>
          <p:cNvPr id="44059" name="图片 44059" descr="GER---"/>
          <p:cNvPicPr>
            <a:picLocks noChangeAspect="1"/>
          </p:cNvPicPr>
          <p:nvPr/>
        </p:nvPicPr>
        <p:blipFill>
          <a:blip r:embed="rId2"/>
          <a:stretch>
            <a:fillRect/>
          </a:stretch>
        </p:blipFill>
        <p:spPr>
          <a:xfrm>
            <a:off x="3779838" y="2706688"/>
            <a:ext cx="1108075" cy="738187"/>
          </a:xfrm>
          <a:prstGeom prst="rect">
            <a:avLst/>
          </a:prstGeom>
          <a:noFill/>
          <a:ln w="9525">
            <a:noFill/>
          </a:ln>
        </p:spPr>
      </p:pic>
      <p:pic>
        <p:nvPicPr>
          <p:cNvPr id="44060" name="图片 44060" descr="GER---"/>
          <p:cNvPicPr>
            <a:picLocks noChangeAspect="1"/>
          </p:cNvPicPr>
          <p:nvPr/>
        </p:nvPicPr>
        <p:blipFill>
          <a:blip r:embed="rId2"/>
          <a:stretch>
            <a:fillRect/>
          </a:stretch>
        </p:blipFill>
        <p:spPr>
          <a:xfrm>
            <a:off x="6488113" y="2689225"/>
            <a:ext cx="1108075" cy="738188"/>
          </a:xfrm>
          <a:prstGeom prst="rect">
            <a:avLst/>
          </a:prstGeom>
          <a:noFill/>
          <a:ln w="9525">
            <a:noFill/>
          </a:ln>
        </p:spPr>
      </p:pic>
      <p:sp>
        <p:nvSpPr>
          <p:cNvPr id="44062" name="矩形 44061"/>
          <p:cNvSpPr/>
          <p:nvPr/>
        </p:nvSpPr>
        <p:spPr>
          <a:xfrm>
            <a:off x="1500188" y="3175000"/>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A</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44063" name="矩形 44062"/>
          <p:cNvSpPr/>
          <p:nvPr/>
        </p:nvSpPr>
        <p:spPr>
          <a:xfrm>
            <a:off x="4156075" y="3175000"/>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B</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
        <p:nvSpPr>
          <p:cNvPr id="44064" name="矩形 44063"/>
          <p:cNvSpPr/>
          <p:nvPr/>
        </p:nvSpPr>
        <p:spPr>
          <a:xfrm>
            <a:off x="6827838" y="3175000"/>
            <a:ext cx="314325" cy="357188"/>
          </a:xfrm>
          <a:prstGeom prst="rect">
            <a:avLst/>
          </a:prstGeom>
          <a:noFill/>
          <a:ln w="9525">
            <a:noFill/>
          </a:ln>
        </p:spPr>
        <p:txBody>
          <a:bodyPr wrap="none" lIns="21431" tIns="30362" rIns="21431" bIns="30362"/>
          <a:p>
            <a:pPr algn="ctr" defTabSz="1028700" eaLnBrk="0" fontAlgn="base" hangingPunct="0">
              <a:lnSpc>
                <a:spcPts val="2365"/>
              </a:lnSpc>
              <a:tabLst>
                <a:tab pos="514350" algn="l"/>
                <a:tab pos="1028700" algn="l"/>
                <a:tab pos="1543050" algn="l"/>
              </a:tabLst>
            </a:pPr>
            <a:r>
              <a:rPr lang="en-US" altLang="zh-CN" sz="2000" b="1" strike="noStrike" noProof="1">
                <a:solidFill>
                  <a:srgbClr val="FFFFFF"/>
                </a:solidFill>
                <a:effectLst>
                  <a:outerShdw blurRad="38100" dist="38100" dir="2700000">
                    <a:srgbClr val="C0C0C0"/>
                  </a:outerShdw>
                </a:effectLst>
                <a:latin typeface="Helvetica" pitchFamily="2" charset="0"/>
                <a:ea typeface="宋体" panose="02010600030101010101" pitchFamily="2" charset="-122"/>
                <a:cs typeface="+mn-cs"/>
              </a:rPr>
              <a:t>C</a:t>
            </a:r>
            <a:endParaRPr lang="en-US" altLang="zh-CN" sz="2000" b="1" strike="noStrike" noProof="1">
              <a:solidFill>
                <a:srgbClr val="FFFFFF"/>
              </a:solidFill>
              <a:effectLst>
                <a:outerShdw blurRad="38100" dist="38100" dir="2700000">
                  <a:srgbClr val="C0C0C0"/>
                </a:outerShdw>
              </a:effectLst>
              <a:latin typeface="Helvetica" pitchFamily="2"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标题 46081"/>
          <p:cNvSpPr>
            <a:spLocks noGrp="1"/>
          </p:cNvSpPr>
          <p:nvPr>
            <p:ph type="title"/>
          </p:nvPr>
        </p:nvSpPr>
        <p:spPr/>
        <p:txBody>
          <a:bodyPr anchor="b"/>
          <a:p>
            <a:r>
              <a:rPr lang="en-US" altLang="zh-CN"/>
              <a:t>RIP</a:t>
            </a:r>
            <a:r>
              <a:rPr lang="zh-CN" altLang="en-US"/>
              <a:t>的缺点</a:t>
            </a:r>
            <a:endParaRPr lang="zh-CN" altLang="en-US"/>
          </a:p>
        </p:txBody>
      </p:sp>
      <p:sp>
        <p:nvSpPr>
          <p:cNvPr id="46082" name="文本占位符 46082"/>
          <p:cNvSpPr>
            <a:spLocks noGrp="1"/>
          </p:cNvSpPr>
          <p:nvPr>
            <p:ph idx="1"/>
          </p:nvPr>
        </p:nvSpPr>
        <p:spPr/>
        <p:txBody>
          <a:bodyPr anchor="t"/>
          <a:p>
            <a:r>
              <a:rPr lang="zh-CN" altLang="en-US"/>
              <a:t>收敛慢</a:t>
            </a:r>
            <a:endParaRPr lang="zh-CN" altLang="en-US"/>
          </a:p>
          <a:p>
            <a:r>
              <a:rPr lang="zh-CN" altLang="en-US"/>
              <a:t>路由选取到无限</a:t>
            </a:r>
            <a:endParaRPr lang="zh-CN" altLang="en-US"/>
          </a:p>
          <a:p>
            <a:r>
              <a:rPr lang="zh-CN" altLang="en-US"/>
              <a:t>不能检测路由环路</a:t>
            </a:r>
            <a:endParaRPr lang="zh-CN" altLang="en-US"/>
          </a:p>
          <a:p>
            <a:r>
              <a:rPr lang="zh-CN" altLang="en-US"/>
              <a:t>度量值只是跳跃计数</a:t>
            </a:r>
            <a:endParaRPr lang="zh-CN" altLang="en-US"/>
          </a:p>
          <a:p>
            <a:r>
              <a:rPr lang="zh-CN" altLang="en-US"/>
              <a:t>网络直径小（</a:t>
            </a:r>
            <a:r>
              <a:rPr lang="en-US" altLang="zh-CN"/>
              <a:t>15</a:t>
            </a:r>
            <a:r>
              <a:rPr lang="zh-CN" altLang="en-US"/>
              <a:t>个跳跃）</a:t>
            </a:r>
            <a:endParaRPr lang="zh-CN" altLang="en-US"/>
          </a:p>
          <a:p>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标题 47105"/>
          <p:cNvSpPr>
            <a:spLocks noGrp="1"/>
          </p:cNvSpPr>
          <p:nvPr>
            <p:ph type="title"/>
          </p:nvPr>
        </p:nvSpPr>
        <p:spPr/>
        <p:txBody>
          <a:bodyPr anchor="b"/>
          <a:p>
            <a:r>
              <a:rPr lang="en-US" altLang="zh-CN"/>
              <a:t>RIP </a:t>
            </a:r>
            <a:r>
              <a:rPr lang="zh-CN" altLang="en-US"/>
              <a:t>配置</a:t>
            </a:r>
            <a:endParaRPr lang="zh-CN" altLang="en-US"/>
          </a:p>
        </p:txBody>
      </p:sp>
      <p:sp>
        <p:nvSpPr>
          <p:cNvPr id="47106" name="文本占位符 47106"/>
          <p:cNvSpPr>
            <a:spLocks noGrp="1"/>
          </p:cNvSpPr>
          <p:nvPr>
            <p:ph idx="1"/>
          </p:nvPr>
        </p:nvSpPr>
        <p:spPr>
          <a:xfrm>
            <a:off x="611188" y="4913313"/>
            <a:ext cx="7993062" cy="1755775"/>
          </a:xfrm>
        </p:spPr>
        <p:txBody>
          <a:bodyPr anchor="t"/>
          <a:p>
            <a:r>
              <a:rPr lang="zh-CN" altLang="en-US" sz="2400"/>
              <a:t>开始 </a:t>
            </a:r>
            <a:r>
              <a:rPr lang="en-US" altLang="zh-CN" sz="2400"/>
              <a:t>RIP </a:t>
            </a:r>
            <a:r>
              <a:rPr lang="zh-CN" altLang="en-US" sz="2400"/>
              <a:t>路由进程</a:t>
            </a:r>
            <a:endParaRPr lang="zh-CN" altLang="en-US" sz="2400"/>
          </a:p>
          <a:p>
            <a:r>
              <a:rPr lang="zh-CN" altLang="en-US" sz="2400">
                <a:solidFill>
                  <a:srgbClr val="000000"/>
                </a:solidFill>
              </a:rPr>
              <a:t>选择参与</a:t>
            </a:r>
            <a:r>
              <a:rPr lang="en-US" altLang="zh-CN" sz="2400">
                <a:solidFill>
                  <a:srgbClr val="000000"/>
                </a:solidFill>
              </a:rPr>
              <a:t>RIP</a:t>
            </a:r>
            <a:r>
              <a:rPr lang="zh-CN" altLang="en-US" sz="2400">
                <a:solidFill>
                  <a:srgbClr val="000000"/>
                </a:solidFill>
              </a:rPr>
              <a:t>路由进程的网络（接口）并在此接口上</a:t>
            </a:r>
            <a:endParaRPr lang="zh-CN" altLang="en-US" sz="2400">
              <a:solidFill>
                <a:srgbClr val="000000"/>
              </a:solidFill>
            </a:endParaRPr>
          </a:p>
          <a:p>
            <a:pPr>
              <a:buNone/>
            </a:pPr>
            <a:r>
              <a:rPr lang="zh-CN" altLang="en-US" sz="2400">
                <a:solidFill>
                  <a:srgbClr val="000000"/>
                </a:solidFill>
              </a:rPr>
              <a:t>   接受和发送</a:t>
            </a:r>
            <a:r>
              <a:rPr lang="en-US" altLang="zh-CN" sz="2400">
                <a:solidFill>
                  <a:srgbClr val="000000"/>
                </a:solidFill>
              </a:rPr>
              <a:t>RIP</a:t>
            </a:r>
            <a:r>
              <a:rPr lang="zh-CN" altLang="en-US" sz="2400">
                <a:solidFill>
                  <a:srgbClr val="000000"/>
                </a:solidFill>
              </a:rPr>
              <a:t>路由更新信息</a:t>
            </a:r>
            <a:endParaRPr lang="zh-CN" altLang="en-US" sz="2400">
              <a:solidFill>
                <a:srgbClr val="000000"/>
              </a:solidFill>
            </a:endParaRPr>
          </a:p>
          <a:p>
            <a:r>
              <a:rPr lang="zh-CN" altLang="en-US" sz="2400">
                <a:solidFill>
                  <a:srgbClr val="000000"/>
                </a:solidFill>
              </a:rPr>
              <a:t>要清除这个设置，使用此命令</a:t>
            </a:r>
            <a:r>
              <a:rPr lang="en-US" altLang="zh-CN" sz="2400">
                <a:solidFill>
                  <a:srgbClr val="000000"/>
                </a:solidFill>
              </a:rPr>
              <a:t>no</a:t>
            </a:r>
            <a:r>
              <a:rPr lang="zh-CN" altLang="en-US" sz="2400">
                <a:solidFill>
                  <a:srgbClr val="000000"/>
                </a:solidFill>
              </a:rPr>
              <a:t>格式。</a:t>
            </a:r>
            <a:endParaRPr lang="zh-CN" altLang="en-US" sz="2400"/>
          </a:p>
        </p:txBody>
      </p:sp>
      <p:sp>
        <p:nvSpPr>
          <p:cNvPr id="47107" name="矩形 47107"/>
          <p:cNvSpPr/>
          <p:nvPr/>
        </p:nvSpPr>
        <p:spPr>
          <a:xfrm>
            <a:off x="539750" y="1844675"/>
            <a:ext cx="4960938" cy="485775"/>
          </a:xfrm>
          <a:prstGeom prst="rect">
            <a:avLst/>
          </a:prstGeom>
          <a:solidFill>
            <a:srgbClr val="FFFFFF"/>
          </a:solidFill>
          <a:ln w="12700" cap="flat" cmpd="sng">
            <a:solidFill>
              <a:srgbClr val="000000"/>
            </a:solidFill>
            <a:prstDash val="solid"/>
            <a:miter/>
            <a:headEnd type="none" w="med" len="med"/>
            <a:tailEnd type="none" w="med" len="med"/>
          </a:ln>
          <a:effectLst>
            <a:outerShdw dist="71842" dir="2699999" algn="ctr" rotWithShape="0">
              <a:srgbClr val="000000"/>
            </a:outerShdw>
          </a:effectLst>
        </p:spPr>
        <p:txBody>
          <a:bodyPr anchor="t"/>
          <a:p>
            <a:endParaRPr lang="zh-CN" altLang="en-US">
              <a:latin typeface="Arial" panose="020B0604020202020204" pitchFamily="34" charset="0"/>
              <a:ea typeface="宋体" panose="02010600030101010101" pitchFamily="2" charset="-122"/>
            </a:endParaRPr>
          </a:p>
        </p:txBody>
      </p:sp>
      <p:sp>
        <p:nvSpPr>
          <p:cNvPr id="47108" name="矩形 47108"/>
          <p:cNvSpPr/>
          <p:nvPr/>
        </p:nvSpPr>
        <p:spPr>
          <a:xfrm>
            <a:off x="773113" y="1843088"/>
            <a:ext cx="4103687" cy="628650"/>
          </a:xfrm>
          <a:prstGeom prst="rect">
            <a:avLst/>
          </a:prstGeom>
          <a:noFill/>
          <a:ln w="9525">
            <a:noFill/>
          </a:ln>
        </p:spPr>
        <p:txBody>
          <a:bodyPr wrap="none" lIns="21431" tIns="30362" rIns="21431" bIns="30362" anchor="t"/>
          <a:p>
            <a:pPr defTabSz="1028700" eaLnBrk="0" hangingPunct="0">
              <a:lnSpc>
                <a:spcPts val="3150"/>
              </a:lnSpc>
              <a:tabLst>
                <a:tab pos="514350" algn="l"/>
                <a:tab pos="1028700" algn="l"/>
                <a:tab pos="1543050" algn="l"/>
              </a:tabLst>
            </a:pPr>
            <a:r>
              <a:rPr lang="en-US" altLang="zh-CN" sz="2400" b="1">
                <a:solidFill>
                  <a:srgbClr val="000000"/>
                </a:solidFill>
                <a:latin typeface="Times New Roman" panose="02020603050405020304" pitchFamily="2" charset="0"/>
                <a:ea typeface="宋体" panose="02010600030101010101" pitchFamily="2" charset="-122"/>
              </a:rPr>
              <a:t>Router(config)#router rip</a:t>
            </a:r>
            <a:endParaRPr lang="en-US" altLang="zh-CN" sz="2700" b="1">
              <a:solidFill>
                <a:srgbClr val="000000"/>
              </a:solidFill>
              <a:latin typeface="Times New Roman" panose="02020603050405020304" pitchFamily="2" charset="0"/>
              <a:ea typeface="宋体" panose="02010600030101010101" pitchFamily="2" charset="-122"/>
            </a:endParaRPr>
          </a:p>
        </p:txBody>
      </p:sp>
      <p:sp>
        <p:nvSpPr>
          <p:cNvPr id="47109" name="矩形 47109"/>
          <p:cNvSpPr/>
          <p:nvPr/>
        </p:nvSpPr>
        <p:spPr>
          <a:xfrm>
            <a:off x="381000" y="3429000"/>
            <a:ext cx="8472488" cy="1187450"/>
          </a:xfrm>
          <a:prstGeom prst="rect">
            <a:avLst/>
          </a:prstGeom>
          <a:solidFill>
            <a:srgbClr val="FFFFFF"/>
          </a:solidFill>
          <a:ln w="12700" cap="flat" cmpd="sng">
            <a:solidFill>
              <a:srgbClr val="000000"/>
            </a:solidFill>
            <a:prstDash val="solid"/>
            <a:miter/>
            <a:headEnd type="none" w="med" len="med"/>
            <a:tailEnd type="none" w="med" len="med"/>
          </a:ln>
          <a:effectLst>
            <a:outerShdw dist="71842" dir="2699999" algn="ctr" rotWithShape="0">
              <a:srgbClr val="000000"/>
            </a:outerShdw>
          </a:effectLst>
        </p:spPr>
        <p:txBody>
          <a:bodyPr wrap="none" anchor="ctr"/>
          <a:p>
            <a:pPr algn="ctr" eaLnBrk="0" hangingPunct="0">
              <a:lnSpc>
                <a:spcPct val="140000"/>
              </a:lnSpc>
              <a:spcBef>
                <a:spcPct val="20000"/>
              </a:spcBef>
              <a:buClr>
                <a:srgbClr val="CC0000"/>
              </a:buClr>
              <a:buFont typeface="Wingdings" panose="05000000000000000000" pitchFamily="2" charset="2"/>
            </a:pPr>
            <a:endParaRPr lang="zh-CN" altLang="zh-CN" sz="2800">
              <a:latin typeface="Times New Roman" panose="02020603050405020304" pitchFamily="2" charset="0"/>
              <a:ea typeface="宋体" panose="02010600030101010101" pitchFamily="2" charset="-122"/>
            </a:endParaRPr>
          </a:p>
        </p:txBody>
      </p:sp>
      <p:sp>
        <p:nvSpPr>
          <p:cNvPr id="47110" name="矩形 47110"/>
          <p:cNvSpPr/>
          <p:nvPr/>
        </p:nvSpPr>
        <p:spPr>
          <a:xfrm>
            <a:off x="533400" y="3505200"/>
            <a:ext cx="7126288" cy="1019175"/>
          </a:xfrm>
          <a:prstGeom prst="rect">
            <a:avLst/>
          </a:prstGeom>
          <a:noFill/>
          <a:ln w="9525">
            <a:noFill/>
          </a:ln>
        </p:spPr>
        <p:txBody>
          <a:bodyPr wrap="none" lIns="21431" tIns="30362" rIns="21431" bIns="30362" anchor="t"/>
          <a:p>
            <a:pPr defTabSz="1028700" eaLnBrk="0" hangingPunct="0">
              <a:lnSpc>
                <a:spcPts val="3150"/>
              </a:lnSpc>
              <a:tabLst>
                <a:tab pos="514350" algn="l"/>
                <a:tab pos="1028700" algn="l"/>
                <a:tab pos="1543050" algn="l"/>
              </a:tabLst>
            </a:pPr>
            <a:r>
              <a:rPr lang="en-US" altLang="zh-CN" sz="2400" b="1">
                <a:solidFill>
                  <a:srgbClr val="000000"/>
                </a:solidFill>
                <a:latin typeface="Times New Roman" panose="02020603050405020304" pitchFamily="2" charset="0"/>
                <a:ea typeface="宋体" panose="02010600030101010101" pitchFamily="2" charset="-122"/>
              </a:rPr>
              <a:t>Router(config-router)#</a:t>
            </a:r>
            <a:r>
              <a:rPr lang="en-US" altLang="zh-CN" sz="2400" b="1">
                <a:solidFill>
                  <a:srgbClr val="000000"/>
                </a:solidFill>
                <a:latin typeface="Courier" pitchFamily="1" charset="0"/>
                <a:ea typeface="宋体" panose="02010600030101010101" pitchFamily="2" charset="-122"/>
              </a:rPr>
              <a:t> </a:t>
            </a:r>
            <a:r>
              <a:rPr lang="en-US" altLang="zh-CN" sz="2400" b="1">
                <a:solidFill>
                  <a:srgbClr val="000000"/>
                </a:solidFill>
                <a:latin typeface="Times New Roman" panose="02020603050405020304" pitchFamily="2" charset="0"/>
                <a:ea typeface="宋体" panose="02010600030101010101" pitchFamily="2" charset="-122"/>
              </a:rPr>
              <a:t>network</a:t>
            </a:r>
            <a:r>
              <a:rPr lang="en-US" altLang="zh-CN" sz="2400" b="1" i="1">
                <a:solidFill>
                  <a:srgbClr val="000000"/>
                </a:solidFill>
                <a:latin typeface="Times New Roman" panose="02020603050405020304" pitchFamily="2" charset="0"/>
                <a:ea typeface="宋体" panose="02010600030101010101" pitchFamily="2" charset="-122"/>
              </a:rPr>
              <a:t> network-wildmask</a:t>
            </a:r>
            <a:r>
              <a:rPr lang="en-US" altLang="zh-CN" sz="2400" b="1" i="1">
                <a:solidFill>
                  <a:srgbClr val="000000"/>
                </a:solidFill>
                <a:latin typeface="Courier" pitchFamily="1" charset="0"/>
                <a:ea typeface="宋体" panose="02010600030101010101" pitchFamily="2" charset="-122"/>
              </a:rPr>
              <a:t> </a:t>
            </a:r>
            <a:endParaRPr lang="en-US" altLang="zh-CN" sz="2400" b="1" i="1">
              <a:solidFill>
                <a:srgbClr val="000000"/>
              </a:solidFill>
              <a:latin typeface="Courier" pitchFamily="1" charset="0"/>
              <a:ea typeface="宋体" panose="02010600030101010101" pitchFamily="2" charset="-122"/>
            </a:endParaRPr>
          </a:p>
          <a:p>
            <a:pPr defTabSz="1028700" eaLnBrk="0" hangingPunct="0">
              <a:lnSpc>
                <a:spcPts val="3150"/>
              </a:lnSpc>
              <a:tabLst>
                <a:tab pos="514350" algn="l"/>
                <a:tab pos="1028700" algn="l"/>
                <a:tab pos="1543050" algn="l"/>
              </a:tabLst>
            </a:pPr>
            <a:r>
              <a:rPr lang="en-US" altLang="zh-CN" sz="2400" b="1">
                <a:solidFill>
                  <a:srgbClr val="000000"/>
                </a:solidFill>
                <a:latin typeface="Times New Roman" panose="02020603050405020304" pitchFamily="2" charset="0"/>
                <a:ea typeface="宋体" panose="02010600030101010101" pitchFamily="2" charset="-122"/>
              </a:rPr>
              <a:t>Router(config-router)#</a:t>
            </a:r>
            <a:r>
              <a:rPr lang="en-US" altLang="zh-CN" sz="2400" b="1">
                <a:solidFill>
                  <a:srgbClr val="000000"/>
                </a:solidFill>
                <a:latin typeface="Courier" pitchFamily="1" charset="0"/>
                <a:ea typeface="宋体" panose="02010600030101010101" pitchFamily="2" charset="-122"/>
              </a:rPr>
              <a:t> </a:t>
            </a:r>
            <a:r>
              <a:rPr lang="en-US" altLang="zh-CN" sz="2400" b="1">
                <a:solidFill>
                  <a:srgbClr val="FF0000"/>
                </a:solidFill>
                <a:latin typeface="Times New Roman" panose="02020603050405020304" pitchFamily="2" charset="0"/>
                <a:ea typeface="宋体" panose="02010600030101010101" pitchFamily="2" charset="-122"/>
              </a:rPr>
              <a:t>no</a:t>
            </a:r>
            <a:r>
              <a:rPr lang="en-US" altLang="zh-CN" sz="2400" b="1">
                <a:solidFill>
                  <a:srgbClr val="FF0000"/>
                </a:solidFill>
                <a:latin typeface="Courier" pitchFamily="1" charset="0"/>
                <a:ea typeface="宋体" panose="02010600030101010101" pitchFamily="2" charset="-122"/>
              </a:rPr>
              <a:t> </a:t>
            </a:r>
            <a:r>
              <a:rPr lang="en-US" altLang="zh-CN" sz="2400" b="1">
                <a:solidFill>
                  <a:srgbClr val="000000"/>
                </a:solidFill>
                <a:latin typeface="Times New Roman" panose="02020603050405020304" pitchFamily="2" charset="0"/>
                <a:ea typeface="宋体" panose="02010600030101010101" pitchFamily="2" charset="-122"/>
              </a:rPr>
              <a:t>network</a:t>
            </a:r>
            <a:r>
              <a:rPr lang="en-US" altLang="zh-CN" sz="2400" b="1" i="1">
                <a:solidFill>
                  <a:srgbClr val="000000"/>
                </a:solidFill>
                <a:latin typeface="Times New Roman" panose="02020603050405020304" pitchFamily="2" charset="0"/>
                <a:ea typeface="宋体" panose="02010600030101010101" pitchFamily="2" charset="-122"/>
              </a:rPr>
              <a:t> network-wildmask</a:t>
            </a:r>
            <a:endParaRPr lang="en-US" altLang="zh-CN" sz="2400" b="1" i="1">
              <a:solidFill>
                <a:srgbClr val="000000"/>
              </a:solidFill>
              <a:latin typeface="Times New Roman" panose="02020603050405020304" pitchFamily="2" charset="0"/>
              <a:ea typeface="Times New Roman" panose="02020603050405020304" pitchFamily="2" charset="0"/>
            </a:endParaRPr>
          </a:p>
        </p:txBody>
      </p:sp>
      <p:sp>
        <p:nvSpPr>
          <p:cNvPr id="47111" name="矩形 47111"/>
          <p:cNvSpPr/>
          <p:nvPr/>
        </p:nvSpPr>
        <p:spPr>
          <a:xfrm>
            <a:off x="252413" y="5314950"/>
            <a:ext cx="7723187" cy="628650"/>
          </a:xfrm>
          <a:prstGeom prst="rect">
            <a:avLst/>
          </a:prstGeom>
          <a:noFill/>
          <a:ln w="9525">
            <a:noFill/>
          </a:ln>
        </p:spPr>
        <p:txBody>
          <a:bodyPr wrap="none" lIns="21431" tIns="30362" rIns="21431" bIns="30362" anchor="ctr" anchorCtr="1"/>
          <a:p>
            <a:pPr marL="230505" indent="-230505" defTabSz="1028700" eaLnBrk="0" hangingPunct="0">
              <a:lnSpc>
                <a:spcPts val="3150"/>
              </a:lnSpc>
              <a:buClr>
                <a:schemeClr val="accent1"/>
              </a:buClr>
              <a:buFont typeface="Helvetica" pitchFamily="2" charset="0"/>
              <a:buChar char="•"/>
              <a:tabLst>
                <a:tab pos="462280" algn="l"/>
                <a:tab pos="1028700" algn="l"/>
                <a:tab pos="1543050" algn="l"/>
              </a:tabLst>
            </a:pPr>
            <a:endParaRPr lang="zh-CN" altLang="zh-CN" sz="2000">
              <a:solidFill>
                <a:srgbClr val="000000"/>
              </a:solidFill>
              <a:latin typeface="Helvetica" pitchFamily="2" charset="0"/>
              <a:ea typeface="宋体" panose="0201060003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直接连接符 49153"/>
          <p:cNvSpPr/>
          <p:nvPr/>
        </p:nvSpPr>
        <p:spPr>
          <a:xfrm flipH="1" flipV="1">
            <a:off x="1371600" y="2286000"/>
            <a:ext cx="6400800" cy="0"/>
          </a:xfrm>
          <a:prstGeom prst="line">
            <a:avLst/>
          </a:prstGeom>
          <a:ln w="50800" cap="flat" cmpd="sng">
            <a:solidFill>
              <a:schemeClr val="accent2"/>
            </a:solidFill>
            <a:prstDash val="solid"/>
            <a:round/>
            <a:headEnd type="none" w="med" len="med"/>
            <a:tailEnd type="none" w="med" len="med"/>
          </a:ln>
          <a:effectLst>
            <a:outerShdw dist="35921" dir="2699999" algn="ctr" rotWithShape="0">
              <a:schemeClr val="bg2"/>
            </a:outerShdw>
          </a:effectLst>
        </p:spPr>
      </p:sp>
      <p:sp>
        <p:nvSpPr>
          <p:cNvPr id="49154" name="矩形 49154"/>
          <p:cNvSpPr/>
          <p:nvPr/>
        </p:nvSpPr>
        <p:spPr>
          <a:xfrm>
            <a:off x="1935163" y="3600450"/>
            <a:ext cx="1112837" cy="288925"/>
          </a:xfrm>
          <a:prstGeom prst="rect">
            <a:avLst/>
          </a:prstGeom>
          <a:noFill/>
          <a:ln w="9525">
            <a:noFill/>
          </a:ln>
        </p:spPr>
        <p:txBody>
          <a:bodyPr lIns="21431" tIns="30362" rIns="21431" bIns="30362" anchor="t">
            <a:spAutoFit/>
          </a:bodyPr>
          <a:p>
            <a:pP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2.3.0.0</a:t>
            </a:r>
            <a:endParaRPr lang="en-US" altLang="zh-CN" sz="1600" b="1">
              <a:solidFill>
                <a:srgbClr val="000000"/>
              </a:solidFill>
              <a:latin typeface="Helvetica" pitchFamily="2" charset="0"/>
              <a:ea typeface="宋体" panose="02010600030101010101" pitchFamily="2" charset="-122"/>
            </a:endParaRPr>
          </a:p>
        </p:txBody>
      </p:sp>
      <p:sp>
        <p:nvSpPr>
          <p:cNvPr id="49155" name="矩形 49155"/>
          <p:cNvSpPr/>
          <p:nvPr/>
        </p:nvSpPr>
        <p:spPr>
          <a:xfrm>
            <a:off x="152400" y="3533775"/>
            <a:ext cx="3886200" cy="1047750"/>
          </a:xfrm>
          <a:prstGeom prst="rect">
            <a:avLst/>
          </a:prstGeom>
          <a:solidFill>
            <a:srgbClr val="FFFFFF"/>
          </a:solidFill>
          <a:ln w="12700" cap="flat" cmpd="sng">
            <a:solidFill>
              <a:srgbClr val="000000"/>
            </a:solidFill>
            <a:prstDash val="solid"/>
            <a:miter/>
            <a:headEnd type="none" w="med" len="med"/>
            <a:tailEnd type="none" w="med" len="med"/>
          </a:ln>
          <a:effectLst>
            <a:outerShdw dist="71842" dir="2699999" algn="ctr" rotWithShape="0">
              <a:srgbClr val="000000"/>
            </a:outerShdw>
          </a:effectLst>
        </p:spPr>
        <p:txBody>
          <a:bodyPr anchor="t"/>
          <a:p>
            <a:endParaRPr lang="zh-CN" altLang="en-US">
              <a:latin typeface="Arial" panose="020B0604020202020204" pitchFamily="34" charset="0"/>
              <a:ea typeface="宋体" panose="02010600030101010101" pitchFamily="2" charset="-122"/>
            </a:endParaRPr>
          </a:p>
        </p:txBody>
      </p:sp>
      <p:sp>
        <p:nvSpPr>
          <p:cNvPr id="49156" name="矩形 49156"/>
          <p:cNvSpPr/>
          <p:nvPr/>
        </p:nvSpPr>
        <p:spPr>
          <a:xfrm>
            <a:off x="174625" y="3584575"/>
            <a:ext cx="4110038" cy="960438"/>
          </a:xfrm>
          <a:prstGeom prst="rect">
            <a:avLst/>
          </a:prstGeom>
          <a:noFill/>
          <a:ln w="9525">
            <a:noFill/>
          </a:ln>
        </p:spPr>
        <p:txBody>
          <a:bodyPr lIns="21431" tIns="30362" rIns="21431" bIns="30362" anchor="t">
            <a:spAutoFit/>
          </a:bodyPr>
          <a:p>
            <a:pPr defTabSz="1028700" eaLnBrk="0" hangingPunct="0">
              <a:lnSpc>
                <a:spcPts val="2365"/>
              </a:lnSpc>
              <a:tabLst>
                <a:tab pos="514350" algn="l"/>
                <a:tab pos="1028700" algn="l"/>
                <a:tab pos="1543050" algn="l"/>
              </a:tabLst>
            </a:pPr>
            <a:r>
              <a:rPr lang="en-US" altLang="zh-CN" sz="2000" b="1">
                <a:solidFill>
                  <a:srgbClr val="000000"/>
                </a:solidFill>
                <a:latin typeface="Times New Roman" panose="02020603050405020304" pitchFamily="2" charset="0"/>
                <a:ea typeface="宋体" panose="02010600030101010101" pitchFamily="2" charset="-122"/>
              </a:rPr>
              <a:t>router rip</a:t>
            </a:r>
            <a:endParaRPr lang="en-US" altLang="zh-CN" sz="2000" b="1">
              <a:solidFill>
                <a:srgbClr val="000000"/>
              </a:solidFill>
              <a:latin typeface="Times New Roman" panose="02020603050405020304" pitchFamily="2" charset="0"/>
              <a:ea typeface="宋体" panose="02010600030101010101" pitchFamily="2" charset="-122"/>
            </a:endParaRPr>
          </a:p>
          <a:p>
            <a:pPr defTabSz="1028700" eaLnBrk="0" hangingPunct="0">
              <a:lnSpc>
                <a:spcPts val="2365"/>
              </a:lnSpc>
              <a:tabLst>
                <a:tab pos="514350" algn="l"/>
                <a:tab pos="1028700" algn="l"/>
                <a:tab pos="1543050" algn="l"/>
              </a:tabLst>
            </a:pPr>
            <a:r>
              <a:rPr lang="en-US" altLang="zh-CN" sz="2000" b="1">
                <a:solidFill>
                  <a:srgbClr val="000000"/>
                </a:solidFill>
                <a:latin typeface="Times New Roman" panose="02020603050405020304" pitchFamily="2" charset="0"/>
                <a:ea typeface="宋体" panose="02010600030101010101" pitchFamily="2" charset="-122"/>
              </a:rPr>
              <a:t>network    192.168.2.0      0.0.0.255</a:t>
            </a:r>
            <a:endParaRPr lang="en-US" altLang="zh-CN" sz="2000" b="1">
              <a:solidFill>
                <a:srgbClr val="000000"/>
              </a:solidFill>
              <a:latin typeface="Times New Roman" panose="02020603050405020304" pitchFamily="2" charset="0"/>
              <a:ea typeface="宋体" panose="02010600030101010101" pitchFamily="2" charset="-122"/>
            </a:endParaRPr>
          </a:p>
          <a:p>
            <a:pPr defTabSz="1028700" eaLnBrk="0" hangingPunct="0">
              <a:lnSpc>
                <a:spcPts val="2365"/>
              </a:lnSpc>
              <a:tabLst>
                <a:tab pos="514350" algn="l"/>
                <a:tab pos="1028700" algn="l"/>
                <a:tab pos="1543050" algn="l"/>
              </a:tabLst>
            </a:pPr>
            <a:r>
              <a:rPr lang="en-US" altLang="zh-CN" sz="2000" b="1">
                <a:solidFill>
                  <a:srgbClr val="000000"/>
                </a:solidFill>
                <a:latin typeface="Times New Roman" panose="02020603050405020304" pitchFamily="2" charset="0"/>
                <a:ea typeface="宋体" panose="02010600030101010101" pitchFamily="2" charset="-122"/>
              </a:rPr>
              <a:t>Network    40.0.0.0     0.255.255.255</a:t>
            </a:r>
            <a:endParaRPr lang="en-US" altLang="zh-CN" sz="2000" b="1">
              <a:solidFill>
                <a:srgbClr val="000000"/>
              </a:solidFill>
              <a:latin typeface="Times New Roman" panose="02020603050405020304" pitchFamily="2" charset="0"/>
              <a:ea typeface="宋体" panose="02010600030101010101" pitchFamily="2" charset="-122"/>
            </a:endParaRPr>
          </a:p>
        </p:txBody>
      </p:sp>
      <p:sp>
        <p:nvSpPr>
          <p:cNvPr id="49157" name="直接连接符 49157"/>
          <p:cNvSpPr/>
          <p:nvPr/>
        </p:nvSpPr>
        <p:spPr>
          <a:xfrm>
            <a:off x="2525713" y="2774950"/>
            <a:ext cx="0" cy="552450"/>
          </a:xfrm>
          <a:prstGeom prst="line">
            <a:avLst/>
          </a:prstGeom>
          <a:ln w="38100" cap="flat" cmpd="sng">
            <a:solidFill>
              <a:schemeClr val="tx1"/>
            </a:solidFill>
            <a:prstDash val="solid"/>
            <a:round/>
            <a:headEnd type="none" w="med" len="med"/>
            <a:tailEnd type="triangle" w="med" len="med"/>
          </a:ln>
        </p:spPr>
      </p:sp>
      <p:sp>
        <p:nvSpPr>
          <p:cNvPr id="49158" name="矩形 49158"/>
          <p:cNvSpPr/>
          <p:nvPr/>
        </p:nvSpPr>
        <p:spPr>
          <a:xfrm>
            <a:off x="6357938" y="3614738"/>
            <a:ext cx="1074737" cy="288925"/>
          </a:xfrm>
          <a:prstGeom prst="rect">
            <a:avLst/>
          </a:prstGeom>
          <a:noFill/>
          <a:ln w="9525">
            <a:noFill/>
          </a:ln>
        </p:spPr>
        <p:txBody>
          <a:bodyPr lIns="21431" tIns="30362" rIns="21431" bIns="30362" anchor="t">
            <a:spAutoFit/>
          </a:bodyPr>
          <a:p>
            <a:pP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2.3.0.0</a:t>
            </a:r>
            <a:endParaRPr lang="en-US" altLang="zh-CN" sz="1600" b="1">
              <a:solidFill>
                <a:srgbClr val="000000"/>
              </a:solidFill>
              <a:latin typeface="Helvetica" pitchFamily="2" charset="0"/>
              <a:ea typeface="宋体" panose="02010600030101010101" pitchFamily="2" charset="-122"/>
            </a:endParaRPr>
          </a:p>
        </p:txBody>
      </p:sp>
      <p:sp>
        <p:nvSpPr>
          <p:cNvPr id="49159" name="矩形 49159"/>
          <p:cNvSpPr/>
          <p:nvPr/>
        </p:nvSpPr>
        <p:spPr>
          <a:xfrm>
            <a:off x="5040313" y="3548063"/>
            <a:ext cx="3875087" cy="1033462"/>
          </a:xfrm>
          <a:prstGeom prst="rect">
            <a:avLst/>
          </a:prstGeom>
          <a:solidFill>
            <a:srgbClr val="FFFFFF"/>
          </a:solidFill>
          <a:ln w="12700" cap="flat" cmpd="sng">
            <a:solidFill>
              <a:srgbClr val="000000"/>
            </a:solidFill>
            <a:prstDash val="solid"/>
            <a:miter/>
            <a:headEnd type="none" w="med" len="med"/>
            <a:tailEnd type="none" w="med" len="med"/>
          </a:ln>
          <a:effectLst>
            <a:outerShdw dist="71842" dir="2699999" algn="ctr" rotWithShape="0">
              <a:srgbClr val="000000"/>
            </a:outerShdw>
          </a:effectLst>
        </p:spPr>
        <p:txBody>
          <a:bodyPr anchor="t"/>
          <a:p>
            <a:endParaRPr lang="zh-CN" altLang="en-US">
              <a:latin typeface="Arial" panose="020B0604020202020204" pitchFamily="34" charset="0"/>
              <a:ea typeface="宋体" panose="02010600030101010101" pitchFamily="2" charset="-122"/>
            </a:endParaRPr>
          </a:p>
        </p:txBody>
      </p:sp>
      <p:sp>
        <p:nvSpPr>
          <p:cNvPr id="49160" name="矩形 49160"/>
          <p:cNvSpPr/>
          <p:nvPr/>
        </p:nvSpPr>
        <p:spPr>
          <a:xfrm>
            <a:off x="5126038" y="3598863"/>
            <a:ext cx="3759200" cy="960437"/>
          </a:xfrm>
          <a:prstGeom prst="rect">
            <a:avLst/>
          </a:prstGeom>
          <a:noFill/>
          <a:ln w="9525">
            <a:noFill/>
          </a:ln>
        </p:spPr>
        <p:txBody>
          <a:bodyPr lIns="21431" tIns="30362" rIns="21431" bIns="30362" anchor="t">
            <a:spAutoFit/>
          </a:bodyPr>
          <a:p>
            <a:pPr defTabSz="1028700" eaLnBrk="0" hangingPunct="0">
              <a:lnSpc>
                <a:spcPts val="2365"/>
              </a:lnSpc>
              <a:tabLst>
                <a:tab pos="514350" algn="l"/>
                <a:tab pos="1028700" algn="l"/>
                <a:tab pos="1543050" algn="l"/>
              </a:tabLst>
            </a:pPr>
            <a:r>
              <a:rPr lang="en-US" altLang="zh-CN" sz="2000" b="1">
                <a:solidFill>
                  <a:srgbClr val="000000"/>
                </a:solidFill>
                <a:latin typeface="Times New Roman" panose="02020603050405020304" pitchFamily="2" charset="0"/>
                <a:ea typeface="宋体" panose="02010600030101010101" pitchFamily="2" charset="-122"/>
              </a:rPr>
              <a:t>router rip</a:t>
            </a:r>
            <a:endParaRPr lang="en-US" altLang="zh-CN" sz="2000" b="1">
              <a:solidFill>
                <a:srgbClr val="000000"/>
              </a:solidFill>
              <a:latin typeface="Times New Roman" panose="02020603050405020304" pitchFamily="2" charset="0"/>
              <a:ea typeface="宋体" panose="02010600030101010101" pitchFamily="2" charset="-122"/>
            </a:endParaRPr>
          </a:p>
          <a:p>
            <a:pPr defTabSz="1028700" eaLnBrk="0" hangingPunct="0">
              <a:lnSpc>
                <a:spcPts val="2365"/>
              </a:lnSpc>
              <a:tabLst>
                <a:tab pos="514350" algn="l"/>
                <a:tab pos="1028700" algn="l"/>
                <a:tab pos="1543050" algn="l"/>
              </a:tabLst>
            </a:pPr>
            <a:r>
              <a:rPr lang="en-US" altLang="zh-CN" sz="2000" b="1">
                <a:solidFill>
                  <a:srgbClr val="000000"/>
                </a:solidFill>
                <a:latin typeface="Times New Roman" panose="02020603050405020304" pitchFamily="2" charset="0"/>
                <a:ea typeface="宋体" panose="02010600030101010101" pitchFamily="2" charset="-122"/>
              </a:rPr>
              <a:t>network    192.168.1.0    0.0.0.255</a:t>
            </a:r>
            <a:endParaRPr lang="en-US" altLang="zh-CN" sz="2000" b="1">
              <a:solidFill>
                <a:srgbClr val="000000"/>
              </a:solidFill>
              <a:latin typeface="Times New Roman" panose="02020603050405020304" pitchFamily="2" charset="0"/>
              <a:ea typeface="宋体" panose="02010600030101010101" pitchFamily="2" charset="-122"/>
            </a:endParaRPr>
          </a:p>
          <a:p>
            <a:pPr defTabSz="1028700" eaLnBrk="0" hangingPunct="0">
              <a:lnSpc>
                <a:spcPts val="2365"/>
              </a:lnSpc>
              <a:tabLst>
                <a:tab pos="514350" algn="l"/>
                <a:tab pos="1028700" algn="l"/>
                <a:tab pos="1543050" algn="l"/>
              </a:tabLst>
            </a:pPr>
            <a:r>
              <a:rPr lang="en-US" altLang="zh-CN" sz="2000" b="1">
                <a:solidFill>
                  <a:srgbClr val="000000"/>
                </a:solidFill>
                <a:latin typeface="Times New Roman" panose="02020603050405020304" pitchFamily="2" charset="0"/>
                <a:ea typeface="宋体" panose="02010600030101010101" pitchFamily="2" charset="-122"/>
              </a:rPr>
              <a:t>network    40.0.0.0    0.255.255.255</a:t>
            </a:r>
            <a:endParaRPr lang="en-US" altLang="zh-CN" sz="2000" b="1">
              <a:solidFill>
                <a:srgbClr val="000000"/>
              </a:solidFill>
              <a:latin typeface="Times New Roman" panose="02020603050405020304" pitchFamily="2" charset="0"/>
              <a:ea typeface="宋体" panose="02010600030101010101" pitchFamily="2" charset="-122"/>
            </a:endParaRPr>
          </a:p>
        </p:txBody>
      </p:sp>
      <p:sp>
        <p:nvSpPr>
          <p:cNvPr id="49161" name="直接连接符 49161"/>
          <p:cNvSpPr/>
          <p:nvPr/>
        </p:nvSpPr>
        <p:spPr>
          <a:xfrm>
            <a:off x="6653213" y="2789238"/>
            <a:ext cx="0" cy="552450"/>
          </a:xfrm>
          <a:prstGeom prst="line">
            <a:avLst/>
          </a:prstGeom>
          <a:ln w="38100" cap="flat" cmpd="sng">
            <a:solidFill>
              <a:schemeClr val="tx1"/>
            </a:solidFill>
            <a:prstDash val="solid"/>
            <a:round/>
            <a:headEnd type="none" w="med" len="med"/>
            <a:tailEnd type="triangle" w="med" len="med"/>
          </a:ln>
        </p:spPr>
      </p:sp>
      <p:sp>
        <p:nvSpPr>
          <p:cNvPr id="49162" name="矩形 49162"/>
          <p:cNvSpPr/>
          <p:nvPr/>
        </p:nvSpPr>
        <p:spPr>
          <a:xfrm>
            <a:off x="1219200" y="1524000"/>
            <a:ext cx="1077913" cy="288925"/>
          </a:xfrm>
          <a:prstGeom prst="rect">
            <a:avLst/>
          </a:prstGeom>
          <a:noFill/>
          <a:ln w="9525">
            <a:noFill/>
          </a:ln>
        </p:spPr>
        <p:txBody>
          <a:bodyPr lIns="21431" tIns="30362" rIns="21431" bIns="30362" anchor="t">
            <a:spAutoFit/>
          </a:bodyPr>
          <a:p>
            <a:pP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loopback1</a:t>
            </a:r>
            <a:endParaRPr lang="en-US" altLang="zh-CN" sz="1600" b="1">
              <a:solidFill>
                <a:srgbClr val="000000"/>
              </a:solidFill>
              <a:latin typeface="Helvetica" pitchFamily="2" charset="0"/>
              <a:ea typeface="宋体" panose="02010600030101010101" pitchFamily="2" charset="-122"/>
            </a:endParaRPr>
          </a:p>
        </p:txBody>
      </p:sp>
      <p:sp>
        <p:nvSpPr>
          <p:cNvPr id="49163" name="矩形 49163"/>
          <p:cNvSpPr/>
          <p:nvPr/>
        </p:nvSpPr>
        <p:spPr>
          <a:xfrm>
            <a:off x="5410200" y="1952625"/>
            <a:ext cx="933450" cy="288925"/>
          </a:xfrm>
          <a:prstGeom prst="rect">
            <a:avLst/>
          </a:prstGeom>
          <a:noFill/>
          <a:ln w="9525">
            <a:noFill/>
          </a:ln>
        </p:spPr>
        <p:txBody>
          <a:bodyPr lIns="21431" tIns="30362" rIns="21431" bIns="30362" anchor="t">
            <a:spAutoFit/>
          </a:bodyPr>
          <a:p>
            <a:pP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Fei_3/1</a:t>
            </a:r>
            <a:endParaRPr lang="en-US" altLang="zh-CN" sz="1600" b="1">
              <a:solidFill>
                <a:srgbClr val="000000"/>
              </a:solidFill>
              <a:latin typeface="Helvetica" pitchFamily="2" charset="0"/>
              <a:ea typeface="宋体" panose="02010600030101010101" pitchFamily="2" charset="-122"/>
            </a:endParaRPr>
          </a:p>
        </p:txBody>
      </p:sp>
      <p:sp>
        <p:nvSpPr>
          <p:cNvPr id="49164" name="直接连接符 49164"/>
          <p:cNvSpPr/>
          <p:nvPr/>
        </p:nvSpPr>
        <p:spPr>
          <a:xfrm>
            <a:off x="1358900" y="1757363"/>
            <a:ext cx="0" cy="1092200"/>
          </a:xfrm>
          <a:prstGeom prst="line">
            <a:avLst/>
          </a:prstGeom>
          <a:ln w="50800" cap="flat" cmpd="sng">
            <a:solidFill>
              <a:schemeClr val="accent2"/>
            </a:solidFill>
            <a:prstDash val="solid"/>
            <a:round/>
            <a:headEnd type="none" w="med" len="med"/>
            <a:tailEnd type="none" w="med" len="med"/>
          </a:ln>
          <a:effectLst>
            <a:outerShdw dist="35921" dir="2699999" algn="ctr" rotWithShape="0">
              <a:schemeClr val="bg2"/>
            </a:outerShdw>
          </a:effectLst>
        </p:spPr>
      </p:sp>
      <p:sp>
        <p:nvSpPr>
          <p:cNvPr id="49165" name="直接连接符 49165"/>
          <p:cNvSpPr/>
          <p:nvPr/>
        </p:nvSpPr>
        <p:spPr>
          <a:xfrm>
            <a:off x="7813675" y="1654175"/>
            <a:ext cx="0" cy="1219200"/>
          </a:xfrm>
          <a:prstGeom prst="line">
            <a:avLst/>
          </a:prstGeom>
          <a:ln w="50800" cap="flat" cmpd="sng">
            <a:solidFill>
              <a:schemeClr val="accent2"/>
            </a:solidFill>
            <a:prstDash val="solid"/>
            <a:round/>
            <a:headEnd type="none" w="med" len="med"/>
            <a:tailEnd type="none" w="med" len="med"/>
          </a:ln>
          <a:effectLst>
            <a:outerShdw dist="35921" dir="2699999" algn="ctr" rotWithShape="0">
              <a:schemeClr val="bg2"/>
            </a:outerShdw>
          </a:effectLst>
        </p:spPr>
      </p:sp>
      <p:sp>
        <p:nvSpPr>
          <p:cNvPr id="49166" name="矩形 49166"/>
          <p:cNvSpPr/>
          <p:nvPr/>
        </p:nvSpPr>
        <p:spPr>
          <a:xfrm>
            <a:off x="2522538" y="2484438"/>
            <a:ext cx="1071562" cy="288925"/>
          </a:xfrm>
          <a:prstGeom prst="rect">
            <a:avLst/>
          </a:prstGeom>
          <a:noFill/>
          <a:ln w="9525">
            <a:noFill/>
          </a:ln>
        </p:spPr>
        <p:txBody>
          <a:bodyPr lIns="21431" tIns="30362" rIns="21431" bIns="30362" anchor="t">
            <a:spAutoFit/>
          </a:bodyPr>
          <a:p>
            <a:pP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40.1.1.5/30</a:t>
            </a:r>
            <a:endParaRPr lang="en-US" altLang="zh-CN" sz="1600" b="1">
              <a:solidFill>
                <a:srgbClr val="000000"/>
              </a:solidFill>
              <a:latin typeface="Helvetica" pitchFamily="2" charset="0"/>
              <a:ea typeface="宋体" panose="02010600030101010101" pitchFamily="2" charset="-122"/>
            </a:endParaRPr>
          </a:p>
        </p:txBody>
      </p:sp>
      <p:sp>
        <p:nvSpPr>
          <p:cNvPr id="49167" name="矩形 49167"/>
          <p:cNvSpPr/>
          <p:nvPr/>
        </p:nvSpPr>
        <p:spPr>
          <a:xfrm>
            <a:off x="5670550" y="2528888"/>
            <a:ext cx="1074738" cy="288925"/>
          </a:xfrm>
          <a:prstGeom prst="rect">
            <a:avLst/>
          </a:prstGeom>
          <a:noFill/>
          <a:ln w="9525">
            <a:noFill/>
          </a:ln>
        </p:spPr>
        <p:txBody>
          <a:bodyPr lIns="21431" tIns="30362" rIns="21431" bIns="30362" anchor="t">
            <a:spAutoFit/>
          </a:bodyPr>
          <a:p>
            <a:pP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40.1.1.6/30</a:t>
            </a:r>
            <a:endParaRPr lang="en-US" altLang="zh-CN" sz="1600" b="1">
              <a:solidFill>
                <a:srgbClr val="000000"/>
              </a:solidFill>
              <a:latin typeface="Helvetica" pitchFamily="2" charset="0"/>
              <a:ea typeface="宋体" panose="02010600030101010101" pitchFamily="2" charset="-122"/>
            </a:endParaRPr>
          </a:p>
        </p:txBody>
      </p:sp>
      <p:sp>
        <p:nvSpPr>
          <p:cNvPr id="49168" name="矩形 49168"/>
          <p:cNvSpPr/>
          <p:nvPr/>
        </p:nvSpPr>
        <p:spPr>
          <a:xfrm>
            <a:off x="7848600" y="2209800"/>
            <a:ext cx="1143000" cy="517525"/>
          </a:xfrm>
          <a:prstGeom prst="rect">
            <a:avLst/>
          </a:prstGeom>
          <a:noFill/>
          <a:ln w="9525">
            <a:noFill/>
          </a:ln>
        </p:spPr>
        <p:txBody>
          <a:bodyPr lIns="21431" tIns="30362" rIns="21431" bIns="30362" anchor="t">
            <a:spAutoFit/>
          </a:bodyPr>
          <a:p>
            <a:pPr algn="ct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192.168.1.1/24 </a:t>
            </a:r>
            <a:endParaRPr lang="en-US" altLang="zh-CN" sz="1600" b="1">
              <a:solidFill>
                <a:srgbClr val="000000"/>
              </a:solidFill>
              <a:latin typeface="Helvetica" pitchFamily="2" charset="0"/>
              <a:ea typeface="宋体" panose="02010600030101010101" pitchFamily="2" charset="-122"/>
            </a:endParaRPr>
          </a:p>
        </p:txBody>
      </p:sp>
      <p:sp>
        <p:nvSpPr>
          <p:cNvPr id="49169" name="标题 49169"/>
          <p:cNvSpPr>
            <a:spLocks noGrp="1"/>
          </p:cNvSpPr>
          <p:nvPr>
            <p:ph type="title"/>
          </p:nvPr>
        </p:nvSpPr>
        <p:spPr/>
        <p:txBody>
          <a:bodyPr vert="horz" wrap="square" anchor="ctr"/>
          <a:p>
            <a:r>
              <a:rPr lang="en-US" altLang="zh-CN"/>
              <a:t>RIP </a:t>
            </a:r>
            <a:r>
              <a:rPr lang="zh-CN" altLang="en-US"/>
              <a:t>配置示例</a:t>
            </a:r>
            <a:endParaRPr lang="zh-CN" altLang="en-US"/>
          </a:p>
        </p:txBody>
      </p:sp>
      <p:sp>
        <p:nvSpPr>
          <p:cNvPr id="49170" name="矩形 49170"/>
          <p:cNvSpPr/>
          <p:nvPr/>
        </p:nvSpPr>
        <p:spPr>
          <a:xfrm>
            <a:off x="2819400" y="1905000"/>
            <a:ext cx="933450" cy="288925"/>
          </a:xfrm>
          <a:prstGeom prst="rect">
            <a:avLst/>
          </a:prstGeom>
          <a:noFill/>
          <a:ln w="9525">
            <a:noFill/>
          </a:ln>
        </p:spPr>
        <p:txBody>
          <a:bodyPr lIns="21431" tIns="30362" rIns="21431" bIns="30362" anchor="t">
            <a:spAutoFit/>
          </a:bodyPr>
          <a:p>
            <a:pP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Fei_3/1</a:t>
            </a:r>
            <a:endParaRPr lang="en-US" altLang="zh-CN" sz="1600" b="1">
              <a:solidFill>
                <a:srgbClr val="000000"/>
              </a:solidFill>
              <a:latin typeface="Helvetica" pitchFamily="2" charset="0"/>
              <a:ea typeface="宋体" panose="02010600030101010101" pitchFamily="2" charset="-122"/>
            </a:endParaRPr>
          </a:p>
        </p:txBody>
      </p:sp>
      <p:sp>
        <p:nvSpPr>
          <p:cNvPr id="49171" name="矩形 49171"/>
          <p:cNvSpPr/>
          <p:nvPr/>
        </p:nvSpPr>
        <p:spPr>
          <a:xfrm>
            <a:off x="6705600" y="1752600"/>
            <a:ext cx="1077913" cy="288925"/>
          </a:xfrm>
          <a:prstGeom prst="rect">
            <a:avLst/>
          </a:prstGeom>
          <a:noFill/>
          <a:ln w="9525">
            <a:noFill/>
          </a:ln>
        </p:spPr>
        <p:txBody>
          <a:bodyPr lIns="21431" tIns="30362" rIns="21431" bIns="30362" anchor="t">
            <a:spAutoFit/>
          </a:bodyPr>
          <a:p>
            <a:pP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loopback1</a:t>
            </a:r>
            <a:endParaRPr lang="en-US" altLang="zh-CN" sz="1600" b="1">
              <a:solidFill>
                <a:srgbClr val="000000"/>
              </a:solidFill>
              <a:latin typeface="Helvetica" pitchFamily="2" charset="0"/>
              <a:ea typeface="宋体" panose="02010600030101010101" pitchFamily="2" charset="-122"/>
            </a:endParaRPr>
          </a:p>
        </p:txBody>
      </p:sp>
      <p:sp>
        <p:nvSpPr>
          <p:cNvPr id="49172" name="矩形 49172"/>
          <p:cNvSpPr/>
          <p:nvPr/>
        </p:nvSpPr>
        <p:spPr>
          <a:xfrm>
            <a:off x="0" y="2133600"/>
            <a:ext cx="1143000" cy="517525"/>
          </a:xfrm>
          <a:prstGeom prst="rect">
            <a:avLst/>
          </a:prstGeom>
          <a:noFill/>
          <a:ln w="9525">
            <a:noFill/>
          </a:ln>
        </p:spPr>
        <p:txBody>
          <a:bodyPr lIns="21431" tIns="30362" rIns="21431" bIns="30362" anchor="t">
            <a:spAutoFit/>
          </a:bodyPr>
          <a:p>
            <a:pPr algn="ct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192.168.2.1/24 </a:t>
            </a:r>
            <a:endParaRPr lang="en-US" altLang="zh-CN" sz="1600" b="1">
              <a:solidFill>
                <a:srgbClr val="000000"/>
              </a:solidFill>
              <a:latin typeface="Helvetica" pitchFamily="2" charset="0"/>
              <a:ea typeface="宋体" panose="02010600030101010101" pitchFamily="2" charset="-122"/>
            </a:endParaRPr>
          </a:p>
        </p:txBody>
      </p:sp>
      <p:pic>
        <p:nvPicPr>
          <p:cNvPr id="49173" name="图片 49173" descr="GER---"/>
          <p:cNvPicPr>
            <a:picLocks noChangeAspect="1"/>
          </p:cNvPicPr>
          <p:nvPr/>
        </p:nvPicPr>
        <p:blipFill>
          <a:blip r:embed="rId1"/>
          <a:stretch>
            <a:fillRect/>
          </a:stretch>
        </p:blipFill>
        <p:spPr>
          <a:xfrm>
            <a:off x="1981200" y="1989138"/>
            <a:ext cx="790575" cy="527050"/>
          </a:xfrm>
          <a:prstGeom prst="rect">
            <a:avLst/>
          </a:prstGeom>
          <a:noFill/>
          <a:ln w="9525">
            <a:noFill/>
          </a:ln>
        </p:spPr>
      </p:pic>
      <p:pic>
        <p:nvPicPr>
          <p:cNvPr id="49174" name="图片 49174" descr="GER---"/>
          <p:cNvPicPr>
            <a:picLocks noChangeAspect="1"/>
          </p:cNvPicPr>
          <p:nvPr/>
        </p:nvPicPr>
        <p:blipFill>
          <a:blip r:embed="rId1"/>
          <a:stretch>
            <a:fillRect/>
          </a:stretch>
        </p:blipFill>
        <p:spPr>
          <a:xfrm>
            <a:off x="6229350" y="2038350"/>
            <a:ext cx="790575" cy="527050"/>
          </a:xfrm>
          <a:prstGeom prst="rect">
            <a:avLst/>
          </a:prstGeom>
          <a:noFill/>
          <a:ln w="9525">
            <a:noFill/>
          </a:ln>
        </p:spPr>
      </p:pic>
      <p:sp>
        <p:nvSpPr>
          <p:cNvPr id="49175" name="矩形 49175"/>
          <p:cNvSpPr/>
          <p:nvPr/>
        </p:nvSpPr>
        <p:spPr>
          <a:xfrm>
            <a:off x="1920875" y="2286000"/>
            <a:ext cx="998538" cy="288925"/>
          </a:xfrm>
          <a:prstGeom prst="rect">
            <a:avLst/>
          </a:prstGeom>
          <a:noFill/>
          <a:ln w="9525">
            <a:noFill/>
          </a:ln>
        </p:spPr>
        <p:txBody>
          <a:bodyPr lIns="21431" tIns="30362" rIns="21431" bIns="30362" anchor="t">
            <a:spAutoFit/>
          </a:bodyPr>
          <a:p>
            <a:pPr algn="ctr" defTabSz="1028700" eaLnBrk="0" hangingPunct="0">
              <a:lnSpc>
                <a:spcPts val="1800"/>
              </a:lnSpc>
              <a:tabLst>
                <a:tab pos="514350" algn="l"/>
                <a:tab pos="1028700" algn="l"/>
                <a:tab pos="1543050" algn="l"/>
              </a:tabLst>
            </a:pPr>
            <a:r>
              <a:rPr lang="en-US" altLang="zh-CN" sz="1600" b="1">
                <a:solidFill>
                  <a:schemeClr val="bg1"/>
                </a:solidFill>
                <a:latin typeface="Helvetica" pitchFamily="2" charset="0"/>
                <a:ea typeface="宋体" panose="02010600030101010101" pitchFamily="2" charset="-122"/>
              </a:rPr>
              <a:t>A</a:t>
            </a:r>
            <a:endParaRPr lang="en-US" altLang="zh-CN" sz="1600" b="1">
              <a:solidFill>
                <a:schemeClr val="bg1"/>
              </a:solidFill>
              <a:latin typeface="Helvetica" pitchFamily="2" charset="0"/>
              <a:ea typeface="宋体" panose="02010600030101010101" pitchFamily="2" charset="-122"/>
            </a:endParaRPr>
          </a:p>
        </p:txBody>
      </p:sp>
      <p:sp>
        <p:nvSpPr>
          <p:cNvPr id="49176" name="矩形 49176"/>
          <p:cNvSpPr/>
          <p:nvPr/>
        </p:nvSpPr>
        <p:spPr>
          <a:xfrm>
            <a:off x="6105525" y="2328863"/>
            <a:ext cx="998538" cy="288925"/>
          </a:xfrm>
          <a:prstGeom prst="rect">
            <a:avLst/>
          </a:prstGeom>
          <a:noFill/>
          <a:ln w="9525">
            <a:noFill/>
          </a:ln>
        </p:spPr>
        <p:txBody>
          <a:bodyPr lIns="21431" tIns="30362" rIns="21431" bIns="30362" anchor="t">
            <a:spAutoFit/>
          </a:bodyPr>
          <a:p>
            <a:pPr algn="ctr" defTabSz="1028700" eaLnBrk="0" hangingPunct="0">
              <a:lnSpc>
                <a:spcPts val="1800"/>
              </a:lnSpc>
              <a:tabLst>
                <a:tab pos="514350" algn="l"/>
                <a:tab pos="1028700" algn="l"/>
                <a:tab pos="1543050" algn="l"/>
              </a:tabLst>
            </a:pPr>
            <a:r>
              <a:rPr lang="en-US" altLang="zh-CN" sz="1600" b="1">
                <a:solidFill>
                  <a:schemeClr val="bg1"/>
                </a:solidFill>
                <a:latin typeface="Helvetica" pitchFamily="2" charset="0"/>
                <a:ea typeface="宋体" panose="02010600030101010101" pitchFamily="2" charset="-122"/>
              </a:rPr>
              <a:t>C</a:t>
            </a:r>
            <a:endParaRPr lang="en-US" altLang="zh-CN" sz="1600" b="1">
              <a:solidFill>
                <a:schemeClr val="bg1"/>
              </a:solidFill>
              <a:latin typeface="Helvetica" pitchFamily="2" charset="0"/>
              <a:ea typeface="宋体" panose="02010600030101010101" pitchFamily="2"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矩形 51201"/>
          <p:cNvSpPr/>
          <p:nvPr/>
        </p:nvSpPr>
        <p:spPr>
          <a:xfrm>
            <a:off x="323850" y="3321050"/>
            <a:ext cx="8405813" cy="2484438"/>
          </a:xfrm>
          <a:prstGeom prst="rect">
            <a:avLst/>
          </a:prstGeom>
          <a:solidFill>
            <a:schemeClr val="folHlink"/>
          </a:solidFill>
          <a:ln w="12700" cap="flat" cmpd="sng">
            <a:solidFill>
              <a:srgbClr val="000000"/>
            </a:solidFill>
            <a:prstDash val="solid"/>
            <a:miter/>
            <a:headEnd type="none" w="med" len="med"/>
            <a:tailEnd type="none" w="med" len="med"/>
          </a:ln>
          <a:effectLst>
            <a:outerShdw dist="71842" dir="2699999" algn="ctr" rotWithShape="0">
              <a:srgbClr val="000000"/>
            </a:outerShdw>
          </a:effectLst>
        </p:spPr>
        <p:txBody>
          <a:bodyPr anchor="t"/>
          <a:p>
            <a:endParaRPr lang="zh-CN" altLang="en-US">
              <a:latin typeface="Arial" panose="020B0604020202020204" pitchFamily="34" charset="0"/>
              <a:ea typeface="宋体" panose="02010600030101010101" pitchFamily="2" charset="-122"/>
            </a:endParaRPr>
          </a:p>
        </p:txBody>
      </p:sp>
      <p:sp>
        <p:nvSpPr>
          <p:cNvPr id="51202" name="标题 51202"/>
          <p:cNvSpPr>
            <a:spLocks noGrp="1"/>
          </p:cNvSpPr>
          <p:nvPr>
            <p:ph type="title"/>
          </p:nvPr>
        </p:nvSpPr>
        <p:spPr/>
        <p:txBody>
          <a:bodyPr anchor="b"/>
          <a:p>
            <a:r>
              <a:rPr lang="zh-CN" altLang="en-US"/>
              <a:t>显示路由表</a:t>
            </a:r>
            <a:endParaRPr lang="zh-CN" altLang="en-US"/>
          </a:p>
        </p:txBody>
      </p:sp>
      <p:sp>
        <p:nvSpPr>
          <p:cNvPr id="51203" name="矩形 51203"/>
          <p:cNvSpPr/>
          <p:nvPr/>
        </p:nvSpPr>
        <p:spPr>
          <a:xfrm>
            <a:off x="815975" y="1382713"/>
            <a:ext cx="6829425" cy="4572000"/>
          </a:xfrm>
          <a:prstGeom prst="rect">
            <a:avLst/>
          </a:prstGeom>
          <a:noFill/>
          <a:ln w="9525">
            <a:noFill/>
          </a:ln>
        </p:spPr>
        <p:txBody>
          <a:bodyPr wrap="none" lIns="21431" tIns="30362" rIns="21431" bIns="30362" anchor="t"/>
          <a:p>
            <a:pPr defTabSz="1028700" eaLnBrk="0" hangingPunct="0">
              <a:lnSpc>
                <a:spcPts val="1575"/>
              </a:lnSpc>
              <a:tabLst>
                <a:tab pos="514350" algn="l"/>
                <a:tab pos="1028700" algn="l"/>
                <a:tab pos="1543050" algn="l"/>
              </a:tabLst>
            </a:pPr>
            <a:endParaRPr lang="zh-CN" altLang="zh-CN" b="1">
              <a:solidFill>
                <a:srgbClr val="000000"/>
              </a:solidFill>
              <a:latin typeface="Courier" pitchFamily="1" charset="0"/>
              <a:ea typeface="宋体" panose="02010600030101010101" pitchFamily="2" charset="-122"/>
            </a:endParaRPr>
          </a:p>
        </p:txBody>
      </p:sp>
      <p:sp>
        <p:nvSpPr>
          <p:cNvPr id="51204" name="矩形 51204"/>
          <p:cNvSpPr/>
          <p:nvPr/>
        </p:nvSpPr>
        <p:spPr>
          <a:xfrm>
            <a:off x="457200" y="5045075"/>
            <a:ext cx="8001000" cy="304800"/>
          </a:xfrm>
          <a:prstGeom prst="rect">
            <a:avLst/>
          </a:prstGeom>
          <a:solidFill>
            <a:srgbClr val="F6BF69"/>
          </a:solidFill>
          <a:ln w="9525">
            <a:noFill/>
          </a:ln>
        </p:spPr>
        <p:txBody>
          <a:bodyPr anchor="t"/>
          <a:p>
            <a:endParaRPr lang="zh-CN" altLang="en-US">
              <a:latin typeface="Arial" panose="020B0604020202020204" pitchFamily="34" charset="0"/>
              <a:ea typeface="宋体" panose="02010600030101010101" pitchFamily="2" charset="-122"/>
            </a:endParaRPr>
          </a:p>
        </p:txBody>
      </p:sp>
      <p:sp>
        <p:nvSpPr>
          <p:cNvPr id="51205" name="文本框 51205"/>
          <p:cNvSpPr txBox="1"/>
          <p:nvPr/>
        </p:nvSpPr>
        <p:spPr>
          <a:xfrm>
            <a:off x="323850" y="3538538"/>
            <a:ext cx="8321675" cy="2047875"/>
          </a:xfrm>
          <a:prstGeom prst="rect">
            <a:avLst/>
          </a:prstGeom>
          <a:noFill/>
          <a:ln w="9525">
            <a:noFill/>
          </a:ln>
        </p:spPr>
        <p:txBody>
          <a:bodyPr anchor="ctr">
            <a:spAutoFit/>
          </a:bodyPr>
          <a:p>
            <a:pPr eaLnBrk="0" hangingPunct="0"/>
            <a:r>
              <a:rPr lang="en-US" altLang="zh-CN" sz="1600" b="1">
                <a:latin typeface="Times New Roman" panose="02020603050405020304" pitchFamily="2" charset="0"/>
                <a:ea typeface="宋体" panose="02010600030101010101" pitchFamily="2" charset="-122"/>
              </a:rPr>
              <a:t>GAR3#sh ip route</a:t>
            </a:r>
            <a:endParaRPr lang="en-US" altLang="zh-CN" sz="1600" b="1">
              <a:latin typeface="Times New Roman" panose="02020603050405020304" pitchFamily="2" charset="0"/>
              <a:ea typeface="宋体" panose="02010600030101010101" pitchFamily="2" charset="-122"/>
            </a:endParaRPr>
          </a:p>
          <a:p>
            <a:pPr eaLnBrk="0" hangingPunct="0"/>
            <a:r>
              <a:rPr lang="en-US" altLang="zh-CN" sz="1600" b="1">
                <a:latin typeface="Times New Roman" panose="02020603050405020304" pitchFamily="2" charset="0"/>
                <a:ea typeface="宋体" panose="02010600030101010101" pitchFamily="2" charset="-122"/>
              </a:rPr>
              <a:t>IPv4 Routing Table:</a:t>
            </a:r>
            <a:endParaRPr lang="en-US" altLang="zh-CN" sz="1600" b="1">
              <a:latin typeface="Times New Roman" panose="02020603050405020304" pitchFamily="2" charset="0"/>
              <a:ea typeface="宋体" panose="02010600030101010101" pitchFamily="2" charset="-122"/>
            </a:endParaRPr>
          </a:p>
          <a:p>
            <a:pPr eaLnBrk="0" hangingPunct="0"/>
            <a:r>
              <a:rPr lang="en-US" altLang="zh-CN" sz="1600" b="1">
                <a:latin typeface="Times New Roman" panose="02020603050405020304" pitchFamily="2" charset="0"/>
                <a:ea typeface="宋体" panose="02010600030101010101" pitchFamily="2" charset="-122"/>
              </a:rPr>
              <a:t>Dest             Mask                        Gw		Interface	Owner   pri metric</a:t>
            </a:r>
            <a:endParaRPr lang="en-US" altLang="zh-CN" sz="1600" b="1">
              <a:latin typeface="Times New Roman" panose="02020603050405020304" pitchFamily="2" charset="0"/>
              <a:ea typeface="宋体" panose="02010600030101010101" pitchFamily="2" charset="-122"/>
            </a:endParaRPr>
          </a:p>
          <a:p>
            <a:pPr eaLnBrk="0" hangingPunct="0"/>
            <a:r>
              <a:rPr lang="en-US" altLang="zh-CN" sz="1600" b="1">
                <a:latin typeface="Times New Roman" panose="02020603050405020304" pitchFamily="2" charset="0"/>
                <a:ea typeface="宋体" panose="02010600030101010101" pitchFamily="2" charset="-122"/>
              </a:rPr>
              <a:t>40.1.1.4        255.255.255.252 	40.1.1.5 		fei_1/1       direct     0     0</a:t>
            </a:r>
            <a:endParaRPr lang="en-US" altLang="zh-CN" sz="1600" b="1">
              <a:latin typeface="Times New Roman" panose="02020603050405020304" pitchFamily="2" charset="0"/>
              <a:ea typeface="宋体" panose="02010600030101010101" pitchFamily="2" charset="-122"/>
            </a:endParaRPr>
          </a:p>
          <a:p>
            <a:pPr eaLnBrk="0" hangingPunct="0"/>
            <a:r>
              <a:rPr lang="en-US" altLang="zh-CN" sz="1600" b="1">
                <a:latin typeface="Times New Roman" panose="02020603050405020304" pitchFamily="2" charset="0"/>
                <a:ea typeface="宋体" panose="02010600030101010101" pitchFamily="2" charset="-122"/>
              </a:rPr>
              <a:t>40.1.1.5        255.255.255.255 	40.1.1.5 		fei_1/1       address  0     0</a:t>
            </a:r>
            <a:endParaRPr lang="en-US" altLang="zh-CN" sz="1600" b="1">
              <a:latin typeface="Times New Roman" panose="02020603050405020304" pitchFamily="2" charset="0"/>
              <a:ea typeface="宋体" panose="02010600030101010101" pitchFamily="2" charset="-122"/>
            </a:endParaRPr>
          </a:p>
          <a:p>
            <a:pPr eaLnBrk="0" hangingPunct="0"/>
            <a:r>
              <a:rPr lang="en-US" altLang="zh-CN" sz="1600" b="1">
                <a:latin typeface="Times New Roman" panose="02020603050405020304" pitchFamily="2" charset="0"/>
                <a:ea typeface="宋体" panose="02010600030101010101" pitchFamily="2" charset="-122"/>
              </a:rPr>
              <a:t>192.168.2.0     255.255.255.0   	192.168.2.1 	</a:t>
            </a:r>
            <a:r>
              <a:rPr lang="en-US" altLang="zh-CN" b="1">
                <a:latin typeface="Arial" panose="020B0604020202020204" pitchFamily="34" charset="0"/>
                <a:ea typeface="宋体" panose="02010600030101010101" pitchFamily="2" charset="-122"/>
              </a:rPr>
              <a:t>fei_0/1      </a:t>
            </a:r>
            <a:r>
              <a:rPr lang="en-US" altLang="zh-CN" sz="1600" b="1">
                <a:latin typeface="Times New Roman" panose="02020603050405020304" pitchFamily="2" charset="0"/>
                <a:ea typeface="宋体" panose="02010600030101010101" pitchFamily="2" charset="-122"/>
              </a:rPr>
              <a:t> direct      0    0</a:t>
            </a:r>
            <a:endParaRPr lang="en-US" altLang="zh-CN" sz="1600" b="1">
              <a:latin typeface="Times New Roman" panose="02020603050405020304" pitchFamily="2" charset="0"/>
              <a:ea typeface="宋体" panose="02010600030101010101" pitchFamily="2" charset="-122"/>
            </a:endParaRPr>
          </a:p>
          <a:p>
            <a:pPr eaLnBrk="0" hangingPunct="0"/>
            <a:r>
              <a:rPr lang="en-US" altLang="zh-CN" sz="1600" b="1">
                <a:latin typeface="Times New Roman" panose="02020603050405020304" pitchFamily="2" charset="0"/>
                <a:ea typeface="宋体" panose="02010600030101010101" pitchFamily="2" charset="-122"/>
              </a:rPr>
              <a:t>192.168.2.1     255.255.255.255 	192.168.2.1 	</a:t>
            </a:r>
            <a:r>
              <a:rPr lang="en-US" altLang="zh-CN" b="1">
                <a:latin typeface="Arial" panose="020B0604020202020204" pitchFamily="34" charset="0"/>
                <a:ea typeface="宋体" panose="02010600030101010101" pitchFamily="2" charset="-122"/>
              </a:rPr>
              <a:t>fei_0/1</a:t>
            </a:r>
            <a:r>
              <a:rPr lang="en-US" altLang="zh-CN">
                <a:latin typeface="Arial" panose="020B0604020202020204" pitchFamily="34" charset="0"/>
                <a:ea typeface="宋体" panose="02010600030101010101" pitchFamily="2" charset="-122"/>
              </a:rPr>
              <a:t>       </a:t>
            </a:r>
            <a:r>
              <a:rPr lang="en-US" altLang="zh-CN" sz="1600" b="1">
                <a:latin typeface="Times New Roman" panose="02020603050405020304" pitchFamily="2" charset="0"/>
                <a:ea typeface="宋体" panose="02010600030101010101" pitchFamily="2" charset="-122"/>
              </a:rPr>
              <a:t>address   0    0</a:t>
            </a:r>
            <a:endParaRPr lang="en-US" altLang="zh-CN" sz="1600" b="1">
              <a:latin typeface="Times New Roman" panose="02020603050405020304" pitchFamily="2" charset="0"/>
              <a:ea typeface="宋体" panose="02010600030101010101" pitchFamily="2" charset="-122"/>
            </a:endParaRPr>
          </a:p>
          <a:p>
            <a:pPr eaLnBrk="0" hangingPunct="0"/>
            <a:r>
              <a:rPr lang="en-US" altLang="zh-CN" sz="1600" b="1">
                <a:latin typeface="Times New Roman" panose="02020603050405020304" pitchFamily="2" charset="0"/>
                <a:ea typeface="宋体" panose="02010600030101010101" pitchFamily="2" charset="-122"/>
              </a:rPr>
              <a:t>192.168.1.0     255.255.255.0   	40.1.1.6       	fei_1/1       rip          120 1</a:t>
            </a:r>
            <a:endParaRPr lang="en-US" altLang="zh-CN" sz="1600" b="1">
              <a:latin typeface="Times New Roman" panose="02020603050405020304" pitchFamily="2" charset="0"/>
              <a:ea typeface="宋体" panose="02010600030101010101" pitchFamily="2" charset="-122"/>
            </a:endParaRPr>
          </a:p>
        </p:txBody>
      </p:sp>
      <p:sp>
        <p:nvSpPr>
          <p:cNvPr id="51206" name="直接连接符 51206"/>
          <p:cNvSpPr/>
          <p:nvPr/>
        </p:nvSpPr>
        <p:spPr>
          <a:xfrm flipH="1" flipV="1">
            <a:off x="1371600" y="2360613"/>
            <a:ext cx="6400800" cy="0"/>
          </a:xfrm>
          <a:prstGeom prst="line">
            <a:avLst/>
          </a:prstGeom>
          <a:ln w="50800" cap="flat" cmpd="sng">
            <a:solidFill>
              <a:schemeClr val="accent2"/>
            </a:solidFill>
            <a:prstDash val="solid"/>
            <a:round/>
            <a:headEnd type="none" w="med" len="med"/>
            <a:tailEnd type="none" w="med" len="med"/>
          </a:ln>
          <a:effectLst>
            <a:outerShdw dist="35921" dir="2699999" algn="ctr" rotWithShape="0">
              <a:schemeClr val="bg2"/>
            </a:outerShdw>
          </a:effectLst>
        </p:spPr>
      </p:sp>
      <p:sp>
        <p:nvSpPr>
          <p:cNvPr id="51207" name="直接连接符 51207"/>
          <p:cNvSpPr/>
          <p:nvPr/>
        </p:nvSpPr>
        <p:spPr>
          <a:xfrm>
            <a:off x="2362200" y="2589213"/>
            <a:ext cx="0" cy="552450"/>
          </a:xfrm>
          <a:prstGeom prst="line">
            <a:avLst/>
          </a:prstGeom>
          <a:ln w="38100" cap="flat" cmpd="sng">
            <a:solidFill>
              <a:schemeClr val="tx1"/>
            </a:solidFill>
            <a:prstDash val="solid"/>
            <a:round/>
            <a:headEnd type="none" w="med" len="med"/>
            <a:tailEnd type="triangle" w="med" len="med"/>
          </a:ln>
        </p:spPr>
      </p:sp>
      <p:sp>
        <p:nvSpPr>
          <p:cNvPr id="51208" name="矩形 51208"/>
          <p:cNvSpPr/>
          <p:nvPr/>
        </p:nvSpPr>
        <p:spPr>
          <a:xfrm>
            <a:off x="5410200" y="2027238"/>
            <a:ext cx="933450" cy="288925"/>
          </a:xfrm>
          <a:prstGeom prst="rect">
            <a:avLst/>
          </a:prstGeom>
          <a:noFill/>
          <a:ln w="9525">
            <a:noFill/>
          </a:ln>
        </p:spPr>
        <p:txBody>
          <a:bodyPr lIns="21431" tIns="30362" rIns="21431" bIns="30362" anchor="t">
            <a:spAutoFit/>
          </a:bodyPr>
          <a:p>
            <a:pP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Fei_1/0</a:t>
            </a:r>
            <a:endParaRPr lang="en-US" altLang="zh-CN" sz="1600" b="1">
              <a:solidFill>
                <a:srgbClr val="000000"/>
              </a:solidFill>
              <a:latin typeface="Helvetica" pitchFamily="2" charset="0"/>
              <a:ea typeface="宋体" panose="02010600030101010101" pitchFamily="2" charset="-122"/>
            </a:endParaRPr>
          </a:p>
        </p:txBody>
      </p:sp>
      <p:sp>
        <p:nvSpPr>
          <p:cNvPr id="51209" name="直接连接符 51209"/>
          <p:cNvSpPr/>
          <p:nvPr/>
        </p:nvSpPr>
        <p:spPr>
          <a:xfrm>
            <a:off x="1358900" y="1831975"/>
            <a:ext cx="0" cy="1092200"/>
          </a:xfrm>
          <a:prstGeom prst="line">
            <a:avLst/>
          </a:prstGeom>
          <a:ln w="50800" cap="flat" cmpd="sng">
            <a:solidFill>
              <a:schemeClr val="accent2"/>
            </a:solidFill>
            <a:prstDash val="solid"/>
            <a:round/>
            <a:headEnd type="none" w="med" len="med"/>
            <a:tailEnd type="none" w="med" len="med"/>
          </a:ln>
          <a:effectLst>
            <a:outerShdw dist="35921" dir="2699999" algn="ctr" rotWithShape="0">
              <a:schemeClr val="bg2"/>
            </a:outerShdw>
          </a:effectLst>
        </p:spPr>
      </p:sp>
      <p:sp>
        <p:nvSpPr>
          <p:cNvPr id="51210" name="直接连接符 51210"/>
          <p:cNvSpPr/>
          <p:nvPr/>
        </p:nvSpPr>
        <p:spPr>
          <a:xfrm>
            <a:off x="7813675" y="1728788"/>
            <a:ext cx="0" cy="1219200"/>
          </a:xfrm>
          <a:prstGeom prst="line">
            <a:avLst/>
          </a:prstGeom>
          <a:ln w="50800" cap="flat" cmpd="sng">
            <a:solidFill>
              <a:schemeClr val="accent2"/>
            </a:solidFill>
            <a:prstDash val="solid"/>
            <a:round/>
            <a:headEnd type="none" w="med" len="med"/>
            <a:tailEnd type="none" w="med" len="med"/>
          </a:ln>
          <a:effectLst>
            <a:outerShdw dist="35921" dir="2699999" algn="ctr" rotWithShape="0">
              <a:schemeClr val="bg2"/>
            </a:outerShdw>
          </a:effectLst>
        </p:spPr>
      </p:sp>
      <p:sp>
        <p:nvSpPr>
          <p:cNvPr id="51211" name="矩形 51211"/>
          <p:cNvSpPr/>
          <p:nvPr/>
        </p:nvSpPr>
        <p:spPr>
          <a:xfrm>
            <a:off x="2522538" y="2559050"/>
            <a:ext cx="1071562" cy="288925"/>
          </a:xfrm>
          <a:prstGeom prst="rect">
            <a:avLst/>
          </a:prstGeom>
          <a:noFill/>
          <a:ln w="9525">
            <a:noFill/>
          </a:ln>
        </p:spPr>
        <p:txBody>
          <a:bodyPr lIns="21431" tIns="30362" rIns="21431" bIns="30362" anchor="t">
            <a:spAutoFit/>
          </a:bodyPr>
          <a:p>
            <a:pP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40.1.1.5/30</a:t>
            </a:r>
            <a:endParaRPr lang="en-US" altLang="zh-CN" sz="1600" b="1">
              <a:solidFill>
                <a:srgbClr val="000000"/>
              </a:solidFill>
              <a:latin typeface="Helvetica" pitchFamily="2" charset="0"/>
              <a:ea typeface="宋体" panose="02010600030101010101" pitchFamily="2" charset="-122"/>
            </a:endParaRPr>
          </a:p>
        </p:txBody>
      </p:sp>
      <p:sp>
        <p:nvSpPr>
          <p:cNvPr id="51212" name="矩形 51212"/>
          <p:cNvSpPr/>
          <p:nvPr/>
        </p:nvSpPr>
        <p:spPr>
          <a:xfrm>
            <a:off x="5670550" y="2603500"/>
            <a:ext cx="1074738" cy="288925"/>
          </a:xfrm>
          <a:prstGeom prst="rect">
            <a:avLst/>
          </a:prstGeom>
          <a:noFill/>
          <a:ln w="9525">
            <a:noFill/>
          </a:ln>
        </p:spPr>
        <p:txBody>
          <a:bodyPr lIns="21431" tIns="30362" rIns="21431" bIns="30362" anchor="t">
            <a:spAutoFit/>
          </a:bodyPr>
          <a:p>
            <a:pP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40.1.1.6/30</a:t>
            </a:r>
            <a:endParaRPr lang="en-US" altLang="zh-CN" sz="1600" b="1">
              <a:solidFill>
                <a:srgbClr val="000000"/>
              </a:solidFill>
              <a:latin typeface="Helvetica" pitchFamily="2" charset="0"/>
              <a:ea typeface="宋体" panose="02010600030101010101" pitchFamily="2" charset="-122"/>
            </a:endParaRPr>
          </a:p>
        </p:txBody>
      </p:sp>
      <p:sp>
        <p:nvSpPr>
          <p:cNvPr id="51213" name="矩形 51213"/>
          <p:cNvSpPr/>
          <p:nvPr/>
        </p:nvSpPr>
        <p:spPr>
          <a:xfrm>
            <a:off x="7848600" y="2284413"/>
            <a:ext cx="1143000" cy="517525"/>
          </a:xfrm>
          <a:prstGeom prst="rect">
            <a:avLst/>
          </a:prstGeom>
          <a:noFill/>
          <a:ln w="9525">
            <a:noFill/>
          </a:ln>
        </p:spPr>
        <p:txBody>
          <a:bodyPr lIns="21431" tIns="30362" rIns="21431" bIns="30362" anchor="t">
            <a:spAutoFit/>
          </a:bodyPr>
          <a:p>
            <a:pPr algn="ct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192.168.1.1/24 </a:t>
            </a:r>
            <a:endParaRPr lang="en-US" altLang="zh-CN" sz="1600" b="1">
              <a:solidFill>
                <a:srgbClr val="000000"/>
              </a:solidFill>
              <a:latin typeface="Helvetica" pitchFamily="2" charset="0"/>
              <a:ea typeface="宋体" panose="02010600030101010101" pitchFamily="2" charset="-122"/>
            </a:endParaRPr>
          </a:p>
        </p:txBody>
      </p:sp>
      <p:sp>
        <p:nvSpPr>
          <p:cNvPr id="51214" name="矩形 51214"/>
          <p:cNvSpPr/>
          <p:nvPr/>
        </p:nvSpPr>
        <p:spPr>
          <a:xfrm>
            <a:off x="2819400" y="1979613"/>
            <a:ext cx="933450" cy="288925"/>
          </a:xfrm>
          <a:prstGeom prst="rect">
            <a:avLst/>
          </a:prstGeom>
          <a:noFill/>
          <a:ln w="9525">
            <a:noFill/>
          </a:ln>
        </p:spPr>
        <p:txBody>
          <a:bodyPr lIns="21431" tIns="30362" rIns="21431" bIns="30362" anchor="t">
            <a:spAutoFit/>
          </a:bodyPr>
          <a:p>
            <a:pP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Fei_1/1</a:t>
            </a:r>
            <a:endParaRPr lang="en-US" altLang="zh-CN" sz="1600" b="1">
              <a:solidFill>
                <a:srgbClr val="000000"/>
              </a:solidFill>
              <a:latin typeface="Helvetica" pitchFamily="2" charset="0"/>
              <a:ea typeface="宋体" panose="02010600030101010101" pitchFamily="2" charset="-122"/>
            </a:endParaRPr>
          </a:p>
        </p:txBody>
      </p:sp>
      <p:sp>
        <p:nvSpPr>
          <p:cNvPr id="51215" name="矩形 51215"/>
          <p:cNvSpPr/>
          <p:nvPr/>
        </p:nvSpPr>
        <p:spPr>
          <a:xfrm>
            <a:off x="0" y="2208213"/>
            <a:ext cx="1143000" cy="517525"/>
          </a:xfrm>
          <a:prstGeom prst="rect">
            <a:avLst/>
          </a:prstGeom>
          <a:noFill/>
          <a:ln w="9525">
            <a:noFill/>
          </a:ln>
        </p:spPr>
        <p:txBody>
          <a:bodyPr lIns="21431" tIns="30362" rIns="21431" bIns="30362" anchor="t">
            <a:spAutoFit/>
          </a:bodyPr>
          <a:p>
            <a:pPr algn="ctr" defTabSz="1028700" eaLnBrk="0" hangingPunct="0">
              <a:lnSpc>
                <a:spcPts val="1800"/>
              </a:lnSpc>
              <a:tabLst>
                <a:tab pos="514350" algn="l"/>
                <a:tab pos="1028700" algn="l"/>
                <a:tab pos="1543050" algn="l"/>
              </a:tabLst>
            </a:pPr>
            <a:r>
              <a:rPr lang="en-US" altLang="zh-CN" sz="1600" b="1">
                <a:solidFill>
                  <a:srgbClr val="000000"/>
                </a:solidFill>
                <a:latin typeface="Helvetica" pitchFamily="2" charset="0"/>
                <a:ea typeface="宋体" panose="02010600030101010101" pitchFamily="2" charset="-122"/>
              </a:rPr>
              <a:t>192.168.2.1/24 </a:t>
            </a:r>
            <a:endParaRPr lang="en-US" altLang="zh-CN" sz="1600" b="1">
              <a:solidFill>
                <a:srgbClr val="000000"/>
              </a:solidFill>
              <a:latin typeface="Helvetica" pitchFamily="2" charset="0"/>
              <a:ea typeface="宋体" panose="02010600030101010101" pitchFamily="2" charset="-122"/>
            </a:endParaRPr>
          </a:p>
        </p:txBody>
      </p:sp>
      <p:pic>
        <p:nvPicPr>
          <p:cNvPr id="51216" name="图片 51216" descr="GER---"/>
          <p:cNvPicPr>
            <a:picLocks noChangeAspect="1"/>
          </p:cNvPicPr>
          <p:nvPr/>
        </p:nvPicPr>
        <p:blipFill>
          <a:blip r:embed="rId1"/>
          <a:stretch>
            <a:fillRect/>
          </a:stretch>
        </p:blipFill>
        <p:spPr>
          <a:xfrm>
            <a:off x="2009775" y="2078038"/>
            <a:ext cx="790575" cy="527050"/>
          </a:xfrm>
          <a:prstGeom prst="rect">
            <a:avLst/>
          </a:prstGeom>
          <a:noFill/>
          <a:ln w="9525">
            <a:noFill/>
          </a:ln>
        </p:spPr>
      </p:pic>
      <p:pic>
        <p:nvPicPr>
          <p:cNvPr id="51217" name="图片 51217" descr="GER---"/>
          <p:cNvPicPr>
            <a:picLocks noChangeAspect="1"/>
          </p:cNvPicPr>
          <p:nvPr/>
        </p:nvPicPr>
        <p:blipFill>
          <a:blip r:embed="rId1"/>
          <a:stretch>
            <a:fillRect/>
          </a:stretch>
        </p:blipFill>
        <p:spPr>
          <a:xfrm>
            <a:off x="6257925" y="2127250"/>
            <a:ext cx="790575" cy="527050"/>
          </a:xfrm>
          <a:prstGeom prst="rect">
            <a:avLst/>
          </a:prstGeom>
          <a:noFill/>
          <a:ln w="9525">
            <a:noFill/>
          </a:ln>
        </p:spPr>
      </p:pic>
      <p:sp>
        <p:nvSpPr>
          <p:cNvPr id="51218" name="矩形 51218"/>
          <p:cNvSpPr/>
          <p:nvPr/>
        </p:nvSpPr>
        <p:spPr>
          <a:xfrm>
            <a:off x="1920875" y="2360613"/>
            <a:ext cx="998538" cy="288925"/>
          </a:xfrm>
          <a:prstGeom prst="rect">
            <a:avLst/>
          </a:prstGeom>
          <a:noFill/>
          <a:ln w="9525">
            <a:noFill/>
          </a:ln>
        </p:spPr>
        <p:txBody>
          <a:bodyPr lIns="21431" tIns="30362" rIns="21431" bIns="30362" anchor="t">
            <a:spAutoFit/>
          </a:bodyPr>
          <a:p>
            <a:pPr algn="ctr" defTabSz="1028700" eaLnBrk="0" hangingPunct="0">
              <a:lnSpc>
                <a:spcPts val="1800"/>
              </a:lnSpc>
              <a:tabLst>
                <a:tab pos="514350" algn="l"/>
                <a:tab pos="1028700" algn="l"/>
                <a:tab pos="1543050" algn="l"/>
              </a:tabLst>
            </a:pPr>
            <a:r>
              <a:rPr lang="en-US" altLang="zh-CN" sz="1600" b="1">
                <a:solidFill>
                  <a:schemeClr val="bg1"/>
                </a:solidFill>
                <a:latin typeface="Helvetica" pitchFamily="2" charset="0"/>
                <a:ea typeface="宋体" panose="02010600030101010101" pitchFamily="2" charset="-122"/>
              </a:rPr>
              <a:t>A</a:t>
            </a:r>
            <a:endParaRPr lang="en-US" altLang="zh-CN" sz="1600" b="1">
              <a:solidFill>
                <a:schemeClr val="bg1"/>
              </a:solidFill>
              <a:latin typeface="Helvetica" pitchFamily="2" charset="0"/>
              <a:ea typeface="宋体" panose="02010600030101010101" pitchFamily="2" charset="-122"/>
            </a:endParaRPr>
          </a:p>
        </p:txBody>
      </p:sp>
      <p:sp>
        <p:nvSpPr>
          <p:cNvPr id="51219" name="矩形 51219"/>
          <p:cNvSpPr/>
          <p:nvPr/>
        </p:nvSpPr>
        <p:spPr>
          <a:xfrm>
            <a:off x="6105525" y="2403475"/>
            <a:ext cx="998538" cy="288925"/>
          </a:xfrm>
          <a:prstGeom prst="rect">
            <a:avLst/>
          </a:prstGeom>
          <a:noFill/>
          <a:ln w="9525">
            <a:noFill/>
          </a:ln>
        </p:spPr>
        <p:txBody>
          <a:bodyPr lIns="21431" tIns="30362" rIns="21431" bIns="30362" anchor="t">
            <a:spAutoFit/>
          </a:bodyPr>
          <a:p>
            <a:pPr algn="ctr" defTabSz="1028700" eaLnBrk="0" hangingPunct="0">
              <a:lnSpc>
                <a:spcPts val="1800"/>
              </a:lnSpc>
              <a:tabLst>
                <a:tab pos="514350" algn="l"/>
                <a:tab pos="1028700" algn="l"/>
                <a:tab pos="1543050" algn="l"/>
              </a:tabLst>
            </a:pPr>
            <a:r>
              <a:rPr lang="en-US" altLang="zh-CN" sz="1600" b="1">
                <a:solidFill>
                  <a:schemeClr val="bg1"/>
                </a:solidFill>
                <a:latin typeface="Helvetica" pitchFamily="2" charset="0"/>
                <a:ea typeface="宋体" panose="02010600030101010101" pitchFamily="2" charset="-122"/>
              </a:rPr>
              <a:t>C</a:t>
            </a:r>
            <a:endParaRPr lang="en-US" altLang="zh-CN" sz="1600" b="1">
              <a:solidFill>
                <a:schemeClr val="bg1"/>
              </a:solidFill>
              <a:latin typeface="Helvetica" pitchFamily="2" charset="0"/>
              <a:ea typeface="宋体" panose="02010600030101010101" pitchFamily="2"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标题 1"/>
          <p:cNvSpPr>
            <a:spLocks noGrp="1"/>
          </p:cNvSpPr>
          <p:nvPr>
            <p:ph type="title"/>
          </p:nvPr>
        </p:nvSpPr>
        <p:spPr/>
        <p:txBody>
          <a:bodyPr anchor="b"/>
          <a:p>
            <a:r>
              <a:rPr lang="en-US" altLang="zh-CN"/>
              <a:t>RIP</a:t>
            </a:r>
            <a:r>
              <a:rPr lang="zh-CN" altLang="en-US"/>
              <a:t>配置要点：</a:t>
            </a:r>
            <a:endParaRPr lang="zh-CN" altLang="en-US"/>
          </a:p>
        </p:txBody>
      </p:sp>
      <p:pic>
        <p:nvPicPr>
          <p:cNvPr id="53250" name="内容占位符 3"/>
          <p:cNvPicPr>
            <a:picLocks noGrp="1" noChangeAspect="1"/>
          </p:cNvPicPr>
          <p:nvPr>
            <p:ph idx="1"/>
          </p:nvPr>
        </p:nvPicPr>
        <p:blipFill>
          <a:blip r:embed="rId1"/>
          <a:stretch>
            <a:fillRect/>
          </a:stretch>
        </p:blipFill>
        <p:spPr>
          <a:xfrm>
            <a:off x="87313" y="1319213"/>
            <a:ext cx="8515350" cy="5149850"/>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标题 1"/>
          <p:cNvSpPr>
            <a:spLocks noGrp="1"/>
          </p:cNvSpPr>
          <p:nvPr>
            <p:ph type="title"/>
          </p:nvPr>
        </p:nvSpPr>
        <p:spPr/>
        <p:txBody>
          <a:bodyPr anchor="b"/>
          <a:p>
            <a:r>
              <a:rPr lang="en-US" altLang="zh-CN"/>
              <a:t>RIP</a:t>
            </a:r>
            <a:r>
              <a:rPr lang="zh-CN" altLang="en-US"/>
              <a:t>配置过程</a:t>
            </a:r>
            <a:endParaRPr lang="zh-CN" altLang="en-US"/>
          </a:p>
        </p:txBody>
      </p:sp>
      <p:sp>
        <p:nvSpPr>
          <p:cNvPr id="54274" name="内容占位符 2"/>
          <p:cNvSpPr>
            <a:spLocks noGrp="1"/>
          </p:cNvSpPr>
          <p:nvPr>
            <p:ph idx="1"/>
          </p:nvPr>
        </p:nvSpPr>
        <p:spPr/>
        <p:txBody>
          <a:bodyPr anchor="t"/>
          <a:p>
            <a:r>
              <a:rPr lang="en-US" altLang="zh-CN"/>
              <a:t>1</a:t>
            </a:r>
            <a:r>
              <a:rPr lang="zh-CN" altLang="en-US"/>
              <a:t>、鼠标连击</a:t>
            </a:r>
            <a:r>
              <a:rPr lang="en-US" altLang="zh-CN"/>
              <a:t>router0-config-routting-rip</a:t>
            </a:r>
            <a:endParaRPr lang="en-US" altLang="zh-CN"/>
          </a:p>
          <a:p>
            <a:r>
              <a:rPr lang="en-US" altLang="zh-CN"/>
              <a:t>2</a:t>
            </a:r>
            <a:r>
              <a:rPr lang="zh-CN" altLang="en-US"/>
              <a:t>、在右侧菜单里填入</a:t>
            </a:r>
            <a:r>
              <a:rPr lang="en-US" altLang="zh-CN"/>
              <a:t>router0</a:t>
            </a:r>
            <a:r>
              <a:rPr lang="zh-CN" altLang="en-US"/>
              <a:t>的两个直连网络，点击</a:t>
            </a:r>
            <a:r>
              <a:rPr lang="en-US" altLang="zh-CN"/>
              <a:t>ADD</a:t>
            </a:r>
            <a:r>
              <a:rPr lang="zh-CN" altLang="en-US"/>
              <a:t>添加。如果加入成功，说明</a:t>
            </a:r>
            <a:r>
              <a:rPr lang="en-US" altLang="zh-CN"/>
              <a:t>RIP</a:t>
            </a:r>
            <a:r>
              <a:rPr lang="zh-CN" altLang="en-US"/>
              <a:t>配置完成。</a:t>
            </a:r>
            <a:endParaRPr lang="zh-CN" altLang="en-US"/>
          </a:p>
          <a:p>
            <a:r>
              <a:rPr lang="zh-CN" altLang="en-US"/>
              <a:t>其余部分配置见实验二。</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标题 1"/>
          <p:cNvSpPr>
            <a:spLocks noGrp="1"/>
          </p:cNvSpPr>
          <p:nvPr>
            <p:ph type="title"/>
          </p:nvPr>
        </p:nvSpPr>
        <p:spPr/>
        <p:txBody>
          <a:bodyPr anchor="b"/>
          <a:p>
            <a:r>
              <a:rPr lang="zh-CN" altLang="en-US"/>
              <a:t>配置要求：</a:t>
            </a:r>
            <a:endParaRPr lang="zh-CN" altLang="en-US"/>
          </a:p>
        </p:txBody>
      </p:sp>
      <p:sp>
        <p:nvSpPr>
          <p:cNvPr id="55298" name="内容占位符 2"/>
          <p:cNvSpPr>
            <a:spLocks noGrp="1"/>
          </p:cNvSpPr>
          <p:nvPr>
            <p:ph idx="1"/>
          </p:nvPr>
        </p:nvSpPr>
        <p:spPr>
          <a:xfrm>
            <a:off x="457200" y="1719263"/>
            <a:ext cx="8026400" cy="4297362"/>
          </a:xfrm>
        </p:spPr>
        <p:txBody>
          <a:bodyPr anchor="t"/>
          <a:p>
            <a:r>
              <a:rPr lang="en-US" altLang="zh-CN"/>
              <a:t>1</a:t>
            </a:r>
            <a:r>
              <a:rPr lang="zh-CN" altLang="en-US"/>
              <a:t>、用路由器构造</a:t>
            </a:r>
            <a:r>
              <a:rPr lang="en-US" altLang="zh-CN"/>
              <a:t>16</a:t>
            </a:r>
            <a:r>
              <a:rPr lang="zh-CN" altLang="en-US"/>
              <a:t>个节点的总线型网络。</a:t>
            </a:r>
            <a:endParaRPr lang="zh-CN" altLang="en-US"/>
          </a:p>
          <a:p>
            <a:r>
              <a:rPr lang="en-US" altLang="zh-CN"/>
              <a:t>2</a:t>
            </a:r>
            <a:r>
              <a:rPr lang="zh-CN" altLang="en-US"/>
              <a:t>、标识出整个网络的规划并截图。</a:t>
            </a:r>
            <a:endParaRPr lang="zh-CN" altLang="en-US"/>
          </a:p>
          <a:p>
            <a:r>
              <a:rPr lang="en-US" altLang="zh-CN"/>
              <a:t>3</a:t>
            </a:r>
            <a:r>
              <a:rPr lang="zh-CN" altLang="en-US"/>
              <a:t>、用</a:t>
            </a:r>
            <a:r>
              <a:rPr lang="en-US" altLang="zh-CN"/>
              <a:t>RIP</a:t>
            </a:r>
            <a:r>
              <a:rPr lang="zh-CN" altLang="en-US"/>
              <a:t>协议进行配置并截图。</a:t>
            </a:r>
            <a:endParaRPr lang="zh-CN" altLang="en-US"/>
          </a:p>
          <a:p>
            <a:r>
              <a:rPr lang="en-US" altLang="zh-CN"/>
              <a:t>4</a:t>
            </a:r>
            <a:r>
              <a:rPr lang="zh-CN" altLang="en-US"/>
              <a:t>、配置两个测试主机的</a:t>
            </a:r>
            <a:r>
              <a:rPr lang="en-US" altLang="zh-CN"/>
              <a:t>ip</a:t>
            </a:r>
            <a:r>
              <a:rPr lang="zh-CN" altLang="en-US"/>
              <a:t>地址、网关并截图。</a:t>
            </a:r>
            <a:endParaRPr lang="zh-CN" altLang="en-US"/>
          </a:p>
          <a:p>
            <a:r>
              <a:rPr lang="en-US" altLang="zh-CN"/>
              <a:t>5</a:t>
            </a:r>
            <a:r>
              <a:rPr lang="zh-CN" altLang="en-US"/>
              <a:t>、测试两端的主机是否连通并截图。</a:t>
            </a:r>
            <a:endParaRPr lang="zh-CN" altLang="en-US"/>
          </a:p>
          <a:p>
            <a:r>
              <a:rPr lang="en-US" altLang="zh-CN"/>
              <a:t>6、</a:t>
            </a:r>
            <a:r>
              <a:rPr lang="zh-CN" altLang="en-US"/>
              <a:t>调出</a:t>
            </a:r>
            <a:r>
              <a:rPr lang="en-US" altLang="zh-CN"/>
              <a:t>2</a:t>
            </a:r>
            <a:r>
              <a:rPr lang="zh-CN" altLang="en-US"/>
              <a:t>个末端节点路由器的路由表并截图。</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7</a:t>
            </a:r>
            <a:r>
              <a:rPr lang="zh-CN" altLang="en-US"/>
              <a:t>、网络最佳路由的测试，搭建下图拓扑，并验证最佳路由。</a:t>
            </a:r>
            <a:endParaRPr lang="en-US" altLang="zh-CN"/>
          </a:p>
        </p:txBody>
      </p:sp>
      <p:pic>
        <p:nvPicPr>
          <p:cNvPr id="4" name="图片 3"/>
          <p:cNvPicPr>
            <a:picLocks noChangeAspect="1"/>
          </p:cNvPicPr>
          <p:nvPr/>
        </p:nvPicPr>
        <p:blipFill>
          <a:blip r:embed="rId1"/>
          <a:stretch>
            <a:fillRect/>
          </a:stretch>
        </p:blipFill>
        <p:spPr>
          <a:xfrm>
            <a:off x="34925" y="1865630"/>
            <a:ext cx="8967470" cy="492633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41935" y="122555"/>
            <a:ext cx="7712075" cy="1295400"/>
          </a:xfrm>
        </p:spPr>
        <p:txBody>
          <a:bodyPr/>
          <a:p>
            <a:r>
              <a:rPr lang="en-US" altLang="zh-CN" sz="2800"/>
              <a:t>8</a:t>
            </a:r>
            <a:r>
              <a:rPr lang="zh-CN" altLang="en-US" sz="2800"/>
              <a:t>、断开图七中的上分路，模拟实际网络出现故障的情况，验证网络自愈功能，比较自愈前后路由表的变化。</a:t>
            </a:r>
            <a:endParaRPr lang="zh-CN" altLang="en-US" sz="2800"/>
          </a:p>
        </p:txBody>
      </p:sp>
      <p:pic>
        <p:nvPicPr>
          <p:cNvPr id="4" name="图片 3"/>
          <p:cNvPicPr>
            <a:picLocks noChangeAspect="1"/>
          </p:cNvPicPr>
          <p:nvPr/>
        </p:nvPicPr>
        <p:blipFill>
          <a:blip r:embed="rId1"/>
          <a:stretch>
            <a:fillRect/>
          </a:stretch>
        </p:blipFill>
        <p:spPr>
          <a:xfrm>
            <a:off x="54610" y="1484630"/>
            <a:ext cx="8904605" cy="520446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标题 53249"/>
          <p:cNvSpPr>
            <a:spLocks noGrp="1"/>
          </p:cNvSpPr>
          <p:nvPr>
            <p:ph type="title"/>
          </p:nvPr>
        </p:nvSpPr>
        <p:spPr/>
        <p:txBody>
          <a:bodyPr anchor="b"/>
          <a:p>
            <a:r>
              <a:rPr lang="en-US" altLang="zh-CN"/>
              <a:t>9</a:t>
            </a:r>
            <a:r>
              <a:rPr lang="zh-CN" altLang="en-US"/>
              <a:t>、网络边界测试</a:t>
            </a:r>
            <a:endParaRPr lang="zh-CN" altLang="en-US"/>
          </a:p>
        </p:txBody>
      </p:sp>
      <p:sp>
        <p:nvSpPr>
          <p:cNvPr id="56322" name="文本占位符 53250"/>
          <p:cNvSpPr>
            <a:spLocks noGrp="1"/>
          </p:cNvSpPr>
          <p:nvPr>
            <p:ph idx="1"/>
          </p:nvPr>
        </p:nvSpPr>
        <p:spPr/>
        <p:txBody>
          <a:bodyPr anchor="t"/>
          <a:p>
            <a:r>
              <a:rPr lang="zh-CN" altLang="en-US"/>
              <a:t>用</a:t>
            </a:r>
            <a:r>
              <a:rPr lang="en-US" altLang="zh-CN"/>
              <a:t>RIP</a:t>
            </a:r>
            <a:r>
              <a:rPr lang="zh-CN" altLang="en-US"/>
              <a:t>协议构造</a:t>
            </a:r>
            <a:r>
              <a:rPr lang="en-US" altLang="zh-CN"/>
              <a:t>17</a:t>
            </a:r>
            <a:r>
              <a:rPr lang="zh-CN" altLang="en-US"/>
              <a:t>个节点的总线型网络，测试</a:t>
            </a:r>
            <a:r>
              <a:rPr lang="en-US" altLang="zh-CN"/>
              <a:t>RIP</a:t>
            </a:r>
            <a:r>
              <a:rPr lang="zh-CN" altLang="en-US"/>
              <a:t>协议下的网络边界，</a:t>
            </a:r>
            <a:r>
              <a:rPr lang="zh-CN" altLang="en-US"/>
              <a:t>构造完之后，两个端到端的主机能互相访问吗？</a:t>
            </a:r>
            <a:endParaRPr lang="zh-CN" altLang="en-US"/>
          </a:p>
          <a:p>
            <a:r>
              <a:rPr lang="zh-CN" altLang="en-US"/>
              <a:t>请测试并回答为什么。</a:t>
            </a:r>
            <a:endParaRPr lang="zh-CN" altLang="en-US"/>
          </a:p>
        </p:txBody>
      </p:sp>
    </p:spTree>
  </p:cSld>
  <p:clrMapOvr>
    <a:masterClrMapping/>
  </p:clrMapOvr>
</p:sld>
</file>

<file path=ppt/theme/theme1.xml><?xml version="1.0" encoding="utf-8"?>
<a:theme xmlns:a="http://schemas.openxmlformats.org/drawingml/2006/main" name="1_中文授课手册正文模板20071113">
  <a:themeElements>
    <a:clrScheme name="">
      <a:dk1>
        <a:srgbClr val="000000"/>
      </a:dk1>
      <a:lt1>
        <a:srgbClr val="FFFFFF"/>
      </a:lt1>
      <a:dk2>
        <a:srgbClr val="0087E2"/>
      </a:dk2>
      <a:lt2>
        <a:srgbClr val="808080"/>
      </a:lt2>
      <a:accent1>
        <a:srgbClr val="0087E2"/>
      </a:accent1>
      <a:accent2>
        <a:srgbClr val="FFCC00"/>
      </a:accent2>
      <a:accent3>
        <a:srgbClr val="FFFFFF"/>
      </a:accent3>
      <a:accent4>
        <a:srgbClr val="000000"/>
      </a:accent4>
      <a:accent5>
        <a:srgbClr val="AAC3EE"/>
      </a:accent5>
      <a:accent6>
        <a:srgbClr val="E5B700"/>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0000"/>
        </a:lt1>
        <a:dk2>
          <a:srgbClr val="0099FF"/>
        </a:dk2>
        <a:lt2>
          <a:srgbClr val="C0C0C0"/>
        </a:lt2>
        <a:accent1>
          <a:srgbClr val="BBE0E3"/>
        </a:accent1>
        <a:accent2>
          <a:srgbClr val="333399"/>
        </a:accent2>
        <a:accent3>
          <a:srgbClr val="AAAAAA"/>
        </a:accent3>
        <a:accent4>
          <a:srgbClr val="DCDCDC"/>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87E2"/>
        </a:dk2>
        <a:lt2>
          <a:srgbClr val="808080"/>
        </a:lt2>
        <a:accent1>
          <a:srgbClr val="0087E2"/>
        </a:accent1>
        <a:accent2>
          <a:srgbClr val="FFCC00"/>
        </a:accent2>
        <a:accent3>
          <a:srgbClr val="FFFFFF"/>
        </a:accent3>
        <a:accent4>
          <a:srgbClr val="000000"/>
        </a:accent4>
        <a:accent5>
          <a:srgbClr val="AAC3EE"/>
        </a:accent5>
        <a:accent6>
          <a:srgbClr val="E5B700"/>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Network">
  <a:themeElements>
    <a:clrScheme name="">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B8989"/>
      </a:accent6>
      <a:hlink>
        <a:srgbClr val="7E9CE8"/>
      </a:hlink>
      <a:folHlink>
        <a:srgbClr val="D8D8EC"/>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0000"/>
        </a:lt1>
        <a:dk2>
          <a:srgbClr val="C0C0C0"/>
        </a:dk2>
        <a:lt2>
          <a:srgbClr val="4F747B"/>
        </a:lt2>
        <a:accent1>
          <a:srgbClr val="859868"/>
        </a:accent1>
        <a:accent2>
          <a:srgbClr val="5F5F5F"/>
        </a:accent2>
        <a:accent3>
          <a:srgbClr val="AAAAAA"/>
        </a:accent3>
        <a:accent4>
          <a:srgbClr val="DCDCDC"/>
        </a:accent4>
        <a:accent5>
          <a:srgbClr val="C3CAB9"/>
        </a:accent5>
        <a:accent6>
          <a:srgbClr val="555555"/>
        </a:accent6>
        <a:hlink>
          <a:srgbClr val="5F5F5F"/>
        </a:hlink>
        <a:folHlink>
          <a:srgbClr val="BA1212"/>
        </a:folHlink>
      </a:clrScheme>
      <a:clrMap bg1="lt1" tx1="dk1" bg2="lt2" tx2="dk2" accent1="accent1" accent2="accent2" accent3="accent3" accent4="accent4" accent5="accent5" accent6="accent6" hlink="hlink" folHlink="folHlink"/>
    </a:extraClrScheme>
    <a:extraClrScheme>
      <a:clrScheme name="">
        <a:dk1>
          <a:srgbClr val="FFFFFF"/>
        </a:dk1>
        <a:lt1>
          <a:srgbClr val="4D0B0B"/>
        </a:lt1>
        <a:dk2>
          <a:srgbClr val="FFFFFF"/>
        </a:dk2>
        <a:lt2>
          <a:srgbClr val="3C0000"/>
        </a:lt2>
        <a:accent1>
          <a:srgbClr val="666633"/>
        </a:accent1>
        <a:accent2>
          <a:srgbClr val="CC3300"/>
        </a:accent2>
        <a:accent3>
          <a:srgbClr val="B2AAAA"/>
        </a:accent3>
        <a:accent4>
          <a:srgbClr val="DCDCDC"/>
        </a:accent4>
        <a:accent5>
          <a:srgbClr val="B9B9AD"/>
        </a:accent5>
        <a:accent6>
          <a:srgbClr val="B72D00"/>
        </a:accent6>
        <a:hlink>
          <a:srgbClr val="CC9900"/>
        </a:hlink>
        <a:folHlink>
          <a:srgbClr val="CCCC33"/>
        </a:folHlink>
      </a:clrScheme>
      <a:clrMap bg1="lt1" tx1="dk1" bg2="lt2" tx2="dk2" accent1="accent1" accent2="accent2" accent3="accent3" accent4="accent4" accent5="accent5" accent6="accent6" hlink="hlink" folHlink="folHlink"/>
    </a:extraClrScheme>
    <a:extraClrScheme>
      <a:clrScheme name="">
        <a:dk1>
          <a:srgbClr val="FFFFFF"/>
        </a:dk1>
        <a:lt1>
          <a:srgbClr val="15192B"/>
        </a:lt1>
        <a:dk2>
          <a:srgbClr val="CCCCFF"/>
        </a:dk2>
        <a:lt2>
          <a:srgbClr val="666699"/>
        </a:lt2>
        <a:accent1>
          <a:srgbClr val="4F893D"/>
        </a:accent1>
        <a:accent2>
          <a:srgbClr val="666699"/>
        </a:accent2>
        <a:accent3>
          <a:srgbClr val="AAAAAC"/>
        </a:accent3>
        <a:accent4>
          <a:srgbClr val="DCDCDC"/>
        </a:accent4>
        <a:accent5>
          <a:srgbClr val="B3C4AF"/>
        </a:accent5>
        <a:accent6>
          <a:srgbClr val="5B5B89"/>
        </a:accent6>
        <a:hlink>
          <a:srgbClr val="CC9900"/>
        </a:hlink>
        <a:folHlink>
          <a:srgbClr val="4837C7"/>
        </a:folHlink>
      </a:clrScheme>
      <a:clrMap bg1="lt1" tx1="dk1" bg2="lt2" tx2="dk2" accent1="accent1" accent2="accent2" accent3="accent3" accent4="accent4" accent5="accent5" accent6="accent6" hlink="hlink" folHlink="folHlink"/>
    </a:extraClrScheme>
    <a:extraClrScheme>
      <a:clrScheme name="">
        <a:dk1>
          <a:srgbClr val="FFFFFF"/>
        </a:dk1>
        <a:lt1>
          <a:srgbClr val="86001A"/>
        </a:lt1>
        <a:dk2>
          <a:srgbClr val="CCCC66"/>
        </a:dk2>
        <a:lt2>
          <a:srgbClr val="666699"/>
        </a:lt2>
        <a:accent1>
          <a:srgbClr val="FF3300"/>
        </a:accent1>
        <a:accent2>
          <a:srgbClr val="FF6600"/>
        </a:accent2>
        <a:accent3>
          <a:srgbClr val="C3AAAA"/>
        </a:accent3>
        <a:accent4>
          <a:srgbClr val="DCDCDC"/>
        </a:accent4>
        <a:accent5>
          <a:srgbClr val="FFADAA"/>
        </a:accent5>
        <a:accent6>
          <a:srgbClr val="E55B00"/>
        </a:accent6>
        <a:hlink>
          <a:srgbClr val="CC9900"/>
        </a:hlink>
        <a:folHlink>
          <a:srgbClr val="FF0000"/>
        </a:folHlink>
      </a:clrScheme>
      <a:clrMap bg1="lt1" tx1="dk1" bg2="lt2" tx2="dk2" accent1="accent1" accent2="accent2" accent3="accent3" accent4="accent4" accent5="accent5" accent6="accent6" hlink="hlink" folHlink="folHlink"/>
    </a:extraClrScheme>
    <a:extraClrScheme>
      <a:clrScheme name="">
        <a:dk1>
          <a:srgbClr val="FFFFFF"/>
        </a:dk1>
        <a:lt1>
          <a:srgbClr val="000054"/>
        </a:lt1>
        <a:dk2>
          <a:srgbClr val="FFFFFF"/>
        </a:dk2>
        <a:lt2>
          <a:srgbClr val="666699"/>
        </a:lt2>
        <a:accent1>
          <a:srgbClr val="3333FF"/>
        </a:accent1>
        <a:accent2>
          <a:srgbClr val="006699"/>
        </a:accent2>
        <a:accent3>
          <a:srgbClr val="AAAAB4"/>
        </a:accent3>
        <a:accent4>
          <a:srgbClr val="DCDCDC"/>
        </a:accent4>
        <a:accent5>
          <a:srgbClr val="ADADFF"/>
        </a:accent5>
        <a:accent6>
          <a:srgbClr val="005B89"/>
        </a:accent6>
        <a:hlink>
          <a:srgbClr val="669900"/>
        </a:hlink>
        <a:folHlink>
          <a:srgbClr val="0000FF"/>
        </a:folHlink>
      </a:clrScheme>
      <a:clrMap bg1="lt1" tx1="dk1" bg2="lt2" tx2="dk2" accent1="accent1" accent2="accent2" accent3="accent3" accent4="accent4" accent5="accent5" accent6="accent6" hlink="hlink" folHlink="folHlink"/>
    </a:extraClrScheme>
    <a:extraClrScheme>
      <a:clrScheme name="">
        <a:dk1>
          <a:srgbClr val="FFFFFF"/>
        </a:dk1>
        <a:lt1>
          <a:srgbClr val="30054B"/>
        </a:lt1>
        <a:dk2>
          <a:srgbClr val="FFFFFF"/>
        </a:dk2>
        <a:lt2>
          <a:srgbClr val="808080"/>
        </a:lt2>
        <a:accent1>
          <a:srgbClr val="797B9B"/>
        </a:accent1>
        <a:accent2>
          <a:srgbClr val="6B4FB1"/>
        </a:accent2>
        <a:accent3>
          <a:srgbClr val="ADAAB2"/>
        </a:accent3>
        <a:accent4>
          <a:srgbClr val="DCDCDC"/>
        </a:accent4>
        <a:accent5>
          <a:srgbClr val="BEBFCB"/>
        </a:accent5>
        <a:accent6>
          <a:srgbClr val="5F469E"/>
        </a:accent6>
        <a:hlink>
          <a:srgbClr val="7AACCE"/>
        </a:hlink>
        <a:folHlink>
          <a:srgbClr val="D8D8EC"/>
        </a:folHlink>
      </a:clrScheme>
      <a:clrMap bg1="lt1" tx1="dk1" bg2="lt2" tx2="dk2" accent1="accent1" accent2="accent2" accent3="accent3" accent4="accent4" accent5="accent5" accent6="accent6" hlink="hlink" folHlink="folHlink"/>
    </a:extraClrScheme>
    <a:extraClrScheme>
      <a:clrScheme name="">
        <a:dk1>
          <a:srgbClr val="FFFFCC"/>
        </a:dk1>
        <a:lt1>
          <a:srgbClr val="29527B"/>
        </a:lt1>
        <a:dk2>
          <a:srgbClr val="FFFFFF"/>
        </a:dk2>
        <a:lt2>
          <a:srgbClr val="808080"/>
        </a:lt2>
        <a:accent1>
          <a:srgbClr val="CCCC00"/>
        </a:accent1>
        <a:accent2>
          <a:srgbClr val="669999"/>
        </a:accent2>
        <a:accent3>
          <a:srgbClr val="ACB3BF"/>
        </a:accent3>
        <a:accent4>
          <a:srgbClr val="DCDCAF"/>
        </a:accent4>
        <a:accent5>
          <a:srgbClr val="E2E2AA"/>
        </a:accent5>
        <a:accent6>
          <a:srgbClr val="5B8989"/>
        </a:accent6>
        <a:hlink>
          <a:srgbClr val="D8D8EC"/>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476949"/>
        </a:lt1>
        <a:dk2>
          <a:srgbClr val="FFFFFF"/>
        </a:dk2>
        <a:lt2>
          <a:srgbClr val="666699"/>
        </a:lt2>
        <a:accent1>
          <a:srgbClr val="CC6600"/>
        </a:accent1>
        <a:accent2>
          <a:srgbClr val="CC9900"/>
        </a:accent2>
        <a:accent3>
          <a:srgbClr val="B1B9B1"/>
        </a:accent3>
        <a:accent4>
          <a:srgbClr val="DCDCDC"/>
        </a:accent4>
        <a:accent5>
          <a:srgbClr val="E2B9AA"/>
        </a:accent5>
        <a:accent6>
          <a:srgbClr val="B78900"/>
        </a:accent6>
        <a:hlink>
          <a:srgbClr val="669900"/>
        </a:hlink>
        <a:folHlink>
          <a:srgbClr val="A452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7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B8989"/>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中文授课手册正文模板2007-11-27</Template>
  <TotalTime>0</TotalTime>
  <Words>5166</Words>
  <Application>WPS 演示</Application>
  <PresentationFormat>在屏幕上显示</PresentationFormat>
  <Paragraphs>1224</Paragraphs>
  <Slides>31</Slides>
  <Notes>20</Notes>
  <HiddenSlides>0</HiddenSlides>
  <MMClips>0</MMClips>
  <ScaleCrop>false</ScaleCrop>
  <HeadingPairs>
    <vt:vector size="8" baseType="variant">
      <vt:variant>
        <vt:lpstr>已用的字体</vt:lpstr>
      </vt:variant>
      <vt:variant>
        <vt:i4>13</vt:i4>
      </vt:variant>
      <vt:variant>
        <vt:lpstr>主题</vt:lpstr>
      </vt:variant>
      <vt:variant>
        <vt:i4>4</vt:i4>
      </vt:variant>
      <vt:variant>
        <vt:lpstr>嵌入 OLE 服务器</vt:lpstr>
      </vt:variant>
      <vt:variant>
        <vt:i4>1</vt:i4>
      </vt:variant>
      <vt:variant>
        <vt:lpstr>幻灯片标题</vt:lpstr>
      </vt:variant>
      <vt:variant>
        <vt:i4>31</vt:i4>
      </vt:variant>
    </vt:vector>
  </HeadingPairs>
  <TitlesOfParts>
    <vt:vector size="49" baseType="lpstr">
      <vt:lpstr>Arial</vt:lpstr>
      <vt:lpstr>宋体</vt:lpstr>
      <vt:lpstr>Wingdings</vt:lpstr>
      <vt:lpstr>Times New Roman</vt:lpstr>
      <vt:lpstr>黑体</vt:lpstr>
      <vt:lpstr>楷体_GB2312</vt:lpstr>
      <vt:lpstr>Arial Black</vt:lpstr>
      <vt:lpstr>Helvetica</vt:lpstr>
      <vt:lpstr>微软雅黑</vt:lpstr>
      <vt:lpstr>Arial Unicode MS</vt:lpstr>
      <vt:lpstr>Courier</vt:lpstr>
      <vt:lpstr>Courier New</vt:lpstr>
      <vt:lpstr>新宋体</vt:lpstr>
      <vt:lpstr>1_中文授课手册正文模板20071113</vt:lpstr>
      <vt:lpstr>自定义设计方案</vt:lpstr>
      <vt:lpstr>1_自定义设计方案</vt:lpstr>
      <vt:lpstr>Network</vt:lpstr>
      <vt:lpstr>Paint.Picture</vt:lpstr>
      <vt:lpstr>RIP协议原理及配置</vt:lpstr>
      <vt:lpstr>实验目的</vt:lpstr>
      <vt:lpstr>内容提要</vt:lpstr>
      <vt:lpstr>动态路由协议</vt:lpstr>
      <vt:lpstr>动态路由协议分类                        ——按路由算法划分</vt:lpstr>
      <vt:lpstr>距离-矢量路由协议</vt:lpstr>
      <vt:lpstr>链路状态路由协议</vt:lpstr>
      <vt:lpstr> 动态路由协议的分类                       ——按应用范围划分 </vt:lpstr>
      <vt:lpstr>RIP 协议概述</vt:lpstr>
      <vt:lpstr>RIP 的度量值（Metric）</vt:lpstr>
      <vt:lpstr>路由回路</vt:lpstr>
      <vt:lpstr>路由回路</vt:lpstr>
      <vt:lpstr>路由回路</vt:lpstr>
      <vt:lpstr>路由回路</vt:lpstr>
      <vt:lpstr>路由回路</vt:lpstr>
      <vt:lpstr>路由回路的解决办法</vt:lpstr>
      <vt:lpstr>解决办法：定义最大跳数</vt:lpstr>
      <vt:lpstr>解决办法： 水平分割（Split Horizon）</vt:lpstr>
      <vt:lpstr>解决办法： 毒性逆转（Poisoned Reverse）</vt:lpstr>
      <vt:lpstr>解决办法： 触发更新(Triggered Update)</vt:lpstr>
      <vt:lpstr>解决办法： Hold－Down 定时器</vt:lpstr>
      <vt:lpstr>RIP的缺点</vt:lpstr>
      <vt:lpstr>RIP 配置</vt:lpstr>
      <vt:lpstr>RIP 配置示例</vt:lpstr>
      <vt:lpstr>显示路由表</vt:lpstr>
      <vt:lpstr>RIP配置要点：</vt:lpstr>
      <vt:lpstr>RIP配置过程</vt:lpstr>
      <vt:lpstr>配置要求：</vt:lpstr>
      <vt:lpstr>7、网络最佳路由的测试，搭建下图拓扑，并验证最佳路由。</vt:lpstr>
      <vt:lpstr>8、断开图七中的上分路，模拟实际网络出现故障的情况，验证网络自愈功能，比较自愈前后路由表的变化。</vt:lpstr>
      <vt:lpstr>思考题</vt:lpstr>
    </vt:vector>
  </TitlesOfParts>
  <Company>zte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huangxiaohe</dc:creator>
  <cp:lastModifiedBy>hp</cp:lastModifiedBy>
  <cp:revision>68</cp:revision>
  <dcterms:created xsi:type="dcterms:W3CDTF">2004-11-29T03:35:00Z</dcterms:created>
  <dcterms:modified xsi:type="dcterms:W3CDTF">2022-04-07T09:06:21Z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2052-11.3.0.8586</vt:lpwstr>
  </property>
</Properties>
</file>